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720" r:id="rId5"/>
  </p:sldMasterIdLst>
  <p:notesMasterIdLst>
    <p:notesMasterId r:id="rId23"/>
  </p:notesMasterIdLst>
  <p:handoutMasterIdLst>
    <p:handoutMasterId r:id="rId24"/>
  </p:handoutMasterIdLst>
  <p:sldIdLst>
    <p:sldId id="267" r:id="rId6"/>
    <p:sldId id="2147483631" r:id="rId7"/>
    <p:sldId id="2147483630" r:id="rId8"/>
    <p:sldId id="258" r:id="rId9"/>
    <p:sldId id="2147483636" r:id="rId10"/>
    <p:sldId id="2147483620" r:id="rId11"/>
    <p:sldId id="2147483637" r:id="rId12"/>
    <p:sldId id="2147483618" r:id="rId13"/>
    <p:sldId id="2147483619" r:id="rId14"/>
    <p:sldId id="2147483607" r:id="rId15"/>
    <p:sldId id="2147483622" r:id="rId16"/>
    <p:sldId id="2147483633" r:id="rId17"/>
    <p:sldId id="2147483634" r:id="rId18"/>
    <p:sldId id="2147483623" r:id="rId19"/>
    <p:sldId id="2147483635" r:id="rId20"/>
    <p:sldId id="2147483632" r:id="rId21"/>
    <p:sldId id="266" r:id="rId22"/>
  </p:sldIdLst>
  <p:sldSz cx="12192000" cy="6858000"/>
  <p:notesSz cx="7315200" cy="9601200"/>
  <p:embeddedFontLst>
    <p:embeddedFont>
      <p:font typeface="Montserrat" panose="00000500000000000000" pitchFamily="2" charset="0"/>
      <p:regular r:id="rId25"/>
      <p:bold r:id="rId26"/>
      <p:italic r:id="rId27"/>
      <p:boldItalic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DFF3C2E-1383-FA29-CB60-EB9CAFFE5AC9}" name="Yashveer Nain" initials="YN" userId="S::yashveer.nain@procdna.com::aaf188d9-01fa-4f85-b40e-db3b59cfcaa2" providerId="AD"/>
  <p188:author id="{E60BBF5F-C17E-BF44-D144-02CBA2BB804A}" name="Bhavya Nanda" initials="BN" userId="S::bhavya.nanda@procdna.com::0d270349-628e-4888-953f-97d53dd2cfb9" providerId="AD"/>
  <p188:author id="{A929D265-268E-930F-9FDD-19A3255A294B}" name="Kushagr Bansal" initials="KB" userId="S::kushagr.bansal@procdna.com::28430914-4b97-4350-a909-b31d024fc824" providerId="AD"/>
  <p188:author id="{DECD346A-71A1-6F06-E9AA-DD33A05A194A}" name="Harsh Jha" initials="HJ" userId="S::harsh.jha@procdna.com::37e60ba1-8919-47e8-bdfd-d8abaff8d2c5" providerId="AD"/>
  <p188:author id="{E0F87E7A-134C-0871-D7C0-6159839BE5FE}" name="Harpreet Singh" initials="HS" userId="Harpreet Singh" providerId="None"/>
  <p188:author id="{82E53088-F83C-B40A-B9B4-9FB607F01AF6}" name="Shantanu Dusane" initials="SD" userId="S::shantanu.dusane@procdna.com::4b35fe7c-d046-4f86-9ead-7183b184e00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ish Agrawal" initials="AA" lastIdx="5" clrIdx="0">
    <p:extLst>
      <p:ext uri="{19B8F6BF-5375-455C-9EA6-DF929625EA0E}">
        <p15:presenceInfo xmlns:p15="http://schemas.microsoft.com/office/powerpoint/2012/main" userId="Ashish Agrawal" providerId="None"/>
      </p:ext>
    </p:extLst>
  </p:cmAuthor>
  <p:cmAuthor id="2" name="Harpreet Singh" initials="HS" lastIdx="2" clrIdx="1">
    <p:extLst>
      <p:ext uri="{19B8F6BF-5375-455C-9EA6-DF929625EA0E}">
        <p15:presenceInfo xmlns:p15="http://schemas.microsoft.com/office/powerpoint/2012/main" userId="Harpreet Sing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454A"/>
    <a:srgbClr val="001E96"/>
    <a:srgbClr val="252027"/>
    <a:srgbClr val="007ECC"/>
    <a:srgbClr val="535353"/>
    <a:srgbClr val="57C785"/>
    <a:srgbClr val="A6A6A6"/>
    <a:srgbClr val="96CBFF"/>
    <a:srgbClr val="008CE3"/>
    <a:srgbClr val="005C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32"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font" Target="fonts/font4.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3.fntdata"/><Relationship Id="rId30" Type="http://schemas.openxmlformats.org/officeDocument/2006/relationships/presProps" Target="presProps.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Number of Alerts</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Sheet1!$A$2:$A$24</c:f>
              <c:numCache>
                <c:formatCode>General</c:formatCode>
                <c:ptCount val="23"/>
              </c:numCache>
            </c:numRef>
          </c:xVal>
          <c:yVal>
            <c:numRef>
              <c:f>Sheet1!$B$2:$B$24</c:f>
              <c:numCache>
                <c:formatCode>General</c:formatCode>
                <c:ptCount val="23"/>
              </c:numCache>
            </c:numRef>
          </c:yVal>
          <c:smooth val="0"/>
          <c:extLst>
            <c:ext xmlns:c16="http://schemas.microsoft.com/office/drawing/2014/chart" uri="{C3380CC4-5D6E-409C-BE32-E72D297353CC}">
              <c16:uniqueId val="{00000000-4089-40D3-B103-DACB44A71EC6}"/>
            </c:ext>
          </c:extLst>
        </c:ser>
        <c:dLbls>
          <c:showLegendKey val="0"/>
          <c:showVal val="0"/>
          <c:showCatName val="0"/>
          <c:showSerName val="0"/>
          <c:showPercent val="0"/>
          <c:showBubbleSize val="0"/>
        </c:dLbls>
        <c:axId val="617048479"/>
        <c:axId val="617059039"/>
      </c:scatterChart>
      <c:valAx>
        <c:axId val="617048479"/>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sz="1400" b="0" i="0" u="none" strike="noStrike" kern="1200" spc="0" baseline="0">
                    <a:solidFill>
                      <a:prstClr val="black">
                        <a:lumMod val="65000"/>
                        <a:lumOff val="35000"/>
                      </a:prstClr>
                    </a:solidFill>
                  </a:rPr>
                  <a:t>Total Doctors</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7059039"/>
        <c:crosses val="autoZero"/>
        <c:crossBetween val="midCat"/>
      </c:valAx>
      <c:valAx>
        <c:axId val="61705903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Prescriptions per – active</a:t>
                </a:r>
                <a:r>
                  <a:rPr lang="en-US" baseline="0"/>
                  <a:t> doctor</a:t>
                </a:r>
                <a:endParaRPr lang="en-US"/>
              </a:p>
            </c:rich>
          </c:tx>
          <c:layout>
            <c:manualLayout>
              <c:xMode val="edge"/>
              <c:yMode val="edge"/>
              <c:x val="5.5119197651974259E-3"/>
              <c:y val="0.20434762122133115"/>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7048479"/>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C38DA3-DDBB-4212-B93B-2776DE890A8E}"/>
              </a:ext>
            </a:extLst>
          </p:cNvPr>
          <p:cNvSpPr>
            <a:spLocks noGrp="1"/>
          </p:cNvSpPr>
          <p:nvPr>
            <p:ph type="hdr" sz="quarter"/>
            <p:custDataLst>
              <p:tags r:id="rId2"/>
            </p:custDataLst>
          </p:nvPr>
        </p:nvSpPr>
        <p:spPr>
          <a:xfrm>
            <a:off x="0" y="0"/>
            <a:ext cx="7315200" cy="481727"/>
          </a:xfrm>
          <a:prstGeom prst="rect">
            <a:avLst/>
          </a:prstGeom>
        </p:spPr>
        <p:txBody>
          <a:bodyPr vert="horz" lIns="96653" tIns="48327" rIns="96653" bIns="48327" rtlCol="0"/>
          <a:lstStyle>
            <a:lvl1pPr algn="l">
              <a:defRPr sz="1200"/>
            </a:lvl1pPr>
          </a:lstStyle>
          <a:p>
            <a:pPr algn="ctr"/>
            <a:r>
              <a:rPr lang="en-US" sz="800">
                <a:solidFill>
                  <a:srgbClr val="7F7F7F"/>
                </a:solidFill>
                <a:latin typeface="Arial" panose="020B0604020202020204" pitchFamily="34" charset="0"/>
              </a:rPr>
              <a:t>Public Information</a:t>
            </a:r>
          </a:p>
        </p:txBody>
      </p:sp>
      <p:sp>
        <p:nvSpPr>
          <p:cNvPr id="3" name="Date Placeholder 2">
            <a:extLst>
              <a:ext uri="{FF2B5EF4-FFF2-40B4-BE49-F238E27FC236}">
                <a16:creationId xmlns:a16="http://schemas.microsoft.com/office/drawing/2014/main" id="{51E4F5A0-46E4-482E-8721-5B6294292798}"/>
              </a:ext>
            </a:extLst>
          </p:cNvPr>
          <p:cNvSpPr>
            <a:spLocks noGrp="1"/>
          </p:cNvSpPr>
          <p:nvPr>
            <p:ph type="dt" sz="quarter" idx="1"/>
          </p:nvPr>
        </p:nvSpPr>
        <p:spPr>
          <a:xfrm>
            <a:off x="4143587" y="0"/>
            <a:ext cx="3169920" cy="481727"/>
          </a:xfrm>
          <a:prstGeom prst="rect">
            <a:avLst/>
          </a:prstGeom>
        </p:spPr>
        <p:txBody>
          <a:bodyPr vert="horz" lIns="96653" tIns="48327" rIns="96653" bIns="48327" rtlCol="0"/>
          <a:lstStyle>
            <a:lvl1pPr algn="r">
              <a:defRPr sz="1200"/>
            </a:lvl1pPr>
          </a:lstStyle>
          <a:p>
            <a:fld id="{ED7D1DA6-4580-4333-B972-2C77E1088380}" type="datetimeFigureOut">
              <a:rPr lang="en-US" smtClean="0">
                <a:latin typeface="Arial" panose="020B0604020202020204" pitchFamily="34" charset="0"/>
              </a:rPr>
              <a:t>6/20/2026</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F67DC932-A316-4A59-B5C8-4F2D751E8A8F}"/>
              </a:ext>
            </a:extLst>
          </p:cNvPr>
          <p:cNvSpPr>
            <a:spLocks noGrp="1"/>
          </p:cNvSpPr>
          <p:nvPr>
            <p:ph type="ftr" sz="quarter" idx="2"/>
          </p:nvPr>
        </p:nvSpPr>
        <p:spPr>
          <a:xfrm>
            <a:off x="0" y="9119475"/>
            <a:ext cx="3169920" cy="481726"/>
          </a:xfrm>
          <a:prstGeom prst="rect">
            <a:avLst/>
          </a:prstGeom>
        </p:spPr>
        <p:txBody>
          <a:bodyPr vert="horz" lIns="96653" tIns="48327" rIns="96653" bIns="48327" rtlCol="0" anchor="b"/>
          <a:lstStyle>
            <a:lvl1pPr algn="l">
              <a:defRPr sz="1200"/>
            </a:lvl1pPr>
          </a:lstStyle>
          <a:p>
            <a:r>
              <a:rPr lang="en-US">
                <a:latin typeface="Arial" panose="020B0604020202020204" pitchFamily="34" charset="0"/>
              </a:rPr>
              <a:t>© 2024 ProcDNA</a:t>
            </a:r>
          </a:p>
        </p:txBody>
      </p:sp>
      <p:sp>
        <p:nvSpPr>
          <p:cNvPr id="5" name="Slide Number Placeholder 4">
            <a:extLst>
              <a:ext uri="{FF2B5EF4-FFF2-40B4-BE49-F238E27FC236}">
                <a16:creationId xmlns:a16="http://schemas.microsoft.com/office/drawing/2014/main" id="{5CE92948-C271-4002-9E48-A716B55872D7}"/>
              </a:ext>
            </a:extLst>
          </p:cNvPr>
          <p:cNvSpPr>
            <a:spLocks noGrp="1"/>
          </p:cNvSpPr>
          <p:nvPr>
            <p:ph type="sldNum" sz="quarter" idx="3"/>
          </p:nvPr>
        </p:nvSpPr>
        <p:spPr>
          <a:xfrm>
            <a:off x="4143587" y="9119475"/>
            <a:ext cx="3169920" cy="481726"/>
          </a:xfrm>
          <a:prstGeom prst="rect">
            <a:avLst/>
          </a:prstGeom>
        </p:spPr>
        <p:txBody>
          <a:bodyPr vert="horz" lIns="96653" tIns="48327" rIns="96653" bIns="48327" rtlCol="0" anchor="b"/>
          <a:lstStyle>
            <a:lvl1pPr algn="r">
              <a:defRPr sz="1200"/>
            </a:lvl1pPr>
          </a:lstStyle>
          <a:p>
            <a:fld id="{B0DCCB46-CAA3-4735-A726-3B8E9C6E0995}"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86678824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custDataLst>
              <p:tags r:id="rId2"/>
            </p:custDataLst>
          </p:nvPr>
        </p:nvSpPr>
        <p:spPr>
          <a:xfrm>
            <a:off x="0" y="0"/>
            <a:ext cx="7315200" cy="481727"/>
          </a:xfrm>
          <a:prstGeom prst="rect">
            <a:avLst/>
          </a:prstGeom>
        </p:spPr>
        <p:txBody>
          <a:bodyPr vert="horz" lIns="96653" tIns="48327" rIns="96653" bIns="48327" rtlCol="0"/>
          <a:lstStyle>
            <a:lvl1pPr algn="ctr">
              <a:defRPr lang="en-US" sz="800" b="0" i="0" u="none">
                <a:solidFill>
                  <a:srgbClr val="7F7F7F"/>
                </a:solidFill>
                <a:latin typeface="Arial" panose="020B0604020202020204" pitchFamily="34" charset="0"/>
              </a:defRPr>
            </a:lvl1pPr>
          </a:lstStyle>
          <a:p>
            <a:r>
              <a:rPr lang="en-IN"/>
              <a:t>Public Information</a:t>
            </a:r>
          </a:p>
        </p:txBody>
      </p:sp>
      <p:sp>
        <p:nvSpPr>
          <p:cNvPr id="3" name="Date Placeholder 2"/>
          <p:cNvSpPr>
            <a:spLocks noGrp="1"/>
          </p:cNvSpPr>
          <p:nvPr>
            <p:ph type="dt" idx="1"/>
          </p:nvPr>
        </p:nvSpPr>
        <p:spPr>
          <a:xfrm>
            <a:off x="4143587" y="0"/>
            <a:ext cx="3169920" cy="481727"/>
          </a:xfrm>
          <a:prstGeom prst="rect">
            <a:avLst/>
          </a:prstGeom>
        </p:spPr>
        <p:txBody>
          <a:bodyPr vert="horz" lIns="96653" tIns="48327" rIns="96653" bIns="48327" rtlCol="0"/>
          <a:lstStyle>
            <a:lvl1pPr algn="r">
              <a:defRPr sz="1200">
                <a:latin typeface="Arial" panose="020B0604020202020204" pitchFamily="34" charset="0"/>
              </a:defRPr>
            </a:lvl1pPr>
          </a:lstStyle>
          <a:p>
            <a:fld id="{EF95FC5E-96E8-4228-A351-FB30642C9195}" type="datetimeFigureOut">
              <a:rPr lang="en-US" smtClean="0"/>
              <a:pPr/>
              <a:t>6/20/2026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53" tIns="48327" rIns="96653" bIns="48327"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53" tIns="48327" rIns="96653" bIns="48327" rtlCol="0" anchor="b"/>
          <a:lstStyle>
            <a:lvl1pPr algn="l">
              <a:defRPr sz="1200">
                <a:latin typeface="Arial" panose="020B0604020202020204" pitchFamily="34" charset="0"/>
              </a:defRPr>
            </a:lvl1pPr>
          </a:lstStyle>
          <a:p>
            <a:r>
              <a:rPr lang="en-US"/>
              <a:t>© 2024 ProcDNA</a:t>
            </a:r>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53" tIns="48327" rIns="96653" bIns="48327" rtlCol="0" anchor="b"/>
          <a:lstStyle>
            <a:lvl1pPr algn="r">
              <a:defRPr sz="1200">
                <a:latin typeface="Arial" panose="020B0604020202020204" pitchFamily="34" charset="0"/>
              </a:defRPr>
            </a:lvl1pPr>
          </a:lstStyle>
          <a:p>
            <a:fld id="{EE659F0A-A928-429B-BEF5-EBE80D6AD1A9}" type="slidenum">
              <a:rPr lang="en-US" smtClean="0"/>
              <a:pPr/>
              <a:t>‹#›</a:t>
            </a:fld>
            <a:endParaRPr lang="en-US"/>
          </a:p>
        </p:txBody>
      </p:sp>
    </p:spTree>
    <p:extLst>
      <p:ext uri="{BB962C8B-B14F-4D97-AF65-F5344CB8AC3E}">
        <p14:creationId xmlns:p14="http://schemas.microsoft.com/office/powerpoint/2010/main" val="233475078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 2024 ProcDNA</a:t>
            </a:r>
          </a:p>
        </p:txBody>
      </p:sp>
      <p:sp>
        <p:nvSpPr>
          <p:cNvPr id="5" name="Slide Number Placeholder 4"/>
          <p:cNvSpPr>
            <a:spLocks noGrp="1"/>
          </p:cNvSpPr>
          <p:nvPr>
            <p:ph type="sldNum" sz="quarter" idx="5"/>
          </p:nvPr>
        </p:nvSpPr>
        <p:spPr/>
        <p:txBody>
          <a:bodyPr/>
          <a:lstStyle/>
          <a:p>
            <a:fld id="{EE659F0A-A928-429B-BEF5-EBE80D6AD1A9}" type="slidenum">
              <a:rPr lang="en-US" smtClean="0"/>
              <a:pPr/>
              <a:t>1</a:t>
            </a:fld>
            <a:endParaRPr lang="en-US"/>
          </a:p>
        </p:txBody>
      </p:sp>
    </p:spTree>
    <p:extLst>
      <p:ext uri="{BB962C8B-B14F-4D97-AF65-F5344CB8AC3E}">
        <p14:creationId xmlns:p14="http://schemas.microsoft.com/office/powerpoint/2010/main" val="1177865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BACB1-AC97-FC7B-8CAC-30ACB22AA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9FB6AB-BC91-0F5B-7BD8-3641D3A70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77A7A2-73E9-1A1E-5453-FE9C06FE62C3}"/>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1D4AF8AA-69C1-9E73-45D6-591BF8E7142B}"/>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F4792EAC-FA62-06F1-FA8A-38AC7474ECBA}"/>
              </a:ext>
            </a:extLst>
          </p:cNvPr>
          <p:cNvSpPr>
            <a:spLocks noGrp="1"/>
          </p:cNvSpPr>
          <p:nvPr>
            <p:ph type="sldNum" sz="quarter" idx="5"/>
          </p:nvPr>
        </p:nvSpPr>
        <p:spPr/>
        <p:txBody>
          <a:bodyPr/>
          <a:lstStyle/>
          <a:p>
            <a:fld id="{EE659F0A-A928-429B-BEF5-EBE80D6AD1A9}" type="slidenum">
              <a:rPr lang="en-US" smtClean="0"/>
              <a:pPr/>
              <a:t>2</a:t>
            </a:fld>
            <a:endParaRPr lang="en-US"/>
          </a:p>
        </p:txBody>
      </p:sp>
    </p:spTree>
    <p:extLst>
      <p:ext uri="{BB962C8B-B14F-4D97-AF65-F5344CB8AC3E}">
        <p14:creationId xmlns:p14="http://schemas.microsoft.com/office/powerpoint/2010/main" val="1960777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02200-E9AB-A97D-FADE-0BF64CEAE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6C3D21-5837-632B-6C80-376CF9BA5C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96E975-E2E9-3360-7DD9-13E15B6A5884}"/>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D0AF7C4B-FB4E-16E4-B318-C115AC43D6D5}"/>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5EAAB556-90AA-1687-CBA1-6E5F0CA49D17}"/>
              </a:ext>
            </a:extLst>
          </p:cNvPr>
          <p:cNvSpPr>
            <a:spLocks noGrp="1"/>
          </p:cNvSpPr>
          <p:nvPr>
            <p:ph type="sldNum" sz="quarter" idx="5"/>
          </p:nvPr>
        </p:nvSpPr>
        <p:spPr/>
        <p:txBody>
          <a:bodyPr/>
          <a:lstStyle/>
          <a:p>
            <a:fld id="{EE659F0A-A928-429B-BEF5-EBE80D6AD1A9}" type="slidenum">
              <a:rPr lang="en-US" smtClean="0"/>
              <a:pPr/>
              <a:t>3</a:t>
            </a:fld>
            <a:endParaRPr lang="en-US"/>
          </a:p>
        </p:txBody>
      </p:sp>
    </p:spTree>
    <p:extLst>
      <p:ext uri="{BB962C8B-B14F-4D97-AF65-F5344CB8AC3E}">
        <p14:creationId xmlns:p14="http://schemas.microsoft.com/office/powerpoint/2010/main" val="1470385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 2024 ProcDNA</a:t>
            </a:r>
            <a:endParaRPr lang="en-US" dirty="0"/>
          </a:p>
        </p:txBody>
      </p:sp>
      <p:sp>
        <p:nvSpPr>
          <p:cNvPr id="5" name="Slide Number Placeholder 4"/>
          <p:cNvSpPr>
            <a:spLocks noGrp="1"/>
          </p:cNvSpPr>
          <p:nvPr>
            <p:ph type="sldNum" sz="quarter" idx="5"/>
          </p:nvPr>
        </p:nvSpPr>
        <p:spPr/>
        <p:txBody>
          <a:bodyPr/>
          <a:lstStyle/>
          <a:p>
            <a:fld id="{EE659F0A-A928-429B-BEF5-EBE80D6AD1A9}" type="slidenum">
              <a:rPr lang="en-US" smtClean="0"/>
              <a:pPr/>
              <a:t>4</a:t>
            </a:fld>
            <a:endParaRPr lang="en-US" dirty="0"/>
          </a:p>
        </p:txBody>
      </p:sp>
    </p:spTree>
    <p:extLst>
      <p:ext uri="{BB962C8B-B14F-4D97-AF65-F5344CB8AC3E}">
        <p14:creationId xmlns:p14="http://schemas.microsoft.com/office/powerpoint/2010/main" val="571832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CA128-4419-DB38-2050-4B0E2434F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147D8-C040-8A69-69F0-5EA05130B6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127D22-67D6-33F9-6E0C-D988AAD60CCF}"/>
              </a:ext>
            </a:extLst>
          </p:cNvPr>
          <p:cNvSpPr>
            <a:spLocks noGrp="1"/>
          </p:cNvSpPr>
          <p:nvPr>
            <p:ph type="body" idx="1"/>
          </p:nvPr>
        </p:nvSpPr>
        <p:spPr/>
        <p:txBody>
          <a:bodyPr/>
          <a:lstStyle/>
          <a:p>
            <a:endParaRPr lang="en-IN" dirty="0"/>
          </a:p>
        </p:txBody>
      </p:sp>
      <p:sp>
        <p:nvSpPr>
          <p:cNvPr id="4" name="Footer Placeholder 3">
            <a:extLst>
              <a:ext uri="{FF2B5EF4-FFF2-40B4-BE49-F238E27FC236}">
                <a16:creationId xmlns:a16="http://schemas.microsoft.com/office/drawing/2014/main" id="{46878E40-36CF-EFB6-0103-FCD4A388CA2A}"/>
              </a:ext>
            </a:extLst>
          </p:cNvPr>
          <p:cNvSpPr>
            <a:spLocks noGrp="1"/>
          </p:cNvSpPr>
          <p:nvPr>
            <p:ph type="ftr" sz="quarter" idx="4"/>
          </p:nvPr>
        </p:nvSpPr>
        <p:spPr/>
        <p:txBody>
          <a:bodyPr/>
          <a:lstStyle/>
          <a:p>
            <a:r>
              <a:rPr lang="en-US"/>
              <a:t>© 2024 ProcDNA</a:t>
            </a:r>
            <a:endParaRPr lang="en-US" dirty="0"/>
          </a:p>
        </p:txBody>
      </p:sp>
      <p:sp>
        <p:nvSpPr>
          <p:cNvPr id="5" name="Slide Number Placeholder 4">
            <a:extLst>
              <a:ext uri="{FF2B5EF4-FFF2-40B4-BE49-F238E27FC236}">
                <a16:creationId xmlns:a16="http://schemas.microsoft.com/office/drawing/2014/main" id="{061D46BB-DA31-5B61-AA5A-0EFE133426F1}"/>
              </a:ext>
            </a:extLst>
          </p:cNvPr>
          <p:cNvSpPr>
            <a:spLocks noGrp="1"/>
          </p:cNvSpPr>
          <p:nvPr>
            <p:ph type="sldNum" sz="quarter" idx="5"/>
          </p:nvPr>
        </p:nvSpPr>
        <p:spPr/>
        <p:txBody>
          <a:bodyPr/>
          <a:lstStyle/>
          <a:p>
            <a:fld id="{EE659F0A-A928-429B-BEF5-EBE80D6AD1A9}" type="slidenum">
              <a:rPr lang="en-US" smtClean="0"/>
              <a:pPr/>
              <a:t>5</a:t>
            </a:fld>
            <a:endParaRPr lang="en-US" dirty="0"/>
          </a:p>
        </p:txBody>
      </p:sp>
    </p:spTree>
    <p:extLst>
      <p:ext uri="{BB962C8B-B14F-4D97-AF65-F5344CB8AC3E}">
        <p14:creationId xmlns:p14="http://schemas.microsoft.com/office/powerpoint/2010/main" val="2824982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1651A-F6F6-C600-DD5D-77D4D8E32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4AECF-97B2-4929-C88D-8580D761A9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076383-988C-9D3D-BA53-4767720EF5F3}"/>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3DEB8B73-B2AC-8AE5-5159-F171A0D03464}"/>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B9C1977E-E70B-A896-9309-7346A5AAB2EB}"/>
              </a:ext>
            </a:extLst>
          </p:cNvPr>
          <p:cNvSpPr>
            <a:spLocks noGrp="1"/>
          </p:cNvSpPr>
          <p:nvPr>
            <p:ph type="sldNum" sz="quarter" idx="5"/>
          </p:nvPr>
        </p:nvSpPr>
        <p:spPr/>
        <p:txBody>
          <a:bodyPr/>
          <a:lstStyle/>
          <a:p>
            <a:fld id="{EE659F0A-A928-429B-BEF5-EBE80D6AD1A9}" type="slidenum">
              <a:rPr lang="en-US" smtClean="0"/>
              <a:pPr/>
              <a:t>6</a:t>
            </a:fld>
            <a:endParaRPr lang="en-US"/>
          </a:p>
        </p:txBody>
      </p:sp>
    </p:spTree>
    <p:extLst>
      <p:ext uri="{BB962C8B-B14F-4D97-AF65-F5344CB8AC3E}">
        <p14:creationId xmlns:p14="http://schemas.microsoft.com/office/powerpoint/2010/main" val="1302280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3A156-93D1-E1AD-C775-A934268294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A7947-6332-BE24-19B2-593A4C186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3F37BD-1DB2-2E4C-1364-0E8962433E99}"/>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0551AC75-85D7-2AA6-0FD7-C6FFAFBE01DC}"/>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1460844B-3057-DCA0-1140-8982561F9E78}"/>
              </a:ext>
            </a:extLst>
          </p:cNvPr>
          <p:cNvSpPr>
            <a:spLocks noGrp="1"/>
          </p:cNvSpPr>
          <p:nvPr>
            <p:ph type="sldNum" sz="quarter" idx="5"/>
          </p:nvPr>
        </p:nvSpPr>
        <p:spPr/>
        <p:txBody>
          <a:bodyPr/>
          <a:lstStyle/>
          <a:p>
            <a:fld id="{EE659F0A-A928-429B-BEF5-EBE80D6AD1A9}" type="slidenum">
              <a:rPr lang="en-US" smtClean="0"/>
              <a:pPr/>
              <a:t>7</a:t>
            </a:fld>
            <a:endParaRPr lang="en-US"/>
          </a:p>
        </p:txBody>
      </p:sp>
    </p:spTree>
    <p:extLst>
      <p:ext uri="{BB962C8B-B14F-4D97-AF65-F5344CB8AC3E}">
        <p14:creationId xmlns:p14="http://schemas.microsoft.com/office/powerpoint/2010/main" val="724194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76477-ADD6-1333-6239-7BFECF9D98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4C4179-AFA3-744C-5B36-2F507CA45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E6B1BE-5D90-ED3D-0C43-A6A6D748E1EE}"/>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DD98F6C0-E6C7-199F-80D1-684C27B39667}"/>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EAC2A069-8E5B-BF06-C83D-EADEC563C4BA}"/>
              </a:ext>
            </a:extLst>
          </p:cNvPr>
          <p:cNvSpPr>
            <a:spLocks noGrp="1"/>
          </p:cNvSpPr>
          <p:nvPr>
            <p:ph type="sldNum" sz="quarter" idx="5"/>
          </p:nvPr>
        </p:nvSpPr>
        <p:spPr/>
        <p:txBody>
          <a:bodyPr/>
          <a:lstStyle/>
          <a:p>
            <a:fld id="{EE659F0A-A928-429B-BEF5-EBE80D6AD1A9}" type="slidenum">
              <a:rPr lang="en-US" smtClean="0"/>
              <a:pPr/>
              <a:t>8</a:t>
            </a:fld>
            <a:endParaRPr lang="en-US"/>
          </a:p>
        </p:txBody>
      </p:sp>
    </p:spTree>
    <p:extLst>
      <p:ext uri="{BB962C8B-B14F-4D97-AF65-F5344CB8AC3E}">
        <p14:creationId xmlns:p14="http://schemas.microsoft.com/office/powerpoint/2010/main" val="210913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54BDF-B8C2-03B7-1985-ACC46E9DE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F3B487-D0B3-6BAA-C365-E6E86C8944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E9079-F50D-9DFA-6689-AD61F766F289}"/>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2D917996-DF92-A3A2-6006-3491ACAA114B}"/>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7FEAF839-2FF6-5988-9111-0DBEE45F8DA6}"/>
              </a:ext>
            </a:extLst>
          </p:cNvPr>
          <p:cNvSpPr>
            <a:spLocks noGrp="1"/>
          </p:cNvSpPr>
          <p:nvPr>
            <p:ph type="sldNum" sz="quarter" idx="5"/>
          </p:nvPr>
        </p:nvSpPr>
        <p:spPr/>
        <p:txBody>
          <a:bodyPr/>
          <a:lstStyle/>
          <a:p>
            <a:fld id="{EE659F0A-A928-429B-BEF5-EBE80D6AD1A9}" type="slidenum">
              <a:rPr lang="en-US" smtClean="0"/>
              <a:pPr/>
              <a:t>9</a:t>
            </a:fld>
            <a:endParaRPr lang="en-US"/>
          </a:p>
        </p:txBody>
      </p:sp>
    </p:spTree>
    <p:extLst>
      <p:ext uri="{BB962C8B-B14F-4D97-AF65-F5344CB8AC3E}">
        <p14:creationId xmlns:p14="http://schemas.microsoft.com/office/powerpoint/2010/main" val="28288722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032AB-A172-F08C-F7CF-2D725B5543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8B87CC-6DB9-FD58-EBBA-F4B685D5FF0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0EE7B92-F9E0-3D8D-3D88-C13D723FA55A}"/>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0F3E9D52-E2CC-9E4D-863C-23BA5EE35C95}"/>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AD4D3F62-2B6D-5A44-5115-C4D8ECF988BE}"/>
              </a:ext>
            </a:extLst>
          </p:cNvPr>
          <p:cNvSpPr>
            <a:spLocks noGrp="1"/>
          </p:cNvSpPr>
          <p:nvPr>
            <p:ph type="sldNum" sz="quarter" idx="5"/>
          </p:nvPr>
        </p:nvSpPr>
        <p:spPr/>
        <p:txBody>
          <a:bodyPr/>
          <a:lstStyle/>
          <a:p>
            <a:fld id="{EE659F0A-A928-429B-BEF5-EBE80D6AD1A9}" type="slidenum">
              <a:rPr lang="en-US" smtClean="0"/>
              <a:pPr/>
              <a:t>10</a:t>
            </a:fld>
            <a:endParaRPr lang="en-US"/>
          </a:p>
        </p:txBody>
      </p:sp>
    </p:spTree>
    <p:extLst>
      <p:ext uri="{BB962C8B-B14F-4D97-AF65-F5344CB8AC3E}">
        <p14:creationId xmlns:p14="http://schemas.microsoft.com/office/powerpoint/2010/main" val="2686997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 2024 ProcDNA</a:t>
            </a:r>
            <a:endParaRPr lang="en-US" dirty="0"/>
          </a:p>
        </p:txBody>
      </p:sp>
      <p:sp>
        <p:nvSpPr>
          <p:cNvPr id="5" name="Slide Number Placeholder 4"/>
          <p:cNvSpPr>
            <a:spLocks noGrp="1"/>
          </p:cNvSpPr>
          <p:nvPr>
            <p:ph type="sldNum" sz="quarter" idx="5"/>
          </p:nvPr>
        </p:nvSpPr>
        <p:spPr/>
        <p:txBody>
          <a:bodyPr/>
          <a:lstStyle/>
          <a:p>
            <a:fld id="{EE659F0A-A928-429B-BEF5-EBE80D6AD1A9}" type="slidenum">
              <a:rPr lang="en-US" smtClean="0"/>
              <a:pPr/>
              <a:t>11</a:t>
            </a:fld>
            <a:endParaRPr lang="en-US" dirty="0"/>
          </a:p>
        </p:txBody>
      </p:sp>
    </p:spTree>
    <p:extLst>
      <p:ext uri="{BB962C8B-B14F-4D97-AF65-F5344CB8AC3E}">
        <p14:creationId xmlns:p14="http://schemas.microsoft.com/office/powerpoint/2010/main" val="3709712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40A54-2C23-44F3-F6AA-96F0CEA8B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3D61D-0E55-BC18-95E6-10513A88B5E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E0D2BE-09CF-9D57-DDFD-B813DB281BBC}"/>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9EA79A2D-8F0B-7464-692E-C3F1EA21CEDF}"/>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C8B4FB30-B203-A205-EE35-6056E0841013}"/>
              </a:ext>
            </a:extLst>
          </p:cNvPr>
          <p:cNvSpPr>
            <a:spLocks noGrp="1"/>
          </p:cNvSpPr>
          <p:nvPr>
            <p:ph type="sldNum" sz="quarter" idx="5"/>
          </p:nvPr>
        </p:nvSpPr>
        <p:spPr/>
        <p:txBody>
          <a:bodyPr/>
          <a:lstStyle/>
          <a:p>
            <a:fld id="{EE659F0A-A928-429B-BEF5-EBE80D6AD1A9}" type="slidenum">
              <a:rPr lang="en-US" smtClean="0"/>
              <a:pPr/>
              <a:t>12</a:t>
            </a:fld>
            <a:endParaRPr lang="en-US"/>
          </a:p>
        </p:txBody>
      </p:sp>
    </p:spTree>
    <p:extLst>
      <p:ext uri="{BB962C8B-B14F-4D97-AF65-F5344CB8AC3E}">
        <p14:creationId xmlns:p14="http://schemas.microsoft.com/office/powerpoint/2010/main" val="226791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94E06-F38D-C37F-84FE-1E4017F329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5EEE88-9B86-B9A4-735D-4C03C8739B7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BD81CB3-8592-5460-C190-B402B98AB593}"/>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7EBF923C-A8AE-B508-26B3-CD212E600C25}"/>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C714E366-CB23-93AF-4D9D-5DB152138DB4}"/>
              </a:ext>
            </a:extLst>
          </p:cNvPr>
          <p:cNvSpPr>
            <a:spLocks noGrp="1"/>
          </p:cNvSpPr>
          <p:nvPr>
            <p:ph type="sldNum" sz="quarter" idx="5"/>
          </p:nvPr>
        </p:nvSpPr>
        <p:spPr/>
        <p:txBody>
          <a:bodyPr/>
          <a:lstStyle/>
          <a:p>
            <a:fld id="{EE659F0A-A928-429B-BEF5-EBE80D6AD1A9}" type="slidenum">
              <a:rPr lang="en-US" smtClean="0"/>
              <a:pPr/>
              <a:t>13</a:t>
            </a:fld>
            <a:endParaRPr lang="en-US"/>
          </a:p>
        </p:txBody>
      </p:sp>
    </p:spTree>
    <p:extLst>
      <p:ext uri="{BB962C8B-B14F-4D97-AF65-F5344CB8AC3E}">
        <p14:creationId xmlns:p14="http://schemas.microsoft.com/office/powerpoint/2010/main" val="3119359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A3EEE-DDF5-9007-3B6E-AB3047DB77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C2201-48FF-41B9-6647-E0404F56BCA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CB989D3-09A2-11EB-7D16-687ACC1F1EBD}"/>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F65260B3-357C-0CA6-B4D6-358EBE562797}"/>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CE8E8CA2-9B35-5588-3869-31AA66BEBE6C}"/>
              </a:ext>
            </a:extLst>
          </p:cNvPr>
          <p:cNvSpPr>
            <a:spLocks noGrp="1"/>
          </p:cNvSpPr>
          <p:nvPr>
            <p:ph type="sldNum" sz="quarter" idx="5"/>
          </p:nvPr>
        </p:nvSpPr>
        <p:spPr/>
        <p:txBody>
          <a:bodyPr/>
          <a:lstStyle/>
          <a:p>
            <a:fld id="{EE659F0A-A928-429B-BEF5-EBE80D6AD1A9}" type="slidenum">
              <a:rPr lang="en-US" smtClean="0"/>
              <a:pPr/>
              <a:t>14</a:t>
            </a:fld>
            <a:endParaRPr lang="en-US"/>
          </a:p>
        </p:txBody>
      </p:sp>
    </p:spTree>
    <p:extLst>
      <p:ext uri="{BB962C8B-B14F-4D97-AF65-F5344CB8AC3E}">
        <p14:creationId xmlns:p14="http://schemas.microsoft.com/office/powerpoint/2010/main" val="893632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CB859-9C4F-954C-57E5-4B88B23B04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1A6FD6-CE46-87B9-061D-B0551D9D784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F2DCA-963A-2B1E-A57F-5FD14D2837B5}"/>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0C60A7CB-361A-A7BC-C6E8-CFBF25F1A589}"/>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54E6954D-F2CF-F0A2-4120-3F3CE1988033}"/>
              </a:ext>
            </a:extLst>
          </p:cNvPr>
          <p:cNvSpPr>
            <a:spLocks noGrp="1"/>
          </p:cNvSpPr>
          <p:nvPr>
            <p:ph type="sldNum" sz="quarter" idx="5"/>
          </p:nvPr>
        </p:nvSpPr>
        <p:spPr/>
        <p:txBody>
          <a:bodyPr/>
          <a:lstStyle/>
          <a:p>
            <a:fld id="{EE659F0A-A928-429B-BEF5-EBE80D6AD1A9}" type="slidenum">
              <a:rPr lang="en-US" smtClean="0"/>
              <a:pPr/>
              <a:t>15</a:t>
            </a:fld>
            <a:endParaRPr lang="en-US"/>
          </a:p>
        </p:txBody>
      </p:sp>
    </p:spTree>
    <p:extLst>
      <p:ext uri="{BB962C8B-B14F-4D97-AF65-F5344CB8AC3E}">
        <p14:creationId xmlns:p14="http://schemas.microsoft.com/office/powerpoint/2010/main" val="2497347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linkedin.com/company/procdna/" TargetMode="External"/><Relationship Id="rId1" Type="http://schemas.openxmlformats.org/officeDocument/2006/relationships/slideMaster" Target="../slideMasters/slideMaster1.xml"/><Relationship Id="rId4" Type="http://schemas.openxmlformats.org/officeDocument/2006/relationships/hyperlink" Target="http://www.procdna.com/"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grpSp>
        <p:nvGrpSpPr>
          <p:cNvPr id="370" name="Group 369">
            <a:extLst>
              <a:ext uri="{FF2B5EF4-FFF2-40B4-BE49-F238E27FC236}">
                <a16:creationId xmlns:a16="http://schemas.microsoft.com/office/drawing/2014/main" id="{B5B359C4-5ED9-8BF8-7910-686DF2F5E3C5}"/>
              </a:ext>
            </a:extLst>
          </p:cNvPr>
          <p:cNvGrpSpPr/>
          <p:nvPr userDrawn="1"/>
        </p:nvGrpSpPr>
        <p:grpSpPr>
          <a:xfrm>
            <a:off x="7096634" y="0"/>
            <a:ext cx="4993766" cy="6858000"/>
            <a:chOff x="6968490" y="0"/>
            <a:chExt cx="4993766" cy="6858000"/>
          </a:xfrm>
        </p:grpSpPr>
        <p:grpSp>
          <p:nvGrpSpPr>
            <p:cNvPr id="3" name="Graphic 4">
              <a:extLst>
                <a:ext uri="{FF2B5EF4-FFF2-40B4-BE49-F238E27FC236}">
                  <a16:creationId xmlns:a16="http://schemas.microsoft.com/office/drawing/2014/main" id="{DF52D8C0-5778-5441-C878-5663CE0F4F6F}"/>
                </a:ext>
              </a:extLst>
            </p:cNvPr>
            <p:cNvGrpSpPr/>
            <p:nvPr/>
          </p:nvGrpSpPr>
          <p:grpSpPr>
            <a:xfrm>
              <a:off x="6968490" y="5715"/>
              <a:ext cx="4993766" cy="6795706"/>
              <a:chOff x="6968490" y="5715"/>
              <a:chExt cx="4993766" cy="6795706"/>
            </a:xfrm>
            <a:gradFill>
              <a:gsLst>
                <a:gs pos="0">
                  <a:schemeClr val="bg2"/>
                </a:gs>
                <a:gs pos="100000">
                  <a:schemeClr val="tx2"/>
                </a:gs>
              </a:gsLst>
              <a:lin ang="0" scaled="0"/>
            </a:gradFill>
          </p:grpSpPr>
          <p:sp>
            <p:nvSpPr>
              <p:cNvPr id="6" name="Freeform: Shape 5">
                <a:extLst>
                  <a:ext uri="{FF2B5EF4-FFF2-40B4-BE49-F238E27FC236}">
                    <a16:creationId xmlns:a16="http://schemas.microsoft.com/office/drawing/2014/main" id="{15129318-8503-836A-225A-951A722B7600}"/>
                  </a:ext>
                </a:extLst>
              </p:cNvPr>
              <p:cNvSpPr/>
              <p:nvPr/>
            </p:nvSpPr>
            <p:spPr>
              <a:xfrm>
                <a:off x="6968490" y="4608004"/>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 name="Freeform: Shape 6">
                <a:extLst>
                  <a:ext uri="{FF2B5EF4-FFF2-40B4-BE49-F238E27FC236}">
                    <a16:creationId xmlns:a16="http://schemas.microsoft.com/office/drawing/2014/main" id="{47AFBA06-35B4-5570-42A0-C3212C0534FA}"/>
                  </a:ext>
                </a:extLst>
              </p:cNvPr>
              <p:cNvSpPr/>
              <p:nvPr/>
            </p:nvSpPr>
            <p:spPr>
              <a:xfrm>
                <a:off x="6968490" y="6614255"/>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 name="Freeform: Shape 7">
                <a:extLst>
                  <a:ext uri="{FF2B5EF4-FFF2-40B4-BE49-F238E27FC236}">
                    <a16:creationId xmlns:a16="http://schemas.microsoft.com/office/drawing/2014/main" id="{5155AE1B-C733-7CB0-7310-88FCAB88F787}"/>
                  </a:ext>
                </a:extLst>
              </p:cNvPr>
              <p:cNvSpPr/>
              <p:nvPr/>
            </p:nvSpPr>
            <p:spPr>
              <a:xfrm>
                <a:off x="6968490" y="5109781"/>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 name="Freeform: Shape 8">
                <a:extLst>
                  <a:ext uri="{FF2B5EF4-FFF2-40B4-BE49-F238E27FC236}">
                    <a16:creationId xmlns:a16="http://schemas.microsoft.com/office/drawing/2014/main" id="{11D42712-5731-3F1C-0AB2-6700434A0B4B}"/>
                  </a:ext>
                </a:extLst>
              </p:cNvPr>
              <p:cNvSpPr/>
              <p:nvPr/>
            </p:nvSpPr>
            <p:spPr>
              <a:xfrm>
                <a:off x="6968490" y="6112763"/>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 name="Freeform: Shape 9">
                <a:extLst>
                  <a:ext uri="{FF2B5EF4-FFF2-40B4-BE49-F238E27FC236}">
                    <a16:creationId xmlns:a16="http://schemas.microsoft.com/office/drawing/2014/main" id="{C3693185-16FC-ADD8-16C9-A5AA92D40435}"/>
                  </a:ext>
                </a:extLst>
              </p:cNvPr>
              <p:cNvSpPr/>
              <p:nvPr/>
            </p:nvSpPr>
            <p:spPr>
              <a:xfrm>
                <a:off x="6968490" y="5610987"/>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 name="Freeform: Shape 10">
                <a:extLst>
                  <a:ext uri="{FF2B5EF4-FFF2-40B4-BE49-F238E27FC236}">
                    <a16:creationId xmlns:a16="http://schemas.microsoft.com/office/drawing/2014/main" id="{4D80FA6A-5251-F854-88C7-5C8113572FE2}"/>
                  </a:ext>
                </a:extLst>
              </p:cNvPr>
              <p:cNvSpPr/>
              <p:nvPr/>
            </p:nvSpPr>
            <p:spPr>
              <a:xfrm>
                <a:off x="6968490" y="4106513"/>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 name="Freeform: Shape 11">
                <a:extLst>
                  <a:ext uri="{FF2B5EF4-FFF2-40B4-BE49-F238E27FC236}">
                    <a16:creationId xmlns:a16="http://schemas.microsoft.com/office/drawing/2014/main" id="{968E2B19-DEF2-84D6-239A-4C948CD0D89C}"/>
                  </a:ext>
                </a:extLst>
              </p:cNvPr>
              <p:cNvSpPr/>
              <p:nvPr/>
            </p:nvSpPr>
            <p:spPr>
              <a:xfrm>
                <a:off x="6968490" y="3103530"/>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 name="Freeform: Shape 13">
                <a:extLst>
                  <a:ext uri="{FF2B5EF4-FFF2-40B4-BE49-F238E27FC236}">
                    <a16:creationId xmlns:a16="http://schemas.microsoft.com/office/drawing/2014/main" id="{0E9F7EC4-BD86-77B6-8BE2-5640217CBBFC}"/>
                  </a:ext>
                </a:extLst>
              </p:cNvPr>
              <p:cNvSpPr/>
              <p:nvPr/>
            </p:nvSpPr>
            <p:spPr>
              <a:xfrm>
                <a:off x="6968490" y="2602039"/>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 name="Freeform: Shape 16">
                <a:extLst>
                  <a:ext uri="{FF2B5EF4-FFF2-40B4-BE49-F238E27FC236}">
                    <a16:creationId xmlns:a16="http://schemas.microsoft.com/office/drawing/2014/main" id="{A81D7EF6-7245-4A51-296B-2D2C66A11C4B}"/>
                  </a:ext>
                </a:extLst>
              </p:cNvPr>
              <p:cNvSpPr/>
              <p:nvPr/>
            </p:nvSpPr>
            <p:spPr>
              <a:xfrm>
                <a:off x="6968490" y="2100548"/>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 name="Freeform: Shape 17">
                <a:extLst>
                  <a:ext uri="{FF2B5EF4-FFF2-40B4-BE49-F238E27FC236}">
                    <a16:creationId xmlns:a16="http://schemas.microsoft.com/office/drawing/2014/main" id="{302EABD5-8914-4754-DBAE-384181DDDA98}"/>
                  </a:ext>
                </a:extLst>
              </p:cNvPr>
              <p:cNvSpPr/>
              <p:nvPr/>
            </p:nvSpPr>
            <p:spPr>
              <a:xfrm>
                <a:off x="6968490" y="3605022"/>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 name="Freeform: Shape 18">
                <a:extLst>
                  <a:ext uri="{FF2B5EF4-FFF2-40B4-BE49-F238E27FC236}">
                    <a16:creationId xmlns:a16="http://schemas.microsoft.com/office/drawing/2014/main" id="{3066AD52-DE58-48DA-63C4-CB5A87913C4B}"/>
                  </a:ext>
                </a:extLst>
              </p:cNvPr>
              <p:cNvSpPr/>
              <p:nvPr/>
            </p:nvSpPr>
            <p:spPr>
              <a:xfrm>
                <a:off x="6968490" y="595788"/>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 name="Freeform: Shape 19">
                <a:extLst>
                  <a:ext uri="{FF2B5EF4-FFF2-40B4-BE49-F238E27FC236}">
                    <a16:creationId xmlns:a16="http://schemas.microsoft.com/office/drawing/2014/main" id="{77EDCF30-21AC-32E3-60E5-2C10E81FE16F}"/>
                  </a:ext>
                </a:extLst>
              </p:cNvPr>
              <p:cNvSpPr/>
              <p:nvPr/>
            </p:nvSpPr>
            <p:spPr>
              <a:xfrm>
                <a:off x="6968490" y="94297"/>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0"/>
                      <a:pt x="42005" y="84010"/>
                    </a:cubicBezTo>
                    <a:cubicBezTo>
                      <a:pt x="65151" y="84010"/>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 name="Freeform: Shape 20">
                <a:extLst>
                  <a:ext uri="{FF2B5EF4-FFF2-40B4-BE49-F238E27FC236}">
                    <a16:creationId xmlns:a16="http://schemas.microsoft.com/office/drawing/2014/main" id="{71674653-3625-0E5D-1BE7-2DE19DC87A6D}"/>
                  </a:ext>
                </a:extLst>
              </p:cNvPr>
              <p:cNvSpPr/>
              <p:nvPr/>
            </p:nvSpPr>
            <p:spPr>
              <a:xfrm>
                <a:off x="6968490" y="1599056"/>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574"/>
                      <a:pt x="0" y="42005"/>
                    </a:cubicBezTo>
                    <a:cubicBezTo>
                      <a:pt x="0" y="65437"/>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 name="Freeform: Shape 21">
                <a:extLst>
                  <a:ext uri="{FF2B5EF4-FFF2-40B4-BE49-F238E27FC236}">
                    <a16:creationId xmlns:a16="http://schemas.microsoft.com/office/drawing/2014/main" id="{ABFD39B9-A484-CBAA-9F1F-0BBD3F5E4449}"/>
                  </a:ext>
                </a:extLst>
              </p:cNvPr>
              <p:cNvSpPr/>
              <p:nvPr/>
            </p:nvSpPr>
            <p:spPr>
              <a:xfrm>
                <a:off x="6968490" y="1097280"/>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 name="Freeform: Shape 22">
                <a:extLst>
                  <a:ext uri="{FF2B5EF4-FFF2-40B4-BE49-F238E27FC236}">
                    <a16:creationId xmlns:a16="http://schemas.microsoft.com/office/drawing/2014/main" id="{2EA44581-E709-6079-D35D-7CA97BF432CF}"/>
                  </a:ext>
                </a:extLst>
              </p:cNvPr>
              <p:cNvSpPr/>
              <p:nvPr/>
            </p:nvSpPr>
            <p:spPr>
              <a:xfrm>
                <a:off x="7422832" y="2125408"/>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 name="Freeform: Shape 23">
                <a:extLst>
                  <a:ext uri="{FF2B5EF4-FFF2-40B4-BE49-F238E27FC236}">
                    <a16:creationId xmlns:a16="http://schemas.microsoft.com/office/drawing/2014/main" id="{ED50B3F8-8C7C-6C1B-57DD-D7238A7483CA}"/>
                  </a:ext>
                </a:extLst>
              </p:cNvPr>
              <p:cNvSpPr/>
              <p:nvPr/>
            </p:nvSpPr>
            <p:spPr>
              <a:xfrm>
                <a:off x="7422832" y="3558444"/>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 name="Freeform: Shape 24">
                <a:extLst>
                  <a:ext uri="{FF2B5EF4-FFF2-40B4-BE49-F238E27FC236}">
                    <a16:creationId xmlns:a16="http://schemas.microsoft.com/office/drawing/2014/main" id="{4DCE0662-DEA2-030F-E3C8-CE2517119CCA}"/>
                  </a:ext>
                </a:extLst>
              </p:cNvPr>
              <p:cNvSpPr/>
              <p:nvPr/>
            </p:nvSpPr>
            <p:spPr>
              <a:xfrm>
                <a:off x="7422832" y="403593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 name="Freeform: Shape 25">
                <a:extLst>
                  <a:ext uri="{FF2B5EF4-FFF2-40B4-BE49-F238E27FC236}">
                    <a16:creationId xmlns:a16="http://schemas.microsoft.com/office/drawing/2014/main" id="{68DE8795-A4B9-9940-578E-1D79CB436DA4}"/>
                  </a:ext>
                </a:extLst>
              </p:cNvPr>
              <p:cNvSpPr/>
              <p:nvPr/>
            </p:nvSpPr>
            <p:spPr>
              <a:xfrm>
                <a:off x="7422832" y="308067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 name="Freeform: Shape 26">
                <a:extLst>
                  <a:ext uri="{FF2B5EF4-FFF2-40B4-BE49-F238E27FC236}">
                    <a16:creationId xmlns:a16="http://schemas.microsoft.com/office/drawing/2014/main" id="{336C8CA5-9E77-F890-9DAA-B14FF033FD3A}"/>
                  </a:ext>
                </a:extLst>
              </p:cNvPr>
              <p:cNvSpPr/>
              <p:nvPr/>
            </p:nvSpPr>
            <p:spPr>
              <a:xfrm>
                <a:off x="7422832" y="21488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 name="Freeform: Shape 27">
                <a:extLst>
                  <a:ext uri="{FF2B5EF4-FFF2-40B4-BE49-F238E27FC236}">
                    <a16:creationId xmlns:a16="http://schemas.microsoft.com/office/drawing/2014/main" id="{FF4CF757-4A7A-0624-5A2E-7C20B9B7879E}"/>
                  </a:ext>
                </a:extLst>
              </p:cNvPr>
              <p:cNvSpPr/>
              <p:nvPr/>
            </p:nvSpPr>
            <p:spPr>
              <a:xfrm>
                <a:off x="7422832" y="1170146"/>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 name="Freeform: Shape 28">
                <a:extLst>
                  <a:ext uri="{FF2B5EF4-FFF2-40B4-BE49-F238E27FC236}">
                    <a16:creationId xmlns:a16="http://schemas.microsoft.com/office/drawing/2014/main" id="{26EB6DCC-F88E-514C-AB23-ECBD5DCFF272}"/>
                  </a:ext>
                </a:extLst>
              </p:cNvPr>
              <p:cNvSpPr/>
              <p:nvPr/>
            </p:nvSpPr>
            <p:spPr>
              <a:xfrm>
                <a:off x="7422832" y="164792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 name="Freeform: Shape 29">
                <a:extLst>
                  <a:ext uri="{FF2B5EF4-FFF2-40B4-BE49-F238E27FC236}">
                    <a16:creationId xmlns:a16="http://schemas.microsoft.com/office/drawing/2014/main" id="{FA446272-175E-7FFE-26F3-33352F64D4DA}"/>
                  </a:ext>
                </a:extLst>
              </p:cNvPr>
              <p:cNvSpPr/>
              <p:nvPr/>
            </p:nvSpPr>
            <p:spPr>
              <a:xfrm>
                <a:off x="7422832" y="69237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 name="Freeform: Shape 30">
                <a:extLst>
                  <a:ext uri="{FF2B5EF4-FFF2-40B4-BE49-F238E27FC236}">
                    <a16:creationId xmlns:a16="http://schemas.microsoft.com/office/drawing/2014/main" id="{B10B06A5-E798-0B96-8151-850F166EBC12}"/>
                  </a:ext>
                </a:extLst>
              </p:cNvPr>
              <p:cNvSpPr/>
              <p:nvPr/>
            </p:nvSpPr>
            <p:spPr>
              <a:xfrm>
                <a:off x="7422832" y="6424231"/>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 name="Freeform: Shape 31">
                <a:extLst>
                  <a:ext uri="{FF2B5EF4-FFF2-40B4-BE49-F238E27FC236}">
                    <a16:creationId xmlns:a16="http://schemas.microsoft.com/office/drawing/2014/main" id="{5275A5CC-9903-17B0-352E-66D5B099F2A2}"/>
                  </a:ext>
                </a:extLst>
              </p:cNvPr>
              <p:cNvSpPr/>
              <p:nvPr/>
            </p:nvSpPr>
            <p:spPr>
              <a:xfrm>
                <a:off x="7422832" y="5468969"/>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4"/>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 name="Freeform: Shape 32">
                <a:extLst>
                  <a:ext uri="{FF2B5EF4-FFF2-40B4-BE49-F238E27FC236}">
                    <a16:creationId xmlns:a16="http://schemas.microsoft.com/office/drawing/2014/main" id="{AA6BBEF7-7A11-A93E-37D9-4B13D8B47D3A}"/>
                  </a:ext>
                </a:extLst>
              </p:cNvPr>
              <p:cNvSpPr/>
              <p:nvPr/>
            </p:nvSpPr>
            <p:spPr>
              <a:xfrm>
                <a:off x="7422832" y="499148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 name="Freeform: Shape 33">
                <a:extLst>
                  <a:ext uri="{FF2B5EF4-FFF2-40B4-BE49-F238E27FC236}">
                    <a16:creationId xmlns:a16="http://schemas.microsoft.com/office/drawing/2014/main" id="{DC7C7BDE-23B4-C18D-5876-526D72B941ED}"/>
                  </a:ext>
                </a:extLst>
              </p:cNvPr>
              <p:cNvSpPr/>
              <p:nvPr/>
            </p:nvSpPr>
            <p:spPr>
              <a:xfrm>
                <a:off x="7422832" y="5946743"/>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 name="Freeform: Shape 34">
                <a:extLst>
                  <a:ext uri="{FF2B5EF4-FFF2-40B4-BE49-F238E27FC236}">
                    <a16:creationId xmlns:a16="http://schemas.microsoft.com/office/drawing/2014/main" id="{B201E714-F394-CED5-EDCD-DA314441DDCA}"/>
                  </a:ext>
                </a:extLst>
              </p:cNvPr>
              <p:cNvSpPr/>
              <p:nvPr/>
            </p:nvSpPr>
            <p:spPr>
              <a:xfrm>
                <a:off x="7422832" y="4513707"/>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 name="Freeform: Shape 35">
                <a:extLst>
                  <a:ext uri="{FF2B5EF4-FFF2-40B4-BE49-F238E27FC236}">
                    <a16:creationId xmlns:a16="http://schemas.microsoft.com/office/drawing/2014/main" id="{1E925D91-579B-87FB-0C29-4E42EA72245C}"/>
                  </a:ext>
                </a:extLst>
              </p:cNvPr>
              <p:cNvSpPr/>
              <p:nvPr/>
            </p:nvSpPr>
            <p:spPr>
              <a:xfrm>
                <a:off x="7422832" y="260318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 name="Freeform: Shape 36">
                <a:extLst>
                  <a:ext uri="{FF2B5EF4-FFF2-40B4-BE49-F238E27FC236}">
                    <a16:creationId xmlns:a16="http://schemas.microsoft.com/office/drawing/2014/main" id="{403AACB4-5BF1-D5C1-CD35-61F4BE36B85D}"/>
                  </a:ext>
                </a:extLst>
              </p:cNvPr>
              <p:cNvSpPr/>
              <p:nvPr/>
            </p:nvSpPr>
            <p:spPr>
              <a:xfrm>
                <a:off x="7856029" y="169421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 name="Freeform: Shape 37">
                <a:extLst>
                  <a:ext uri="{FF2B5EF4-FFF2-40B4-BE49-F238E27FC236}">
                    <a16:creationId xmlns:a16="http://schemas.microsoft.com/office/drawing/2014/main" id="{51A038CD-1C37-1761-851A-46B9898DCA80}"/>
                  </a:ext>
                </a:extLst>
              </p:cNvPr>
              <p:cNvSpPr/>
              <p:nvPr/>
            </p:nvSpPr>
            <p:spPr>
              <a:xfrm>
                <a:off x="7856029" y="442369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 name="Freeform: Shape 38">
                <a:extLst>
                  <a:ext uri="{FF2B5EF4-FFF2-40B4-BE49-F238E27FC236}">
                    <a16:creationId xmlns:a16="http://schemas.microsoft.com/office/drawing/2014/main" id="{1B0CF634-D8CB-DBC3-F25B-73D82F5F04EE}"/>
                  </a:ext>
                </a:extLst>
              </p:cNvPr>
              <p:cNvSpPr/>
              <p:nvPr/>
            </p:nvSpPr>
            <p:spPr>
              <a:xfrm>
                <a:off x="7856029" y="214912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 name="Freeform: Shape 39">
                <a:extLst>
                  <a:ext uri="{FF2B5EF4-FFF2-40B4-BE49-F238E27FC236}">
                    <a16:creationId xmlns:a16="http://schemas.microsoft.com/office/drawing/2014/main" id="{CE20C10B-7A5C-FCD5-A56A-3E8D6CFD8375}"/>
                  </a:ext>
                </a:extLst>
              </p:cNvPr>
              <p:cNvSpPr/>
              <p:nvPr/>
            </p:nvSpPr>
            <p:spPr>
              <a:xfrm>
                <a:off x="7856029" y="123929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 name="Freeform: Shape 40">
                <a:extLst>
                  <a:ext uri="{FF2B5EF4-FFF2-40B4-BE49-F238E27FC236}">
                    <a16:creationId xmlns:a16="http://schemas.microsoft.com/office/drawing/2014/main" id="{F8AF00F5-EED0-21A7-8B98-BDEF00AE0DBD}"/>
                  </a:ext>
                </a:extLst>
              </p:cNvPr>
              <p:cNvSpPr/>
              <p:nvPr/>
            </p:nvSpPr>
            <p:spPr>
              <a:xfrm>
                <a:off x="7856029" y="78438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 name="Freeform: Shape 41">
                <a:extLst>
                  <a:ext uri="{FF2B5EF4-FFF2-40B4-BE49-F238E27FC236}">
                    <a16:creationId xmlns:a16="http://schemas.microsoft.com/office/drawing/2014/main" id="{711BB942-BB01-1CE5-40DF-EF55E64B03D5}"/>
                  </a:ext>
                </a:extLst>
              </p:cNvPr>
              <p:cNvSpPr/>
              <p:nvPr/>
            </p:nvSpPr>
            <p:spPr>
              <a:xfrm>
                <a:off x="7856029" y="351386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 name="Freeform: Shape 42">
                <a:extLst>
                  <a:ext uri="{FF2B5EF4-FFF2-40B4-BE49-F238E27FC236}">
                    <a16:creationId xmlns:a16="http://schemas.microsoft.com/office/drawing/2014/main" id="{3403EF90-12E1-29AF-EC45-BFAA60986920}"/>
                  </a:ext>
                </a:extLst>
              </p:cNvPr>
              <p:cNvSpPr/>
              <p:nvPr/>
            </p:nvSpPr>
            <p:spPr>
              <a:xfrm>
                <a:off x="7856029" y="3968781"/>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 name="Freeform: Shape 43">
                <a:extLst>
                  <a:ext uri="{FF2B5EF4-FFF2-40B4-BE49-F238E27FC236}">
                    <a16:creationId xmlns:a16="http://schemas.microsoft.com/office/drawing/2014/main" id="{61F99D1C-57D6-63A7-D311-0C6F43446138}"/>
                  </a:ext>
                </a:extLst>
              </p:cNvPr>
              <p:cNvSpPr/>
              <p:nvPr/>
            </p:nvSpPr>
            <p:spPr>
              <a:xfrm>
                <a:off x="7856029" y="329469"/>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 name="Freeform: Shape 44">
                <a:extLst>
                  <a:ext uri="{FF2B5EF4-FFF2-40B4-BE49-F238E27FC236}">
                    <a16:creationId xmlns:a16="http://schemas.microsoft.com/office/drawing/2014/main" id="{CD6AE700-3F2E-5704-CBD3-CBF98B9F0947}"/>
                  </a:ext>
                </a:extLst>
              </p:cNvPr>
              <p:cNvSpPr/>
              <p:nvPr/>
            </p:nvSpPr>
            <p:spPr>
              <a:xfrm>
                <a:off x="7856029" y="305895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 name="Freeform: Shape 45">
                <a:extLst>
                  <a:ext uri="{FF2B5EF4-FFF2-40B4-BE49-F238E27FC236}">
                    <a16:creationId xmlns:a16="http://schemas.microsoft.com/office/drawing/2014/main" id="{4AB3E22B-7746-04DD-6C98-F11B74BCC2CE}"/>
                  </a:ext>
                </a:extLst>
              </p:cNvPr>
              <p:cNvSpPr/>
              <p:nvPr/>
            </p:nvSpPr>
            <p:spPr>
              <a:xfrm>
                <a:off x="7856029" y="260403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 name="Freeform: Shape 46">
                <a:extLst>
                  <a:ext uri="{FF2B5EF4-FFF2-40B4-BE49-F238E27FC236}">
                    <a16:creationId xmlns:a16="http://schemas.microsoft.com/office/drawing/2014/main" id="{11DB8886-046C-1257-5A9F-D30726490745}"/>
                  </a:ext>
                </a:extLst>
              </p:cNvPr>
              <p:cNvSpPr/>
              <p:nvPr/>
            </p:nvSpPr>
            <p:spPr>
              <a:xfrm>
                <a:off x="7856029" y="487860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60"/>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 name="Freeform: Shape 47">
                <a:extLst>
                  <a:ext uri="{FF2B5EF4-FFF2-40B4-BE49-F238E27FC236}">
                    <a16:creationId xmlns:a16="http://schemas.microsoft.com/office/drawing/2014/main" id="{2DE0278E-E0AF-364F-2BF5-013C22A301C7}"/>
                  </a:ext>
                </a:extLst>
              </p:cNvPr>
              <p:cNvSpPr/>
              <p:nvPr/>
            </p:nvSpPr>
            <p:spPr>
              <a:xfrm>
                <a:off x="7856029" y="5333523"/>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 name="Freeform: Shape 48">
                <a:extLst>
                  <a:ext uri="{FF2B5EF4-FFF2-40B4-BE49-F238E27FC236}">
                    <a16:creationId xmlns:a16="http://schemas.microsoft.com/office/drawing/2014/main" id="{B3D35989-3F44-13F4-4326-B5C5CBBC3E75}"/>
                  </a:ext>
                </a:extLst>
              </p:cNvPr>
              <p:cNvSpPr/>
              <p:nvPr/>
            </p:nvSpPr>
            <p:spPr>
              <a:xfrm>
                <a:off x="7856029" y="624335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 name="Freeform: Shape 49">
                <a:extLst>
                  <a:ext uri="{FF2B5EF4-FFF2-40B4-BE49-F238E27FC236}">
                    <a16:creationId xmlns:a16="http://schemas.microsoft.com/office/drawing/2014/main" id="{1DEC1855-DDA4-39A4-B549-6D33371875D2}"/>
                  </a:ext>
                </a:extLst>
              </p:cNvPr>
              <p:cNvSpPr/>
              <p:nvPr/>
            </p:nvSpPr>
            <p:spPr>
              <a:xfrm>
                <a:off x="7856029" y="5788437"/>
                <a:ext cx="76009" cy="76009"/>
              </a:xfrm>
              <a:custGeom>
                <a:avLst/>
                <a:gdLst>
                  <a:gd name="connsiteX0" fmla="*/ 38005 w 76009"/>
                  <a:gd name="connsiteY0" fmla="*/ 0 h 76009"/>
                  <a:gd name="connsiteX1" fmla="*/ 0 w 76009"/>
                  <a:gd name="connsiteY1" fmla="*/ 38004 h 76009"/>
                  <a:gd name="connsiteX2" fmla="*/ 38005 w 76009"/>
                  <a:gd name="connsiteY2" fmla="*/ 76009 h 76009"/>
                  <a:gd name="connsiteX3" fmla="*/ 76009 w 76009"/>
                  <a:gd name="connsiteY3" fmla="*/ 38004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4"/>
                    </a:cubicBezTo>
                    <a:cubicBezTo>
                      <a:pt x="0" y="59150"/>
                      <a:pt x="17145" y="76009"/>
                      <a:pt x="38005" y="76009"/>
                    </a:cubicBezTo>
                    <a:cubicBezTo>
                      <a:pt x="58864" y="76009"/>
                      <a:pt x="76009" y="59150"/>
                      <a:pt x="76009" y="38004"/>
                    </a:cubicBezTo>
                    <a:cubicBezTo>
                      <a:pt x="76009" y="16859"/>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 name="Freeform: Shape 50">
                <a:extLst>
                  <a:ext uri="{FF2B5EF4-FFF2-40B4-BE49-F238E27FC236}">
                    <a16:creationId xmlns:a16="http://schemas.microsoft.com/office/drawing/2014/main" id="{48A18DFB-8936-E344-9AD5-249FDF31F1C1}"/>
                  </a:ext>
                </a:extLst>
              </p:cNvPr>
              <p:cNvSpPr/>
              <p:nvPr/>
            </p:nvSpPr>
            <p:spPr>
              <a:xfrm>
                <a:off x="7856029" y="669826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 name="Freeform: Shape 51">
                <a:extLst>
                  <a:ext uri="{FF2B5EF4-FFF2-40B4-BE49-F238E27FC236}">
                    <a16:creationId xmlns:a16="http://schemas.microsoft.com/office/drawing/2014/main" id="{A321C4A4-38CD-57A9-264E-300A972058D3}"/>
                  </a:ext>
                </a:extLst>
              </p:cNvPr>
              <p:cNvSpPr/>
              <p:nvPr/>
            </p:nvSpPr>
            <p:spPr>
              <a:xfrm>
                <a:off x="8268081" y="5637847"/>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 name="Freeform: Shape 52">
                <a:extLst>
                  <a:ext uri="{FF2B5EF4-FFF2-40B4-BE49-F238E27FC236}">
                    <a16:creationId xmlns:a16="http://schemas.microsoft.com/office/drawing/2014/main" id="{A290BD66-BEE1-EF93-2E48-1D4A40C36486}"/>
                  </a:ext>
                </a:extLst>
              </p:cNvPr>
              <p:cNvSpPr/>
              <p:nvPr/>
            </p:nvSpPr>
            <p:spPr>
              <a:xfrm>
                <a:off x="8268081" y="347157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 name="Freeform: Shape 53">
                <a:extLst>
                  <a:ext uri="{FF2B5EF4-FFF2-40B4-BE49-F238E27FC236}">
                    <a16:creationId xmlns:a16="http://schemas.microsoft.com/office/drawing/2014/main" id="{8D4E7B2E-393C-4E5E-2573-AB5FB8577110}"/>
                  </a:ext>
                </a:extLst>
              </p:cNvPr>
              <p:cNvSpPr/>
              <p:nvPr/>
            </p:nvSpPr>
            <p:spPr>
              <a:xfrm>
                <a:off x="8268081" y="390477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 name="Freeform: Shape 54">
                <a:extLst>
                  <a:ext uri="{FF2B5EF4-FFF2-40B4-BE49-F238E27FC236}">
                    <a16:creationId xmlns:a16="http://schemas.microsoft.com/office/drawing/2014/main" id="{6D8E99E5-ED7D-200B-3116-468D2F61EA52}"/>
                  </a:ext>
                </a:extLst>
              </p:cNvPr>
              <p:cNvSpPr/>
              <p:nvPr/>
            </p:nvSpPr>
            <p:spPr>
              <a:xfrm>
                <a:off x="8268081" y="303837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 name="Freeform: Shape 55">
                <a:extLst>
                  <a:ext uri="{FF2B5EF4-FFF2-40B4-BE49-F238E27FC236}">
                    <a16:creationId xmlns:a16="http://schemas.microsoft.com/office/drawing/2014/main" id="{D6B64D30-2193-8901-32CA-AFC56A22FF7C}"/>
                  </a:ext>
                </a:extLst>
              </p:cNvPr>
              <p:cNvSpPr/>
              <p:nvPr/>
            </p:nvSpPr>
            <p:spPr>
              <a:xfrm>
                <a:off x="8268081" y="4338256"/>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 name="Freeform: Shape 56">
                <a:extLst>
                  <a:ext uri="{FF2B5EF4-FFF2-40B4-BE49-F238E27FC236}">
                    <a16:creationId xmlns:a16="http://schemas.microsoft.com/office/drawing/2014/main" id="{4B368972-EA04-0092-900E-5A8EA578ECCE}"/>
                  </a:ext>
                </a:extLst>
              </p:cNvPr>
              <p:cNvSpPr/>
              <p:nvPr/>
            </p:nvSpPr>
            <p:spPr>
              <a:xfrm>
                <a:off x="8268081" y="5204650"/>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 name="Freeform: Shape 57">
                <a:extLst>
                  <a:ext uri="{FF2B5EF4-FFF2-40B4-BE49-F238E27FC236}">
                    <a16:creationId xmlns:a16="http://schemas.microsoft.com/office/drawing/2014/main" id="{58230265-F8B0-6257-FF62-0CA5D29D65C7}"/>
                  </a:ext>
                </a:extLst>
              </p:cNvPr>
              <p:cNvSpPr/>
              <p:nvPr/>
            </p:nvSpPr>
            <p:spPr>
              <a:xfrm>
                <a:off x="8268081" y="477145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 name="Freeform: Shape 58">
                <a:extLst>
                  <a:ext uri="{FF2B5EF4-FFF2-40B4-BE49-F238E27FC236}">
                    <a16:creationId xmlns:a16="http://schemas.microsoft.com/office/drawing/2014/main" id="{DFFC2A62-0BF4-1134-43FF-F7D411381C07}"/>
                  </a:ext>
                </a:extLst>
              </p:cNvPr>
              <p:cNvSpPr/>
              <p:nvPr/>
            </p:nvSpPr>
            <p:spPr>
              <a:xfrm>
                <a:off x="8268081" y="2605182"/>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 name="Freeform: Shape 59">
                <a:extLst>
                  <a:ext uri="{FF2B5EF4-FFF2-40B4-BE49-F238E27FC236}">
                    <a16:creationId xmlns:a16="http://schemas.microsoft.com/office/drawing/2014/main" id="{2D4B6448-0AC6-B567-4577-6EE7DD4DF0EF}"/>
                  </a:ext>
                </a:extLst>
              </p:cNvPr>
              <p:cNvSpPr/>
              <p:nvPr/>
            </p:nvSpPr>
            <p:spPr>
              <a:xfrm>
                <a:off x="8268081" y="2171985"/>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 name="Freeform: Shape 60">
                <a:extLst>
                  <a:ext uri="{FF2B5EF4-FFF2-40B4-BE49-F238E27FC236}">
                    <a16:creationId xmlns:a16="http://schemas.microsoft.com/office/drawing/2014/main" id="{7528D004-857B-8CCF-2466-D412A8A69A71}"/>
                  </a:ext>
                </a:extLst>
              </p:cNvPr>
              <p:cNvSpPr/>
              <p:nvPr/>
            </p:nvSpPr>
            <p:spPr>
              <a:xfrm>
                <a:off x="8268081" y="43891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 name="Freeform: Shape 61">
                <a:extLst>
                  <a:ext uri="{FF2B5EF4-FFF2-40B4-BE49-F238E27FC236}">
                    <a16:creationId xmlns:a16="http://schemas.microsoft.com/office/drawing/2014/main" id="{71EFDEDA-F570-D20F-3F97-CD5C138C5B2F}"/>
                  </a:ext>
                </a:extLst>
              </p:cNvPr>
              <p:cNvSpPr/>
              <p:nvPr/>
            </p:nvSpPr>
            <p:spPr>
              <a:xfrm>
                <a:off x="8302942" y="5715"/>
                <a:ext cx="3143" cy="28575"/>
              </a:xfrm>
              <a:custGeom>
                <a:avLst/>
                <a:gdLst>
                  <a:gd name="connsiteX0" fmla="*/ 1429 w 3143"/>
                  <a:gd name="connsiteY0" fmla="*/ 0 h 28575"/>
                  <a:gd name="connsiteX1" fmla="*/ 0 w 3143"/>
                  <a:gd name="connsiteY1" fmla="*/ 0 h 28575"/>
                  <a:gd name="connsiteX2" fmla="*/ 3143 w 3143"/>
                  <a:gd name="connsiteY2" fmla="*/ 0 h 28575"/>
                  <a:gd name="connsiteX3" fmla="*/ 1714 w 3143"/>
                  <a:gd name="connsiteY3" fmla="*/ 0 h 28575"/>
                </a:gdLst>
                <a:ahLst/>
                <a:cxnLst>
                  <a:cxn ang="0">
                    <a:pos x="connsiteX0" y="connsiteY0"/>
                  </a:cxn>
                  <a:cxn ang="0">
                    <a:pos x="connsiteX1" y="connsiteY1"/>
                  </a:cxn>
                  <a:cxn ang="0">
                    <a:pos x="connsiteX2" y="connsiteY2"/>
                  </a:cxn>
                  <a:cxn ang="0">
                    <a:pos x="connsiteX3" y="connsiteY3"/>
                  </a:cxn>
                </a:cxnLst>
                <a:rect l="l" t="t" r="r" b="b"/>
                <a:pathLst>
                  <a:path w="3143" h="28575">
                    <a:moveTo>
                      <a:pt x="1429" y="0"/>
                    </a:moveTo>
                    <a:cubicBezTo>
                      <a:pt x="1429" y="0"/>
                      <a:pt x="286" y="0"/>
                      <a:pt x="0" y="0"/>
                    </a:cubicBezTo>
                    <a:lnTo>
                      <a:pt x="3143" y="0"/>
                    </a:lnTo>
                    <a:cubicBezTo>
                      <a:pt x="3143" y="0"/>
                      <a:pt x="2000" y="0"/>
                      <a:pt x="1714"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 name="Freeform: Shape 63">
                <a:extLst>
                  <a:ext uri="{FF2B5EF4-FFF2-40B4-BE49-F238E27FC236}">
                    <a16:creationId xmlns:a16="http://schemas.microsoft.com/office/drawing/2014/main" id="{9FD814F8-12E1-C185-F666-71F660CF4827}"/>
                  </a:ext>
                </a:extLst>
              </p:cNvPr>
              <p:cNvSpPr/>
              <p:nvPr/>
            </p:nvSpPr>
            <p:spPr>
              <a:xfrm>
                <a:off x="8268081" y="6071044"/>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 name="Freeform: Shape 64">
                <a:extLst>
                  <a:ext uri="{FF2B5EF4-FFF2-40B4-BE49-F238E27FC236}">
                    <a16:creationId xmlns:a16="http://schemas.microsoft.com/office/drawing/2014/main" id="{3E8FFDAE-5C27-6ABA-3A06-F10506B4F273}"/>
                  </a:ext>
                </a:extLst>
              </p:cNvPr>
              <p:cNvSpPr/>
              <p:nvPr/>
            </p:nvSpPr>
            <p:spPr>
              <a:xfrm>
                <a:off x="8268081" y="1738788"/>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6" name="Freeform: Shape 65">
                <a:extLst>
                  <a:ext uri="{FF2B5EF4-FFF2-40B4-BE49-F238E27FC236}">
                    <a16:creationId xmlns:a16="http://schemas.microsoft.com/office/drawing/2014/main" id="{E3ADCA98-5839-C854-79D2-A55E5E1EE1D2}"/>
                  </a:ext>
                </a:extLst>
              </p:cNvPr>
              <p:cNvSpPr/>
              <p:nvPr/>
            </p:nvSpPr>
            <p:spPr>
              <a:xfrm>
                <a:off x="8268081" y="87210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7" name="Freeform: Shape 66">
                <a:extLst>
                  <a:ext uri="{FF2B5EF4-FFF2-40B4-BE49-F238E27FC236}">
                    <a16:creationId xmlns:a16="http://schemas.microsoft.com/office/drawing/2014/main" id="{D97363B7-ECB9-5D0B-1381-C6A3C6883ED3}"/>
                  </a:ext>
                </a:extLst>
              </p:cNvPr>
              <p:cNvSpPr/>
              <p:nvPr/>
            </p:nvSpPr>
            <p:spPr>
              <a:xfrm>
                <a:off x="8268081" y="130530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8" name="Freeform: Shape 67">
                <a:extLst>
                  <a:ext uri="{FF2B5EF4-FFF2-40B4-BE49-F238E27FC236}">
                    <a16:creationId xmlns:a16="http://schemas.microsoft.com/office/drawing/2014/main" id="{DBFCBDE0-CBE2-84F4-97A0-FA94524D00C4}"/>
                  </a:ext>
                </a:extLst>
              </p:cNvPr>
              <p:cNvSpPr/>
              <p:nvPr/>
            </p:nvSpPr>
            <p:spPr>
              <a:xfrm>
                <a:off x="8268081" y="650424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9" name="Freeform: Shape 68">
                <a:extLst>
                  <a:ext uri="{FF2B5EF4-FFF2-40B4-BE49-F238E27FC236}">
                    <a16:creationId xmlns:a16="http://schemas.microsoft.com/office/drawing/2014/main" id="{7A606282-E47D-6740-1C07-F247B7692EDB}"/>
                  </a:ext>
                </a:extLst>
              </p:cNvPr>
              <p:cNvSpPr/>
              <p:nvPr/>
            </p:nvSpPr>
            <p:spPr>
              <a:xfrm>
                <a:off x="8660701" y="5907024"/>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0" name="Freeform: Shape 69">
                <a:extLst>
                  <a:ext uri="{FF2B5EF4-FFF2-40B4-BE49-F238E27FC236}">
                    <a16:creationId xmlns:a16="http://schemas.microsoft.com/office/drawing/2014/main" id="{6A436CEC-A0A7-2CB9-30A1-85AFF9BFA056}"/>
                  </a:ext>
                </a:extLst>
              </p:cNvPr>
              <p:cNvSpPr/>
              <p:nvPr/>
            </p:nvSpPr>
            <p:spPr>
              <a:xfrm>
                <a:off x="8660701" y="1368171"/>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1" name="Freeform: Shape 70">
                <a:extLst>
                  <a:ext uri="{FF2B5EF4-FFF2-40B4-BE49-F238E27FC236}">
                    <a16:creationId xmlns:a16="http://schemas.microsoft.com/office/drawing/2014/main" id="{54D5057C-89B3-4E57-2FDC-4BEE70F84938}"/>
                  </a:ext>
                </a:extLst>
              </p:cNvPr>
              <p:cNvSpPr/>
              <p:nvPr/>
            </p:nvSpPr>
            <p:spPr>
              <a:xfrm>
                <a:off x="8660701" y="543210"/>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2" name="Freeform: Shape 71">
                <a:extLst>
                  <a:ext uri="{FF2B5EF4-FFF2-40B4-BE49-F238E27FC236}">
                    <a16:creationId xmlns:a16="http://schemas.microsoft.com/office/drawing/2014/main" id="{4EC13A31-78AF-63E4-17A4-531E56D3B7D9}"/>
                  </a:ext>
                </a:extLst>
              </p:cNvPr>
              <p:cNvSpPr/>
              <p:nvPr/>
            </p:nvSpPr>
            <p:spPr>
              <a:xfrm>
                <a:off x="8660701" y="955547"/>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3" name="Freeform: Shape 72">
                <a:extLst>
                  <a:ext uri="{FF2B5EF4-FFF2-40B4-BE49-F238E27FC236}">
                    <a16:creationId xmlns:a16="http://schemas.microsoft.com/office/drawing/2014/main" id="{0CD57907-69E0-C060-20F9-B5EC8BF7B868}"/>
                  </a:ext>
                </a:extLst>
              </p:cNvPr>
              <p:cNvSpPr/>
              <p:nvPr/>
            </p:nvSpPr>
            <p:spPr>
              <a:xfrm>
                <a:off x="8660701" y="130301"/>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4" name="Freeform: Shape 73">
                <a:extLst>
                  <a:ext uri="{FF2B5EF4-FFF2-40B4-BE49-F238E27FC236}">
                    <a16:creationId xmlns:a16="http://schemas.microsoft.com/office/drawing/2014/main" id="{ED289060-3C5F-FB08-8C41-9A1E7ABAF212}"/>
                  </a:ext>
                </a:extLst>
              </p:cNvPr>
              <p:cNvSpPr/>
              <p:nvPr/>
            </p:nvSpPr>
            <p:spPr>
              <a:xfrm>
                <a:off x="8660701" y="1780793"/>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5" name="Freeform: Shape 74">
                <a:extLst>
                  <a:ext uri="{FF2B5EF4-FFF2-40B4-BE49-F238E27FC236}">
                    <a16:creationId xmlns:a16="http://schemas.microsoft.com/office/drawing/2014/main" id="{4C9F422C-8E30-D83C-723C-81B940BA66C2}"/>
                  </a:ext>
                </a:extLst>
              </p:cNvPr>
              <p:cNvSpPr/>
              <p:nvPr/>
            </p:nvSpPr>
            <p:spPr>
              <a:xfrm>
                <a:off x="8660701" y="2606039"/>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6" name="Freeform: Shape 75">
                <a:extLst>
                  <a:ext uri="{FF2B5EF4-FFF2-40B4-BE49-F238E27FC236}">
                    <a16:creationId xmlns:a16="http://schemas.microsoft.com/office/drawing/2014/main" id="{44A1CCA3-D931-F7D0-65E6-A4E98E63FAB6}"/>
                  </a:ext>
                </a:extLst>
              </p:cNvPr>
              <p:cNvSpPr/>
              <p:nvPr/>
            </p:nvSpPr>
            <p:spPr>
              <a:xfrm>
                <a:off x="8660701" y="301866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7" name="Freeform: Shape 76">
                <a:extLst>
                  <a:ext uri="{FF2B5EF4-FFF2-40B4-BE49-F238E27FC236}">
                    <a16:creationId xmlns:a16="http://schemas.microsoft.com/office/drawing/2014/main" id="{9141DF62-17DE-8D5D-F8D9-AAB23EDD19A6}"/>
                  </a:ext>
                </a:extLst>
              </p:cNvPr>
              <p:cNvSpPr/>
              <p:nvPr/>
            </p:nvSpPr>
            <p:spPr>
              <a:xfrm>
                <a:off x="8660701" y="219341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8" name="Freeform: Shape 77">
                <a:extLst>
                  <a:ext uri="{FF2B5EF4-FFF2-40B4-BE49-F238E27FC236}">
                    <a16:creationId xmlns:a16="http://schemas.microsoft.com/office/drawing/2014/main" id="{6254EE29-DBDE-DEE8-5044-4E87686DD424}"/>
                  </a:ext>
                </a:extLst>
              </p:cNvPr>
              <p:cNvSpPr/>
              <p:nvPr/>
            </p:nvSpPr>
            <p:spPr>
              <a:xfrm>
                <a:off x="8660701" y="3431286"/>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9" name="Freeform: Shape 78">
                <a:extLst>
                  <a:ext uri="{FF2B5EF4-FFF2-40B4-BE49-F238E27FC236}">
                    <a16:creationId xmlns:a16="http://schemas.microsoft.com/office/drawing/2014/main" id="{280C8F31-C10C-7883-070B-49D7F83CC43B}"/>
                  </a:ext>
                </a:extLst>
              </p:cNvPr>
              <p:cNvSpPr/>
              <p:nvPr/>
            </p:nvSpPr>
            <p:spPr>
              <a:xfrm>
                <a:off x="8660701" y="425653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0" name="Freeform: Shape 79">
                <a:extLst>
                  <a:ext uri="{FF2B5EF4-FFF2-40B4-BE49-F238E27FC236}">
                    <a16:creationId xmlns:a16="http://schemas.microsoft.com/office/drawing/2014/main" id="{DA44952E-41BB-CE2E-8C37-468B88931857}"/>
                  </a:ext>
                </a:extLst>
              </p:cNvPr>
              <p:cNvSpPr/>
              <p:nvPr/>
            </p:nvSpPr>
            <p:spPr>
              <a:xfrm>
                <a:off x="8660701" y="4669154"/>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1" name="Freeform: Shape 80">
                <a:extLst>
                  <a:ext uri="{FF2B5EF4-FFF2-40B4-BE49-F238E27FC236}">
                    <a16:creationId xmlns:a16="http://schemas.microsoft.com/office/drawing/2014/main" id="{153F64CE-3E23-1A18-3C78-C7809F74BAC4}"/>
                  </a:ext>
                </a:extLst>
              </p:cNvPr>
              <p:cNvSpPr/>
              <p:nvPr/>
            </p:nvSpPr>
            <p:spPr>
              <a:xfrm>
                <a:off x="8660701" y="3843909"/>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2" name="Freeform: Shape 81">
                <a:extLst>
                  <a:ext uri="{FF2B5EF4-FFF2-40B4-BE49-F238E27FC236}">
                    <a16:creationId xmlns:a16="http://schemas.microsoft.com/office/drawing/2014/main" id="{1C674191-1654-5303-46C7-23BAA5FD155E}"/>
                  </a:ext>
                </a:extLst>
              </p:cNvPr>
              <p:cNvSpPr/>
              <p:nvPr/>
            </p:nvSpPr>
            <p:spPr>
              <a:xfrm>
                <a:off x="8660701" y="508177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3" name="Freeform: Shape 82">
                <a:extLst>
                  <a:ext uri="{FF2B5EF4-FFF2-40B4-BE49-F238E27FC236}">
                    <a16:creationId xmlns:a16="http://schemas.microsoft.com/office/drawing/2014/main" id="{A76C35FB-3D47-E92E-412C-B4A74BB6064C}"/>
                  </a:ext>
                </a:extLst>
              </p:cNvPr>
              <p:cNvSpPr/>
              <p:nvPr/>
            </p:nvSpPr>
            <p:spPr>
              <a:xfrm>
                <a:off x="8660701" y="673227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4" name="Freeform: Shape 83">
                <a:extLst>
                  <a:ext uri="{FF2B5EF4-FFF2-40B4-BE49-F238E27FC236}">
                    <a16:creationId xmlns:a16="http://schemas.microsoft.com/office/drawing/2014/main" id="{6A702494-8531-3CDC-B5C7-DE1323486823}"/>
                  </a:ext>
                </a:extLst>
              </p:cNvPr>
              <p:cNvSpPr/>
              <p:nvPr/>
            </p:nvSpPr>
            <p:spPr>
              <a:xfrm>
                <a:off x="8660701" y="549440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5" name="Freeform: Shape 84">
                <a:extLst>
                  <a:ext uri="{FF2B5EF4-FFF2-40B4-BE49-F238E27FC236}">
                    <a16:creationId xmlns:a16="http://schemas.microsoft.com/office/drawing/2014/main" id="{C8B5C6DA-7E1E-983B-5626-93FB45CC2AB2}"/>
                  </a:ext>
                </a:extLst>
              </p:cNvPr>
              <p:cNvSpPr/>
              <p:nvPr/>
            </p:nvSpPr>
            <p:spPr>
              <a:xfrm>
                <a:off x="8660701" y="631964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6" name="Freeform: Shape 85">
                <a:extLst>
                  <a:ext uri="{FF2B5EF4-FFF2-40B4-BE49-F238E27FC236}">
                    <a16:creationId xmlns:a16="http://schemas.microsoft.com/office/drawing/2014/main" id="{19541364-C6BD-BA25-4765-84F000702A53}"/>
                  </a:ext>
                </a:extLst>
              </p:cNvPr>
              <p:cNvSpPr/>
              <p:nvPr/>
            </p:nvSpPr>
            <p:spPr>
              <a:xfrm>
                <a:off x="9034748" y="4572000"/>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7" name="Freeform: Shape 86">
                <a:extLst>
                  <a:ext uri="{FF2B5EF4-FFF2-40B4-BE49-F238E27FC236}">
                    <a16:creationId xmlns:a16="http://schemas.microsoft.com/office/drawing/2014/main" id="{B247F602-B6D5-5729-AA20-14D643A25222}"/>
                  </a:ext>
                </a:extLst>
              </p:cNvPr>
              <p:cNvSpPr/>
              <p:nvPr/>
            </p:nvSpPr>
            <p:spPr>
              <a:xfrm>
                <a:off x="9034748" y="1035272"/>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8" name="Freeform: Shape 87">
                <a:extLst>
                  <a:ext uri="{FF2B5EF4-FFF2-40B4-BE49-F238E27FC236}">
                    <a16:creationId xmlns:a16="http://schemas.microsoft.com/office/drawing/2014/main" id="{AEBDBF86-BBCD-9749-DA6E-D821638D8F5E}"/>
                  </a:ext>
                </a:extLst>
              </p:cNvPr>
              <p:cNvSpPr/>
              <p:nvPr/>
            </p:nvSpPr>
            <p:spPr>
              <a:xfrm>
                <a:off x="9034748" y="142817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9" name="Freeform: Shape 88">
                <a:extLst>
                  <a:ext uri="{FF2B5EF4-FFF2-40B4-BE49-F238E27FC236}">
                    <a16:creationId xmlns:a16="http://schemas.microsoft.com/office/drawing/2014/main" id="{7BCC48D2-5C16-D1D3-1618-73CB66D2894A}"/>
                  </a:ext>
                </a:extLst>
              </p:cNvPr>
              <p:cNvSpPr/>
              <p:nvPr/>
            </p:nvSpPr>
            <p:spPr>
              <a:xfrm>
                <a:off x="9034748" y="64236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0" name="Freeform: Shape 89">
                <a:extLst>
                  <a:ext uri="{FF2B5EF4-FFF2-40B4-BE49-F238E27FC236}">
                    <a16:creationId xmlns:a16="http://schemas.microsoft.com/office/drawing/2014/main" id="{EE80E0B3-9E99-3B85-A0C8-669629ED2CF6}"/>
                  </a:ext>
                </a:extLst>
              </p:cNvPr>
              <p:cNvSpPr/>
              <p:nvPr/>
            </p:nvSpPr>
            <p:spPr>
              <a:xfrm>
                <a:off x="9034748" y="249174"/>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1" name="Freeform: Shape 90">
                <a:extLst>
                  <a:ext uri="{FF2B5EF4-FFF2-40B4-BE49-F238E27FC236}">
                    <a16:creationId xmlns:a16="http://schemas.microsoft.com/office/drawing/2014/main" id="{95414477-5CD5-F423-59D5-9A562E7B214E}"/>
                  </a:ext>
                </a:extLst>
              </p:cNvPr>
              <p:cNvSpPr/>
              <p:nvPr/>
            </p:nvSpPr>
            <p:spPr>
              <a:xfrm>
                <a:off x="9034748" y="3000089"/>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2" name="Freeform: Shape 91">
                <a:extLst>
                  <a:ext uri="{FF2B5EF4-FFF2-40B4-BE49-F238E27FC236}">
                    <a16:creationId xmlns:a16="http://schemas.microsoft.com/office/drawing/2014/main" id="{5AF3CB00-576F-69C4-C4C8-EA1F8BD152C2}"/>
                  </a:ext>
                </a:extLst>
              </p:cNvPr>
              <p:cNvSpPr/>
              <p:nvPr/>
            </p:nvSpPr>
            <p:spPr>
              <a:xfrm>
                <a:off x="9034748" y="260718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3" name="Freeform: Shape 92">
                <a:extLst>
                  <a:ext uri="{FF2B5EF4-FFF2-40B4-BE49-F238E27FC236}">
                    <a16:creationId xmlns:a16="http://schemas.microsoft.com/office/drawing/2014/main" id="{B50D01B5-1301-95A8-F2A3-F72BC93E6733}"/>
                  </a:ext>
                </a:extLst>
              </p:cNvPr>
              <p:cNvSpPr/>
              <p:nvPr/>
            </p:nvSpPr>
            <p:spPr>
              <a:xfrm>
                <a:off x="9034748" y="221399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4" name="Freeform: Shape 93">
                <a:extLst>
                  <a:ext uri="{FF2B5EF4-FFF2-40B4-BE49-F238E27FC236}">
                    <a16:creationId xmlns:a16="http://schemas.microsoft.com/office/drawing/2014/main" id="{ECEE6DED-99B5-8555-6A17-195F3E6CF3F9}"/>
                  </a:ext>
                </a:extLst>
              </p:cNvPr>
              <p:cNvSpPr/>
              <p:nvPr/>
            </p:nvSpPr>
            <p:spPr>
              <a:xfrm>
                <a:off x="9034748" y="1821084"/>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4"/>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5" name="Freeform: Shape 94">
                <a:extLst>
                  <a:ext uri="{FF2B5EF4-FFF2-40B4-BE49-F238E27FC236}">
                    <a16:creationId xmlns:a16="http://schemas.microsoft.com/office/drawing/2014/main" id="{760C2AA9-71AB-0927-478A-3296AF279896}"/>
                  </a:ext>
                </a:extLst>
              </p:cNvPr>
              <p:cNvSpPr/>
              <p:nvPr/>
            </p:nvSpPr>
            <p:spPr>
              <a:xfrm>
                <a:off x="9034748" y="417880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6" name="Freeform: Shape 95">
                <a:extLst>
                  <a:ext uri="{FF2B5EF4-FFF2-40B4-BE49-F238E27FC236}">
                    <a16:creationId xmlns:a16="http://schemas.microsoft.com/office/drawing/2014/main" id="{17325416-1E6C-E5A9-03D3-B73471CE866C}"/>
                  </a:ext>
                </a:extLst>
              </p:cNvPr>
              <p:cNvSpPr/>
              <p:nvPr/>
            </p:nvSpPr>
            <p:spPr>
              <a:xfrm>
                <a:off x="9034748" y="339299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7" name="Freeform: Shape 96">
                <a:extLst>
                  <a:ext uri="{FF2B5EF4-FFF2-40B4-BE49-F238E27FC236}">
                    <a16:creationId xmlns:a16="http://schemas.microsoft.com/office/drawing/2014/main" id="{9A23693C-ACDC-6FE4-F89A-B9C0AA32CA95}"/>
                  </a:ext>
                </a:extLst>
              </p:cNvPr>
              <p:cNvSpPr/>
              <p:nvPr/>
            </p:nvSpPr>
            <p:spPr>
              <a:xfrm>
                <a:off x="9034748" y="4964906"/>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8" name="Freeform: Shape 97">
                <a:extLst>
                  <a:ext uri="{FF2B5EF4-FFF2-40B4-BE49-F238E27FC236}">
                    <a16:creationId xmlns:a16="http://schemas.microsoft.com/office/drawing/2014/main" id="{1FD25CA0-6A31-FBF3-90B2-5C83563D11D5}"/>
                  </a:ext>
                </a:extLst>
              </p:cNvPr>
              <p:cNvSpPr/>
              <p:nvPr/>
            </p:nvSpPr>
            <p:spPr>
              <a:xfrm>
                <a:off x="9034748" y="378590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9" name="Freeform: Shape 98">
                <a:extLst>
                  <a:ext uri="{FF2B5EF4-FFF2-40B4-BE49-F238E27FC236}">
                    <a16:creationId xmlns:a16="http://schemas.microsoft.com/office/drawing/2014/main" id="{31946070-2FCF-F43D-1826-410F355438C6}"/>
                  </a:ext>
                </a:extLst>
              </p:cNvPr>
              <p:cNvSpPr/>
              <p:nvPr/>
            </p:nvSpPr>
            <p:spPr>
              <a:xfrm>
                <a:off x="9034748" y="535781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0" name="Freeform: Shape 99">
                <a:extLst>
                  <a:ext uri="{FF2B5EF4-FFF2-40B4-BE49-F238E27FC236}">
                    <a16:creationId xmlns:a16="http://schemas.microsoft.com/office/drawing/2014/main" id="{844941D1-1306-17EE-007B-BF9D72D7ED57}"/>
                  </a:ext>
                </a:extLst>
              </p:cNvPr>
              <p:cNvSpPr/>
              <p:nvPr/>
            </p:nvSpPr>
            <p:spPr>
              <a:xfrm>
                <a:off x="9034748" y="614362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1" name="Freeform: Shape 100">
                <a:extLst>
                  <a:ext uri="{FF2B5EF4-FFF2-40B4-BE49-F238E27FC236}">
                    <a16:creationId xmlns:a16="http://schemas.microsoft.com/office/drawing/2014/main" id="{A54D7898-B05D-3ECF-B9D9-4BF858EEFE3C}"/>
                  </a:ext>
                </a:extLst>
              </p:cNvPr>
              <p:cNvSpPr/>
              <p:nvPr/>
            </p:nvSpPr>
            <p:spPr>
              <a:xfrm>
                <a:off x="9034748" y="6536816"/>
                <a:ext cx="65722" cy="65722"/>
              </a:xfrm>
              <a:custGeom>
                <a:avLst/>
                <a:gdLst>
                  <a:gd name="connsiteX0" fmla="*/ 32861 w 65722"/>
                  <a:gd name="connsiteY0" fmla="*/ 0 h 65722"/>
                  <a:gd name="connsiteX1" fmla="*/ 0 w 65722"/>
                  <a:gd name="connsiteY1" fmla="*/ 32862 h 65722"/>
                  <a:gd name="connsiteX2" fmla="*/ 32861 w 65722"/>
                  <a:gd name="connsiteY2" fmla="*/ 65723 h 65722"/>
                  <a:gd name="connsiteX3" fmla="*/ 65722 w 65722"/>
                  <a:gd name="connsiteY3" fmla="*/ 32862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2"/>
                    </a:cubicBezTo>
                    <a:cubicBezTo>
                      <a:pt x="0" y="50863"/>
                      <a:pt x="14573" y="65723"/>
                      <a:pt x="32861" y="65723"/>
                    </a:cubicBezTo>
                    <a:cubicBezTo>
                      <a:pt x="51149" y="65723"/>
                      <a:pt x="65722" y="51149"/>
                      <a:pt x="65722" y="32862"/>
                    </a:cubicBezTo>
                    <a:cubicBezTo>
                      <a:pt x="65722" y="14574"/>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2" name="Freeform: Shape 101">
                <a:extLst>
                  <a:ext uri="{FF2B5EF4-FFF2-40B4-BE49-F238E27FC236}">
                    <a16:creationId xmlns:a16="http://schemas.microsoft.com/office/drawing/2014/main" id="{E5D27AC0-C584-5F8C-90F3-6A26C41E308B}"/>
                  </a:ext>
                </a:extLst>
              </p:cNvPr>
              <p:cNvSpPr/>
              <p:nvPr/>
            </p:nvSpPr>
            <p:spPr>
              <a:xfrm>
                <a:off x="9034748" y="5750718"/>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3" name="Freeform: Shape 102">
                <a:extLst>
                  <a:ext uri="{FF2B5EF4-FFF2-40B4-BE49-F238E27FC236}">
                    <a16:creationId xmlns:a16="http://schemas.microsoft.com/office/drawing/2014/main" id="{A13521B8-9A27-9720-C9AA-97D975DCC000}"/>
                  </a:ext>
                </a:extLst>
              </p:cNvPr>
              <p:cNvSpPr/>
              <p:nvPr/>
            </p:nvSpPr>
            <p:spPr>
              <a:xfrm>
                <a:off x="9390506" y="736663"/>
                <a:ext cx="62579" cy="62293"/>
              </a:xfrm>
              <a:custGeom>
                <a:avLst/>
                <a:gdLst>
                  <a:gd name="connsiteX0" fmla="*/ 31432 w 62579"/>
                  <a:gd name="connsiteY0" fmla="*/ 0 h 62293"/>
                  <a:gd name="connsiteX1" fmla="*/ 0 w 62579"/>
                  <a:gd name="connsiteY1" fmla="*/ 31147 h 62293"/>
                  <a:gd name="connsiteX2" fmla="*/ 31432 w 62579"/>
                  <a:gd name="connsiteY2" fmla="*/ 62293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3"/>
                      <a:pt x="31432" y="62293"/>
                    </a:cubicBezTo>
                    <a:cubicBezTo>
                      <a:pt x="48863" y="62293"/>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4" name="Freeform: Shape 103">
                <a:extLst>
                  <a:ext uri="{FF2B5EF4-FFF2-40B4-BE49-F238E27FC236}">
                    <a16:creationId xmlns:a16="http://schemas.microsoft.com/office/drawing/2014/main" id="{6221D860-A297-7BF4-BAD5-D7E1E6828F26}"/>
                  </a:ext>
                </a:extLst>
              </p:cNvPr>
              <p:cNvSpPr/>
              <p:nvPr/>
            </p:nvSpPr>
            <p:spPr>
              <a:xfrm>
                <a:off x="9390506" y="6724554"/>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5" name="Freeform: Shape 104">
                <a:extLst>
                  <a:ext uri="{FF2B5EF4-FFF2-40B4-BE49-F238E27FC236}">
                    <a16:creationId xmlns:a16="http://schemas.microsoft.com/office/drawing/2014/main" id="{FD287629-1362-CF4B-0326-84A585DDF711}"/>
                  </a:ext>
                </a:extLst>
              </p:cNvPr>
              <p:cNvSpPr/>
              <p:nvPr/>
            </p:nvSpPr>
            <p:spPr>
              <a:xfrm>
                <a:off x="9390506" y="5976175"/>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6" name="Freeform: Shape 105">
                <a:extLst>
                  <a:ext uri="{FF2B5EF4-FFF2-40B4-BE49-F238E27FC236}">
                    <a16:creationId xmlns:a16="http://schemas.microsoft.com/office/drawing/2014/main" id="{3C3B0970-B8D6-C0AA-7F7F-0873DE3548E4}"/>
                  </a:ext>
                </a:extLst>
              </p:cNvPr>
              <p:cNvSpPr/>
              <p:nvPr/>
            </p:nvSpPr>
            <p:spPr>
              <a:xfrm>
                <a:off x="9390506" y="6350508"/>
                <a:ext cx="62579" cy="62578"/>
              </a:xfrm>
              <a:custGeom>
                <a:avLst/>
                <a:gdLst>
                  <a:gd name="connsiteX0" fmla="*/ 31432 w 62579"/>
                  <a:gd name="connsiteY0" fmla="*/ 0 h 62578"/>
                  <a:gd name="connsiteX1" fmla="*/ 0 w 62579"/>
                  <a:gd name="connsiteY1" fmla="*/ 31432 h 62578"/>
                  <a:gd name="connsiteX2" fmla="*/ 31432 w 62579"/>
                  <a:gd name="connsiteY2" fmla="*/ 62579 h 62578"/>
                  <a:gd name="connsiteX3" fmla="*/ 62579 w 62579"/>
                  <a:gd name="connsiteY3" fmla="*/ 31432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7" name="Freeform: Shape 106">
                <a:extLst>
                  <a:ext uri="{FF2B5EF4-FFF2-40B4-BE49-F238E27FC236}">
                    <a16:creationId xmlns:a16="http://schemas.microsoft.com/office/drawing/2014/main" id="{5C7B5FA7-62BE-0CEE-900D-3820AFB34D12}"/>
                  </a:ext>
                </a:extLst>
              </p:cNvPr>
              <p:cNvSpPr/>
              <p:nvPr/>
            </p:nvSpPr>
            <p:spPr>
              <a:xfrm>
                <a:off x="9390506" y="5227796"/>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8" name="Freeform: Shape 107">
                <a:extLst>
                  <a:ext uri="{FF2B5EF4-FFF2-40B4-BE49-F238E27FC236}">
                    <a16:creationId xmlns:a16="http://schemas.microsoft.com/office/drawing/2014/main" id="{8D78C12C-DE9E-FC36-6DC5-2EC9A942676E}"/>
                  </a:ext>
                </a:extLst>
              </p:cNvPr>
              <p:cNvSpPr/>
              <p:nvPr/>
            </p:nvSpPr>
            <p:spPr>
              <a:xfrm>
                <a:off x="9390506" y="5601842"/>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9" name="Freeform: Shape 108">
                <a:extLst>
                  <a:ext uri="{FF2B5EF4-FFF2-40B4-BE49-F238E27FC236}">
                    <a16:creationId xmlns:a16="http://schemas.microsoft.com/office/drawing/2014/main" id="{95535188-1B3F-4C67-6597-EDBC08208812}"/>
                  </a:ext>
                </a:extLst>
              </p:cNvPr>
              <p:cNvSpPr/>
              <p:nvPr/>
            </p:nvSpPr>
            <p:spPr>
              <a:xfrm>
                <a:off x="9390506" y="4479131"/>
                <a:ext cx="62579" cy="62864"/>
              </a:xfrm>
              <a:custGeom>
                <a:avLst/>
                <a:gdLst>
                  <a:gd name="connsiteX0" fmla="*/ 31432 w 62579"/>
                  <a:gd name="connsiteY0" fmla="*/ 0 h 62864"/>
                  <a:gd name="connsiteX1" fmla="*/ 0 w 62579"/>
                  <a:gd name="connsiteY1" fmla="*/ 31433 h 62864"/>
                  <a:gd name="connsiteX2" fmla="*/ 31432 w 62579"/>
                  <a:gd name="connsiteY2" fmla="*/ 62865 h 62864"/>
                  <a:gd name="connsiteX3" fmla="*/ 62579 w 62579"/>
                  <a:gd name="connsiteY3" fmla="*/ 31433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3"/>
                    </a:cubicBezTo>
                    <a:cubicBezTo>
                      <a:pt x="0" y="48863"/>
                      <a:pt x="14002" y="62865"/>
                      <a:pt x="31432" y="62865"/>
                    </a:cubicBezTo>
                    <a:cubicBezTo>
                      <a:pt x="48863" y="62865"/>
                      <a:pt x="62579" y="48863"/>
                      <a:pt x="62579" y="31433"/>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0" name="Freeform: Shape 109">
                <a:extLst>
                  <a:ext uri="{FF2B5EF4-FFF2-40B4-BE49-F238E27FC236}">
                    <a16:creationId xmlns:a16="http://schemas.microsoft.com/office/drawing/2014/main" id="{82996F76-BC16-8579-F24E-3E75A05CD248}"/>
                  </a:ext>
                </a:extLst>
              </p:cNvPr>
              <p:cNvSpPr/>
              <p:nvPr/>
            </p:nvSpPr>
            <p:spPr>
              <a:xfrm>
                <a:off x="9390506" y="3730751"/>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1" name="Freeform: Shape 110">
                <a:extLst>
                  <a:ext uri="{FF2B5EF4-FFF2-40B4-BE49-F238E27FC236}">
                    <a16:creationId xmlns:a16="http://schemas.microsoft.com/office/drawing/2014/main" id="{13FF34F2-AE65-700C-E199-714E61563C69}"/>
                  </a:ext>
                </a:extLst>
              </p:cNvPr>
              <p:cNvSpPr/>
              <p:nvPr/>
            </p:nvSpPr>
            <p:spPr>
              <a:xfrm>
                <a:off x="9390506" y="4853463"/>
                <a:ext cx="62579" cy="62578"/>
              </a:xfrm>
              <a:custGeom>
                <a:avLst/>
                <a:gdLst>
                  <a:gd name="connsiteX0" fmla="*/ 31432 w 62579"/>
                  <a:gd name="connsiteY0" fmla="*/ 0 h 62578"/>
                  <a:gd name="connsiteX1" fmla="*/ 0 w 62579"/>
                  <a:gd name="connsiteY1" fmla="*/ 31147 h 62578"/>
                  <a:gd name="connsiteX2" fmla="*/ 31432 w 62579"/>
                  <a:gd name="connsiteY2" fmla="*/ 62579 h 62578"/>
                  <a:gd name="connsiteX3" fmla="*/ 62579 w 62579"/>
                  <a:gd name="connsiteY3" fmla="*/ 31147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147"/>
                    </a:cubicBezTo>
                    <a:cubicBezTo>
                      <a:pt x="0" y="48291"/>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2" name="Freeform: Shape 111">
                <a:extLst>
                  <a:ext uri="{FF2B5EF4-FFF2-40B4-BE49-F238E27FC236}">
                    <a16:creationId xmlns:a16="http://schemas.microsoft.com/office/drawing/2014/main" id="{1BC87EA6-48A0-79F4-34B4-F285BBEB2541}"/>
                  </a:ext>
                </a:extLst>
              </p:cNvPr>
              <p:cNvSpPr/>
              <p:nvPr/>
            </p:nvSpPr>
            <p:spPr>
              <a:xfrm>
                <a:off x="9390506" y="4104798"/>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3" name="Freeform: Shape 112">
                <a:extLst>
                  <a:ext uri="{FF2B5EF4-FFF2-40B4-BE49-F238E27FC236}">
                    <a16:creationId xmlns:a16="http://schemas.microsoft.com/office/drawing/2014/main" id="{F7BF3BC5-4089-AA79-5801-6EA0DC6A1407}"/>
                  </a:ext>
                </a:extLst>
              </p:cNvPr>
              <p:cNvSpPr/>
              <p:nvPr/>
            </p:nvSpPr>
            <p:spPr>
              <a:xfrm>
                <a:off x="9390506" y="362331"/>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4" name="Freeform: Shape 113">
                <a:extLst>
                  <a:ext uri="{FF2B5EF4-FFF2-40B4-BE49-F238E27FC236}">
                    <a16:creationId xmlns:a16="http://schemas.microsoft.com/office/drawing/2014/main" id="{37BC5F39-BE69-3979-C1D4-6A6A2D4C18F0}"/>
                  </a:ext>
                </a:extLst>
              </p:cNvPr>
              <p:cNvSpPr/>
              <p:nvPr/>
            </p:nvSpPr>
            <p:spPr>
              <a:xfrm>
                <a:off x="9390506" y="2608040"/>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5" name="Freeform: Shape 114">
                <a:extLst>
                  <a:ext uri="{FF2B5EF4-FFF2-40B4-BE49-F238E27FC236}">
                    <a16:creationId xmlns:a16="http://schemas.microsoft.com/office/drawing/2014/main" id="{318098AD-536F-A834-F4A3-1BE6619314B1}"/>
                  </a:ext>
                </a:extLst>
              </p:cNvPr>
              <p:cNvSpPr/>
              <p:nvPr/>
            </p:nvSpPr>
            <p:spPr>
              <a:xfrm>
                <a:off x="9390506" y="223370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6" name="Freeform: Shape 115">
                <a:extLst>
                  <a:ext uri="{FF2B5EF4-FFF2-40B4-BE49-F238E27FC236}">
                    <a16:creationId xmlns:a16="http://schemas.microsoft.com/office/drawing/2014/main" id="{013497A9-9C55-A51C-6A38-D012B412A994}"/>
                  </a:ext>
                </a:extLst>
              </p:cNvPr>
              <p:cNvSpPr/>
              <p:nvPr/>
            </p:nvSpPr>
            <p:spPr>
              <a:xfrm>
                <a:off x="9390506" y="298208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7" name="Freeform: Shape 116">
                <a:extLst>
                  <a:ext uri="{FF2B5EF4-FFF2-40B4-BE49-F238E27FC236}">
                    <a16:creationId xmlns:a16="http://schemas.microsoft.com/office/drawing/2014/main" id="{16EF3D84-EB84-7E34-4A96-0C1131C798AA}"/>
                  </a:ext>
                </a:extLst>
              </p:cNvPr>
              <p:cNvSpPr/>
              <p:nvPr/>
            </p:nvSpPr>
            <p:spPr>
              <a:xfrm>
                <a:off x="9390506" y="1859375"/>
                <a:ext cx="62579" cy="62864"/>
              </a:xfrm>
              <a:custGeom>
                <a:avLst/>
                <a:gdLst>
                  <a:gd name="connsiteX0" fmla="*/ 31432 w 62579"/>
                  <a:gd name="connsiteY0" fmla="*/ 0 h 62864"/>
                  <a:gd name="connsiteX1" fmla="*/ 0 w 62579"/>
                  <a:gd name="connsiteY1" fmla="*/ 31432 h 62864"/>
                  <a:gd name="connsiteX2" fmla="*/ 31432 w 62579"/>
                  <a:gd name="connsiteY2" fmla="*/ 62865 h 62864"/>
                  <a:gd name="connsiteX3" fmla="*/ 62579 w 62579"/>
                  <a:gd name="connsiteY3" fmla="*/ 31432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2"/>
                    </a:cubicBezTo>
                    <a:cubicBezTo>
                      <a:pt x="0" y="48863"/>
                      <a:pt x="14002" y="62865"/>
                      <a:pt x="31432" y="62865"/>
                    </a:cubicBezTo>
                    <a:cubicBezTo>
                      <a:pt x="48863" y="62865"/>
                      <a:pt x="62579" y="48863"/>
                      <a:pt x="62579" y="31432"/>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8" name="Freeform: Shape 117">
                <a:extLst>
                  <a:ext uri="{FF2B5EF4-FFF2-40B4-BE49-F238E27FC236}">
                    <a16:creationId xmlns:a16="http://schemas.microsoft.com/office/drawing/2014/main" id="{50E95746-CB2B-9659-5DED-83B7721779F7}"/>
                  </a:ext>
                </a:extLst>
              </p:cNvPr>
              <p:cNvSpPr/>
              <p:nvPr/>
            </p:nvSpPr>
            <p:spPr>
              <a:xfrm>
                <a:off x="9390506" y="1110996"/>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8"/>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9" name="Freeform: Shape 118">
                <a:extLst>
                  <a:ext uri="{FF2B5EF4-FFF2-40B4-BE49-F238E27FC236}">
                    <a16:creationId xmlns:a16="http://schemas.microsoft.com/office/drawing/2014/main" id="{9F28E567-B7C2-C6F9-CB1A-B0CBE79E8C3B}"/>
                  </a:ext>
                </a:extLst>
              </p:cNvPr>
              <p:cNvSpPr/>
              <p:nvPr/>
            </p:nvSpPr>
            <p:spPr>
              <a:xfrm>
                <a:off x="9390506" y="3356419"/>
                <a:ext cx="62579" cy="62293"/>
              </a:xfrm>
              <a:custGeom>
                <a:avLst/>
                <a:gdLst>
                  <a:gd name="connsiteX0" fmla="*/ 31432 w 62579"/>
                  <a:gd name="connsiteY0" fmla="*/ 0 h 62293"/>
                  <a:gd name="connsiteX1" fmla="*/ 0 w 62579"/>
                  <a:gd name="connsiteY1" fmla="*/ 31147 h 62293"/>
                  <a:gd name="connsiteX2" fmla="*/ 31432 w 62579"/>
                  <a:gd name="connsiteY2" fmla="*/ 62294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4"/>
                      <a:pt x="31432" y="62294"/>
                    </a:cubicBezTo>
                    <a:cubicBezTo>
                      <a:pt x="48863" y="62294"/>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1" name="Freeform: Shape 120">
                <a:extLst>
                  <a:ext uri="{FF2B5EF4-FFF2-40B4-BE49-F238E27FC236}">
                    <a16:creationId xmlns:a16="http://schemas.microsoft.com/office/drawing/2014/main" id="{35B3F5EF-1C70-BD0E-7D0A-1C027B72B595}"/>
                  </a:ext>
                </a:extLst>
              </p:cNvPr>
              <p:cNvSpPr/>
              <p:nvPr/>
            </p:nvSpPr>
            <p:spPr>
              <a:xfrm>
                <a:off x="9390506" y="1485042"/>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2" name="Freeform: Shape 121">
                <a:extLst>
                  <a:ext uri="{FF2B5EF4-FFF2-40B4-BE49-F238E27FC236}">
                    <a16:creationId xmlns:a16="http://schemas.microsoft.com/office/drawing/2014/main" id="{A7CBA20B-1187-93BD-B8E5-452AEFE363A2}"/>
                  </a:ext>
                </a:extLst>
              </p:cNvPr>
              <p:cNvSpPr/>
              <p:nvPr/>
            </p:nvSpPr>
            <p:spPr>
              <a:xfrm>
                <a:off x="9729977" y="1183005"/>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3" name="Freeform: Shape 122">
                <a:extLst>
                  <a:ext uri="{FF2B5EF4-FFF2-40B4-BE49-F238E27FC236}">
                    <a16:creationId xmlns:a16="http://schemas.microsoft.com/office/drawing/2014/main" id="{9C53C1C5-B1B7-D254-68C9-2BA9796C89C0}"/>
                  </a:ext>
                </a:extLst>
              </p:cNvPr>
              <p:cNvSpPr/>
              <p:nvPr/>
            </p:nvSpPr>
            <p:spPr>
              <a:xfrm>
                <a:off x="9729977" y="826674"/>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4" name="Freeform: Shape 123">
                <a:extLst>
                  <a:ext uri="{FF2B5EF4-FFF2-40B4-BE49-F238E27FC236}">
                    <a16:creationId xmlns:a16="http://schemas.microsoft.com/office/drawing/2014/main" id="{685A511B-48C3-01A5-5909-6DAB252EBB87}"/>
                  </a:ext>
                </a:extLst>
              </p:cNvPr>
              <p:cNvSpPr/>
              <p:nvPr/>
            </p:nvSpPr>
            <p:spPr>
              <a:xfrm>
                <a:off x="9729977" y="1539335"/>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5" name="Freeform: Shape 124">
                <a:extLst>
                  <a:ext uri="{FF2B5EF4-FFF2-40B4-BE49-F238E27FC236}">
                    <a16:creationId xmlns:a16="http://schemas.microsoft.com/office/drawing/2014/main" id="{3F47C259-6417-8280-3282-98305E9B98DA}"/>
                  </a:ext>
                </a:extLst>
              </p:cNvPr>
              <p:cNvSpPr/>
              <p:nvPr/>
            </p:nvSpPr>
            <p:spPr>
              <a:xfrm>
                <a:off x="9729977" y="47005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6" name="Freeform: Shape 125">
                <a:extLst>
                  <a:ext uri="{FF2B5EF4-FFF2-40B4-BE49-F238E27FC236}">
                    <a16:creationId xmlns:a16="http://schemas.microsoft.com/office/drawing/2014/main" id="{98FCF817-E27F-071C-07E0-9FA7C94C424B}"/>
                  </a:ext>
                </a:extLst>
              </p:cNvPr>
              <p:cNvSpPr/>
              <p:nvPr/>
            </p:nvSpPr>
            <p:spPr>
              <a:xfrm>
                <a:off x="9729977" y="189595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7" name="Freeform: Shape 126">
                <a:extLst>
                  <a:ext uri="{FF2B5EF4-FFF2-40B4-BE49-F238E27FC236}">
                    <a16:creationId xmlns:a16="http://schemas.microsoft.com/office/drawing/2014/main" id="{65E293FF-D420-1B11-3F8B-217EEEFCB0CA}"/>
                  </a:ext>
                </a:extLst>
              </p:cNvPr>
              <p:cNvSpPr/>
              <p:nvPr/>
            </p:nvSpPr>
            <p:spPr>
              <a:xfrm>
                <a:off x="9729977" y="26086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8" name="Freeform: Shape 127">
                <a:extLst>
                  <a:ext uri="{FF2B5EF4-FFF2-40B4-BE49-F238E27FC236}">
                    <a16:creationId xmlns:a16="http://schemas.microsoft.com/office/drawing/2014/main" id="{615938EC-A4DE-7212-A873-1546B24D673B}"/>
                  </a:ext>
                </a:extLst>
              </p:cNvPr>
              <p:cNvSpPr/>
              <p:nvPr/>
            </p:nvSpPr>
            <p:spPr>
              <a:xfrm>
                <a:off x="9729977" y="11372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9" name="Freeform: Shape 128">
                <a:extLst>
                  <a:ext uri="{FF2B5EF4-FFF2-40B4-BE49-F238E27FC236}">
                    <a16:creationId xmlns:a16="http://schemas.microsoft.com/office/drawing/2014/main" id="{7CC29037-650D-FDCC-A768-9639C9DE13D3}"/>
                  </a:ext>
                </a:extLst>
              </p:cNvPr>
              <p:cNvSpPr/>
              <p:nvPr/>
            </p:nvSpPr>
            <p:spPr>
              <a:xfrm>
                <a:off x="9729977" y="225228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0" name="Freeform: Shape 129">
                <a:extLst>
                  <a:ext uri="{FF2B5EF4-FFF2-40B4-BE49-F238E27FC236}">
                    <a16:creationId xmlns:a16="http://schemas.microsoft.com/office/drawing/2014/main" id="{B90D7F81-F623-5082-D6F6-DFF95FCF9718}"/>
                  </a:ext>
                </a:extLst>
              </p:cNvPr>
              <p:cNvSpPr/>
              <p:nvPr/>
            </p:nvSpPr>
            <p:spPr>
              <a:xfrm>
                <a:off x="9729977" y="296522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1" name="Freeform: Shape 130">
                <a:extLst>
                  <a:ext uri="{FF2B5EF4-FFF2-40B4-BE49-F238E27FC236}">
                    <a16:creationId xmlns:a16="http://schemas.microsoft.com/office/drawing/2014/main" id="{A83DEDCF-6FDA-610D-58F2-B4BAEBFC7EE4}"/>
                  </a:ext>
                </a:extLst>
              </p:cNvPr>
              <p:cNvSpPr/>
              <p:nvPr/>
            </p:nvSpPr>
            <p:spPr>
              <a:xfrm>
                <a:off x="9729977" y="54601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2" name="Freeform: Shape 131">
                <a:extLst>
                  <a:ext uri="{FF2B5EF4-FFF2-40B4-BE49-F238E27FC236}">
                    <a16:creationId xmlns:a16="http://schemas.microsoft.com/office/drawing/2014/main" id="{2F8944F7-9DAB-AE62-4C36-C6D8C2F0778F}"/>
                  </a:ext>
                </a:extLst>
              </p:cNvPr>
              <p:cNvSpPr/>
              <p:nvPr/>
            </p:nvSpPr>
            <p:spPr>
              <a:xfrm>
                <a:off x="9729977" y="6529387"/>
                <a:ext cx="59436" cy="59721"/>
              </a:xfrm>
              <a:custGeom>
                <a:avLst/>
                <a:gdLst>
                  <a:gd name="connsiteX0" fmla="*/ 29718 w 59436"/>
                  <a:gd name="connsiteY0" fmla="*/ 0 h 59721"/>
                  <a:gd name="connsiteX1" fmla="*/ 0 w 59436"/>
                  <a:gd name="connsiteY1" fmla="*/ 30004 h 59721"/>
                  <a:gd name="connsiteX2" fmla="*/ 29718 w 59436"/>
                  <a:gd name="connsiteY2" fmla="*/ 59722 h 59721"/>
                  <a:gd name="connsiteX3" fmla="*/ 59436 w 59436"/>
                  <a:gd name="connsiteY3" fmla="*/ 30004 h 59721"/>
                  <a:gd name="connsiteX4" fmla="*/ 29718 w 59436"/>
                  <a:gd name="connsiteY4" fmla="*/ 0 h 59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721">
                    <a:moveTo>
                      <a:pt x="29718" y="0"/>
                    </a:moveTo>
                    <a:cubicBezTo>
                      <a:pt x="13145" y="0"/>
                      <a:pt x="0" y="13430"/>
                      <a:pt x="0" y="30004"/>
                    </a:cubicBezTo>
                    <a:cubicBezTo>
                      <a:pt x="0" y="46577"/>
                      <a:pt x="13430" y="59722"/>
                      <a:pt x="29718" y="59722"/>
                    </a:cubicBezTo>
                    <a:cubicBezTo>
                      <a:pt x="46006" y="59722"/>
                      <a:pt x="59436" y="46291"/>
                      <a:pt x="59436" y="30004"/>
                    </a:cubicBezTo>
                    <a:cubicBezTo>
                      <a:pt x="59436" y="13716"/>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3" name="Freeform: Shape 132">
                <a:extLst>
                  <a:ext uri="{FF2B5EF4-FFF2-40B4-BE49-F238E27FC236}">
                    <a16:creationId xmlns:a16="http://schemas.microsoft.com/office/drawing/2014/main" id="{9E42BC19-8487-986A-19BC-F35F12CB25D1}"/>
                  </a:ext>
                </a:extLst>
              </p:cNvPr>
              <p:cNvSpPr/>
              <p:nvPr/>
            </p:nvSpPr>
            <p:spPr>
              <a:xfrm>
                <a:off x="9729977" y="61730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4" name="Freeform: Shape 133">
                <a:extLst>
                  <a:ext uri="{FF2B5EF4-FFF2-40B4-BE49-F238E27FC236}">
                    <a16:creationId xmlns:a16="http://schemas.microsoft.com/office/drawing/2014/main" id="{E061B6BC-E1BE-62E4-4EC8-5D1234322CE8}"/>
                  </a:ext>
                </a:extLst>
              </p:cNvPr>
              <p:cNvSpPr/>
              <p:nvPr/>
            </p:nvSpPr>
            <p:spPr>
              <a:xfrm>
                <a:off x="9729977" y="367817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5" name="Freeform: Shape 134">
                <a:extLst>
                  <a:ext uri="{FF2B5EF4-FFF2-40B4-BE49-F238E27FC236}">
                    <a16:creationId xmlns:a16="http://schemas.microsoft.com/office/drawing/2014/main" id="{2175DF2E-5252-2701-8BAE-809F1941EB54}"/>
                  </a:ext>
                </a:extLst>
              </p:cNvPr>
              <p:cNvSpPr/>
              <p:nvPr/>
            </p:nvSpPr>
            <p:spPr>
              <a:xfrm>
                <a:off x="9729977" y="439083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6" name="Freeform: Shape 135">
                <a:extLst>
                  <a:ext uri="{FF2B5EF4-FFF2-40B4-BE49-F238E27FC236}">
                    <a16:creationId xmlns:a16="http://schemas.microsoft.com/office/drawing/2014/main" id="{3784F60D-A995-95A8-A9CE-6FDE9D75F5EC}"/>
                  </a:ext>
                </a:extLst>
              </p:cNvPr>
              <p:cNvSpPr/>
              <p:nvPr/>
            </p:nvSpPr>
            <p:spPr>
              <a:xfrm>
                <a:off x="9729977" y="403450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7" name="Freeform: Shape 136">
                <a:extLst>
                  <a:ext uri="{FF2B5EF4-FFF2-40B4-BE49-F238E27FC236}">
                    <a16:creationId xmlns:a16="http://schemas.microsoft.com/office/drawing/2014/main" id="{2789DDAB-6C9D-F64D-90F0-8F381D546484}"/>
                  </a:ext>
                </a:extLst>
              </p:cNvPr>
              <p:cNvSpPr/>
              <p:nvPr/>
            </p:nvSpPr>
            <p:spPr>
              <a:xfrm>
                <a:off x="9729977" y="33215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8" name="Freeform: Shape 137">
                <a:extLst>
                  <a:ext uri="{FF2B5EF4-FFF2-40B4-BE49-F238E27FC236}">
                    <a16:creationId xmlns:a16="http://schemas.microsoft.com/office/drawing/2014/main" id="{FEA9AA88-1808-CD68-4A2E-2BB88D045923}"/>
                  </a:ext>
                </a:extLst>
              </p:cNvPr>
              <p:cNvSpPr/>
              <p:nvPr/>
            </p:nvSpPr>
            <p:spPr>
              <a:xfrm>
                <a:off x="9729977" y="5816726"/>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9" name="Freeform: Shape 138">
                <a:extLst>
                  <a:ext uri="{FF2B5EF4-FFF2-40B4-BE49-F238E27FC236}">
                    <a16:creationId xmlns:a16="http://schemas.microsoft.com/office/drawing/2014/main" id="{98D80CA6-2C45-D9FA-E83E-0953E5509027}"/>
                  </a:ext>
                </a:extLst>
              </p:cNvPr>
              <p:cNvSpPr/>
              <p:nvPr/>
            </p:nvSpPr>
            <p:spPr>
              <a:xfrm>
                <a:off x="9729977" y="474745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0" name="Freeform: Shape 139">
                <a:extLst>
                  <a:ext uri="{FF2B5EF4-FFF2-40B4-BE49-F238E27FC236}">
                    <a16:creationId xmlns:a16="http://schemas.microsoft.com/office/drawing/2014/main" id="{AEF17DCE-2816-27E2-E934-48FA70DD8CA1}"/>
                  </a:ext>
                </a:extLst>
              </p:cNvPr>
              <p:cNvSpPr/>
              <p:nvPr/>
            </p:nvSpPr>
            <p:spPr>
              <a:xfrm>
                <a:off x="9729977" y="510378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1" name="Freeform: Shape 140">
                <a:extLst>
                  <a:ext uri="{FF2B5EF4-FFF2-40B4-BE49-F238E27FC236}">
                    <a16:creationId xmlns:a16="http://schemas.microsoft.com/office/drawing/2014/main" id="{5448F65B-4400-C8D9-4947-1E6C8BB0D34B}"/>
                  </a:ext>
                </a:extLst>
              </p:cNvPr>
              <p:cNvSpPr/>
              <p:nvPr/>
            </p:nvSpPr>
            <p:spPr>
              <a:xfrm>
                <a:off x="10052875" y="912399"/>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2" name="Freeform: Shape 141">
                <a:extLst>
                  <a:ext uri="{FF2B5EF4-FFF2-40B4-BE49-F238E27FC236}">
                    <a16:creationId xmlns:a16="http://schemas.microsoft.com/office/drawing/2014/main" id="{C2D305EF-F353-001E-4800-5C67F3B4CCAE}"/>
                  </a:ext>
                </a:extLst>
              </p:cNvPr>
              <p:cNvSpPr/>
              <p:nvPr/>
            </p:nvSpPr>
            <p:spPr>
              <a:xfrm>
                <a:off x="10052875" y="1251870"/>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3" name="Freeform: Shape 142">
                <a:extLst>
                  <a:ext uri="{FF2B5EF4-FFF2-40B4-BE49-F238E27FC236}">
                    <a16:creationId xmlns:a16="http://schemas.microsoft.com/office/drawing/2014/main" id="{ED78FAE2-03E3-3A5D-1D6F-2B6E9DC9C030}"/>
                  </a:ext>
                </a:extLst>
              </p:cNvPr>
              <p:cNvSpPr/>
              <p:nvPr/>
            </p:nvSpPr>
            <p:spPr>
              <a:xfrm>
                <a:off x="10052875" y="572643"/>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4" name="Freeform: Shape 143">
                <a:extLst>
                  <a:ext uri="{FF2B5EF4-FFF2-40B4-BE49-F238E27FC236}">
                    <a16:creationId xmlns:a16="http://schemas.microsoft.com/office/drawing/2014/main" id="{DA7FBEA1-00C1-A783-7FB7-9A5DFA913860}"/>
                  </a:ext>
                </a:extLst>
              </p:cNvPr>
              <p:cNvSpPr/>
              <p:nvPr/>
            </p:nvSpPr>
            <p:spPr>
              <a:xfrm>
                <a:off x="10052875" y="2948939"/>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5" name="Freeform: Shape 144">
                <a:extLst>
                  <a:ext uri="{FF2B5EF4-FFF2-40B4-BE49-F238E27FC236}">
                    <a16:creationId xmlns:a16="http://schemas.microsoft.com/office/drawing/2014/main" id="{DB6F5997-0188-778F-3CE4-551FC1CD4ABB}"/>
                  </a:ext>
                </a:extLst>
              </p:cNvPr>
              <p:cNvSpPr/>
              <p:nvPr/>
            </p:nvSpPr>
            <p:spPr>
              <a:xfrm>
                <a:off x="10052875" y="260946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6" name="Freeform: Shape 145">
                <a:extLst>
                  <a:ext uri="{FF2B5EF4-FFF2-40B4-BE49-F238E27FC236}">
                    <a16:creationId xmlns:a16="http://schemas.microsoft.com/office/drawing/2014/main" id="{E23D559F-5607-0F53-FCC5-4D4F732B429B}"/>
                  </a:ext>
                </a:extLst>
              </p:cNvPr>
              <p:cNvSpPr/>
              <p:nvPr/>
            </p:nvSpPr>
            <p:spPr>
              <a:xfrm>
                <a:off x="10052875" y="226999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7" name="Freeform: Shape 146">
                <a:extLst>
                  <a:ext uri="{FF2B5EF4-FFF2-40B4-BE49-F238E27FC236}">
                    <a16:creationId xmlns:a16="http://schemas.microsoft.com/office/drawing/2014/main" id="{0DF707B3-2D93-96A0-5872-A3B3FDED0D4F}"/>
                  </a:ext>
                </a:extLst>
              </p:cNvPr>
              <p:cNvSpPr/>
              <p:nvPr/>
            </p:nvSpPr>
            <p:spPr>
              <a:xfrm>
                <a:off x="10052875" y="1930526"/>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8" name="Freeform: Shape 147">
                <a:extLst>
                  <a:ext uri="{FF2B5EF4-FFF2-40B4-BE49-F238E27FC236}">
                    <a16:creationId xmlns:a16="http://schemas.microsoft.com/office/drawing/2014/main" id="{17779D54-F294-CC07-B3C8-62EC467147C3}"/>
                  </a:ext>
                </a:extLst>
              </p:cNvPr>
              <p:cNvSpPr/>
              <p:nvPr/>
            </p:nvSpPr>
            <p:spPr>
              <a:xfrm>
                <a:off x="10052875" y="1591056"/>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9" name="Freeform: Shape 148">
                <a:extLst>
                  <a:ext uri="{FF2B5EF4-FFF2-40B4-BE49-F238E27FC236}">
                    <a16:creationId xmlns:a16="http://schemas.microsoft.com/office/drawing/2014/main" id="{9F92D4BB-8E66-6FF3-7637-61A0ED8E05A3}"/>
                  </a:ext>
                </a:extLst>
              </p:cNvPr>
              <p:cNvSpPr/>
              <p:nvPr/>
            </p:nvSpPr>
            <p:spPr>
              <a:xfrm>
                <a:off x="10052875" y="23345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0" name="Freeform: Shape 149">
                <a:extLst>
                  <a:ext uri="{FF2B5EF4-FFF2-40B4-BE49-F238E27FC236}">
                    <a16:creationId xmlns:a16="http://schemas.microsoft.com/office/drawing/2014/main" id="{5EF428D1-8DEC-7AD3-988F-AE807625C52A}"/>
                  </a:ext>
                </a:extLst>
              </p:cNvPr>
              <p:cNvSpPr/>
              <p:nvPr/>
            </p:nvSpPr>
            <p:spPr>
              <a:xfrm>
                <a:off x="10052875" y="600417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1" name="Freeform: Shape 150">
                <a:extLst>
                  <a:ext uri="{FF2B5EF4-FFF2-40B4-BE49-F238E27FC236}">
                    <a16:creationId xmlns:a16="http://schemas.microsoft.com/office/drawing/2014/main" id="{1344912F-1352-17FD-D1D4-FE96CE692DC6}"/>
                  </a:ext>
                </a:extLst>
              </p:cNvPr>
              <p:cNvSpPr/>
              <p:nvPr/>
            </p:nvSpPr>
            <p:spPr>
              <a:xfrm>
                <a:off x="10052875" y="6683121"/>
                <a:ext cx="56578" cy="56863"/>
              </a:xfrm>
              <a:custGeom>
                <a:avLst/>
                <a:gdLst>
                  <a:gd name="connsiteX0" fmla="*/ 28289 w 56578"/>
                  <a:gd name="connsiteY0" fmla="*/ 0 h 56863"/>
                  <a:gd name="connsiteX1" fmla="*/ 0 w 56578"/>
                  <a:gd name="connsiteY1" fmla="*/ 28575 h 56863"/>
                  <a:gd name="connsiteX2" fmla="*/ 28289 w 56578"/>
                  <a:gd name="connsiteY2" fmla="*/ 56864 h 56863"/>
                  <a:gd name="connsiteX3" fmla="*/ 56579 w 56578"/>
                  <a:gd name="connsiteY3" fmla="*/ 28575 h 56863"/>
                  <a:gd name="connsiteX4" fmla="*/ 28289 w 56578"/>
                  <a:gd name="connsiteY4" fmla="*/ 0 h 5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3">
                    <a:moveTo>
                      <a:pt x="28289" y="0"/>
                    </a:moveTo>
                    <a:cubicBezTo>
                      <a:pt x="12573" y="0"/>
                      <a:pt x="0" y="12573"/>
                      <a:pt x="0" y="28575"/>
                    </a:cubicBezTo>
                    <a:cubicBezTo>
                      <a:pt x="0" y="44577"/>
                      <a:pt x="12859" y="56864"/>
                      <a:pt x="28289" y="56864"/>
                    </a:cubicBezTo>
                    <a:cubicBezTo>
                      <a:pt x="43720" y="56864"/>
                      <a:pt x="56579" y="44005"/>
                      <a:pt x="56579" y="28575"/>
                    </a:cubicBezTo>
                    <a:cubicBezTo>
                      <a:pt x="56579" y="13144"/>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2" name="Freeform: Shape 151">
                <a:extLst>
                  <a:ext uri="{FF2B5EF4-FFF2-40B4-BE49-F238E27FC236}">
                    <a16:creationId xmlns:a16="http://schemas.microsoft.com/office/drawing/2014/main" id="{D11255E8-5AD8-DB53-94BA-DEDFD48B3E06}"/>
                  </a:ext>
                </a:extLst>
              </p:cNvPr>
              <p:cNvSpPr/>
              <p:nvPr/>
            </p:nvSpPr>
            <p:spPr>
              <a:xfrm>
                <a:off x="10052875" y="3288411"/>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3" name="Freeform: Shape 152">
                <a:extLst>
                  <a:ext uri="{FF2B5EF4-FFF2-40B4-BE49-F238E27FC236}">
                    <a16:creationId xmlns:a16="http://schemas.microsoft.com/office/drawing/2014/main" id="{3DFFC4A9-E327-7ED6-A16A-8072BFBA15A7}"/>
                  </a:ext>
                </a:extLst>
              </p:cNvPr>
              <p:cNvSpPr/>
              <p:nvPr/>
            </p:nvSpPr>
            <p:spPr>
              <a:xfrm>
                <a:off x="10052875" y="3967352"/>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859"/>
                      <a:pt x="0" y="28289"/>
                    </a:cubicBezTo>
                    <a:cubicBezTo>
                      <a:pt x="0" y="43720"/>
                      <a:pt x="12859" y="56864"/>
                      <a:pt x="28289" y="56864"/>
                    </a:cubicBezTo>
                    <a:cubicBezTo>
                      <a:pt x="43720" y="56864"/>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4" name="Freeform: Shape 153">
                <a:extLst>
                  <a:ext uri="{FF2B5EF4-FFF2-40B4-BE49-F238E27FC236}">
                    <a16:creationId xmlns:a16="http://schemas.microsoft.com/office/drawing/2014/main" id="{FD8E8D07-C9FE-B5CE-013E-D5713B746188}"/>
                  </a:ext>
                </a:extLst>
              </p:cNvPr>
              <p:cNvSpPr/>
              <p:nvPr/>
            </p:nvSpPr>
            <p:spPr>
              <a:xfrm>
                <a:off x="10052875" y="4985765"/>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6"/>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5" name="Freeform: Shape 154">
                <a:extLst>
                  <a:ext uri="{FF2B5EF4-FFF2-40B4-BE49-F238E27FC236}">
                    <a16:creationId xmlns:a16="http://schemas.microsoft.com/office/drawing/2014/main" id="{E037DED6-0EC7-BC67-C459-AB701FD9EAF4}"/>
                  </a:ext>
                </a:extLst>
              </p:cNvPr>
              <p:cNvSpPr/>
              <p:nvPr/>
            </p:nvSpPr>
            <p:spPr>
              <a:xfrm>
                <a:off x="10052875" y="4646295"/>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6" name="Freeform: Shape 155">
                <a:extLst>
                  <a:ext uri="{FF2B5EF4-FFF2-40B4-BE49-F238E27FC236}">
                    <a16:creationId xmlns:a16="http://schemas.microsoft.com/office/drawing/2014/main" id="{97B1C3C0-F78A-BB9A-57E1-4918E175E2B3}"/>
                  </a:ext>
                </a:extLst>
              </p:cNvPr>
              <p:cNvSpPr/>
              <p:nvPr/>
            </p:nvSpPr>
            <p:spPr>
              <a:xfrm>
                <a:off x="10052875" y="4306824"/>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7" name="Freeform: Shape 156">
                <a:extLst>
                  <a:ext uri="{FF2B5EF4-FFF2-40B4-BE49-F238E27FC236}">
                    <a16:creationId xmlns:a16="http://schemas.microsoft.com/office/drawing/2014/main" id="{0AFD6DE5-F387-0784-73CA-CF6096C4AC23}"/>
                  </a:ext>
                </a:extLst>
              </p:cNvPr>
              <p:cNvSpPr/>
              <p:nvPr/>
            </p:nvSpPr>
            <p:spPr>
              <a:xfrm>
                <a:off x="10052875" y="3627881"/>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8" name="Freeform: Shape 157">
                <a:extLst>
                  <a:ext uri="{FF2B5EF4-FFF2-40B4-BE49-F238E27FC236}">
                    <a16:creationId xmlns:a16="http://schemas.microsoft.com/office/drawing/2014/main" id="{BA511DBA-1FAF-14C3-0D06-58B140060836}"/>
                  </a:ext>
                </a:extLst>
              </p:cNvPr>
              <p:cNvSpPr/>
              <p:nvPr/>
            </p:nvSpPr>
            <p:spPr>
              <a:xfrm>
                <a:off x="10052875" y="6343650"/>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9" name="Freeform: Shape 158">
                <a:extLst>
                  <a:ext uri="{FF2B5EF4-FFF2-40B4-BE49-F238E27FC236}">
                    <a16:creationId xmlns:a16="http://schemas.microsoft.com/office/drawing/2014/main" id="{616208BE-1739-4BFF-F096-7FBA3E4DE729}"/>
                  </a:ext>
                </a:extLst>
              </p:cNvPr>
              <p:cNvSpPr/>
              <p:nvPr/>
            </p:nvSpPr>
            <p:spPr>
              <a:xfrm>
                <a:off x="10052875" y="566470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0" name="Freeform: Shape 159">
                <a:extLst>
                  <a:ext uri="{FF2B5EF4-FFF2-40B4-BE49-F238E27FC236}">
                    <a16:creationId xmlns:a16="http://schemas.microsoft.com/office/drawing/2014/main" id="{D862F848-99BF-6A21-FF1B-8B06E829F60A}"/>
                  </a:ext>
                </a:extLst>
              </p:cNvPr>
              <p:cNvSpPr/>
              <p:nvPr/>
            </p:nvSpPr>
            <p:spPr>
              <a:xfrm>
                <a:off x="10052875" y="532523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1" name="Freeform: Shape 160">
                <a:extLst>
                  <a:ext uri="{FF2B5EF4-FFF2-40B4-BE49-F238E27FC236}">
                    <a16:creationId xmlns:a16="http://schemas.microsoft.com/office/drawing/2014/main" id="{41D412F9-FD86-A872-C787-09C318FD8629}"/>
                  </a:ext>
                </a:extLst>
              </p:cNvPr>
              <p:cNvSpPr/>
              <p:nvPr/>
            </p:nvSpPr>
            <p:spPr>
              <a:xfrm>
                <a:off x="10360342" y="293350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2" name="Freeform: Shape 161">
                <a:extLst>
                  <a:ext uri="{FF2B5EF4-FFF2-40B4-BE49-F238E27FC236}">
                    <a16:creationId xmlns:a16="http://schemas.microsoft.com/office/drawing/2014/main" id="{7FD0CE36-F89E-229E-DB67-E6D6DCE0ED80}"/>
                  </a:ext>
                </a:extLst>
              </p:cNvPr>
              <p:cNvSpPr/>
              <p:nvPr/>
            </p:nvSpPr>
            <p:spPr>
              <a:xfrm>
                <a:off x="10360342" y="347186"/>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2"/>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3" name="Freeform: Shape 162">
                <a:extLst>
                  <a:ext uri="{FF2B5EF4-FFF2-40B4-BE49-F238E27FC236}">
                    <a16:creationId xmlns:a16="http://schemas.microsoft.com/office/drawing/2014/main" id="{5EA13EC6-678D-5054-3227-571E4A4F2777}"/>
                  </a:ext>
                </a:extLst>
              </p:cNvPr>
              <p:cNvSpPr/>
              <p:nvPr/>
            </p:nvSpPr>
            <p:spPr>
              <a:xfrm>
                <a:off x="10360342" y="1640490"/>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4" name="Freeform: Shape 163">
                <a:extLst>
                  <a:ext uri="{FF2B5EF4-FFF2-40B4-BE49-F238E27FC236}">
                    <a16:creationId xmlns:a16="http://schemas.microsoft.com/office/drawing/2014/main" id="{8ECF0496-5020-5D86-22C6-4541E41770FF}"/>
                  </a:ext>
                </a:extLst>
              </p:cNvPr>
              <p:cNvSpPr/>
              <p:nvPr/>
            </p:nvSpPr>
            <p:spPr>
              <a:xfrm>
                <a:off x="10360342" y="993838"/>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5" name="Freeform: Shape 164">
                <a:extLst>
                  <a:ext uri="{FF2B5EF4-FFF2-40B4-BE49-F238E27FC236}">
                    <a16:creationId xmlns:a16="http://schemas.microsoft.com/office/drawing/2014/main" id="{34978B15-5F9C-E2CD-3537-AB6B1C98E324}"/>
                  </a:ext>
                </a:extLst>
              </p:cNvPr>
              <p:cNvSpPr/>
              <p:nvPr/>
            </p:nvSpPr>
            <p:spPr>
              <a:xfrm>
                <a:off x="10360342" y="1963674"/>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7" name="Freeform: Shape 166">
                <a:extLst>
                  <a:ext uri="{FF2B5EF4-FFF2-40B4-BE49-F238E27FC236}">
                    <a16:creationId xmlns:a16="http://schemas.microsoft.com/office/drawing/2014/main" id="{541789C2-24C0-7299-0B0F-4E65C182D81F}"/>
                  </a:ext>
                </a:extLst>
              </p:cNvPr>
              <p:cNvSpPr/>
              <p:nvPr/>
            </p:nvSpPr>
            <p:spPr>
              <a:xfrm>
                <a:off x="10360342" y="2610326"/>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8" name="Freeform: Shape 167">
                <a:extLst>
                  <a:ext uri="{FF2B5EF4-FFF2-40B4-BE49-F238E27FC236}">
                    <a16:creationId xmlns:a16="http://schemas.microsoft.com/office/drawing/2014/main" id="{013B58C6-4DD7-A334-AB79-9640E1DA6072}"/>
                  </a:ext>
                </a:extLst>
              </p:cNvPr>
              <p:cNvSpPr/>
              <p:nvPr/>
            </p:nvSpPr>
            <p:spPr>
              <a:xfrm>
                <a:off x="10360342" y="2287143"/>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9" name="Freeform: Shape 168">
                <a:extLst>
                  <a:ext uri="{FF2B5EF4-FFF2-40B4-BE49-F238E27FC236}">
                    <a16:creationId xmlns:a16="http://schemas.microsoft.com/office/drawing/2014/main" id="{F2A1408C-D61B-577B-7765-2F8014860397}"/>
                  </a:ext>
                </a:extLst>
              </p:cNvPr>
              <p:cNvSpPr/>
              <p:nvPr/>
            </p:nvSpPr>
            <p:spPr>
              <a:xfrm>
                <a:off x="10360342" y="1317021"/>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0" name="Freeform: Shape 169">
                <a:extLst>
                  <a:ext uri="{FF2B5EF4-FFF2-40B4-BE49-F238E27FC236}">
                    <a16:creationId xmlns:a16="http://schemas.microsoft.com/office/drawing/2014/main" id="{4C1B22EE-2D12-D04A-E294-B32FCEC7C909}"/>
                  </a:ext>
                </a:extLst>
              </p:cNvPr>
              <p:cNvSpPr/>
              <p:nvPr/>
            </p:nvSpPr>
            <p:spPr>
              <a:xfrm>
                <a:off x="10360342" y="325697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1" name="Freeform: Shape 170">
                <a:extLst>
                  <a:ext uri="{FF2B5EF4-FFF2-40B4-BE49-F238E27FC236}">
                    <a16:creationId xmlns:a16="http://schemas.microsoft.com/office/drawing/2014/main" id="{25772952-FC07-EEDB-24CD-F969689B656D}"/>
                  </a:ext>
                </a:extLst>
              </p:cNvPr>
              <p:cNvSpPr/>
              <p:nvPr/>
            </p:nvSpPr>
            <p:spPr>
              <a:xfrm>
                <a:off x="10360342" y="3580161"/>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2" name="Freeform: Shape 171">
                <a:extLst>
                  <a:ext uri="{FF2B5EF4-FFF2-40B4-BE49-F238E27FC236}">
                    <a16:creationId xmlns:a16="http://schemas.microsoft.com/office/drawing/2014/main" id="{1F6D69EA-57A8-3DE4-A79B-33D74783D6DB}"/>
                  </a:ext>
                </a:extLst>
              </p:cNvPr>
              <p:cNvSpPr/>
              <p:nvPr/>
            </p:nvSpPr>
            <p:spPr>
              <a:xfrm>
                <a:off x="10360342" y="648966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4" name="Freeform: Shape 173">
                <a:extLst>
                  <a:ext uri="{FF2B5EF4-FFF2-40B4-BE49-F238E27FC236}">
                    <a16:creationId xmlns:a16="http://schemas.microsoft.com/office/drawing/2014/main" id="{AF64BA81-C785-67B5-9B46-C3EF0C642031}"/>
                  </a:ext>
                </a:extLst>
              </p:cNvPr>
              <p:cNvSpPr/>
              <p:nvPr/>
            </p:nvSpPr>
            <p:spPr>
              <a:xfrm>
                <a:off x="10360342" y="3903630"/>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5" name="Freeform: Shape 174">
                <a:extLst>
                  <a:ext uri="{FF2B5EF4-FFF2-40B4-BE49-F238E27FC236}">
                    <a16:creationId xmlns:a16="http://schemas.microsoft.com/office/drawing/2014/main" id="{9CA13DFF-7C75-37CE-66D1-9B7E02E27439}"/>
                  </a:ext>
                </a:extLst>
              </p:cNvPr>
              <p:cNvSpPr/>
              <p:nvPr/>
            </p:nvSpPr>
            <p:spPr>
              <a:xfrm>
                <a:off x="10360342" y="4226813"/>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6" name="Freeform: Shape 175">
                <a:extLst>
                  <a:ext uri="{FF2B5EF4-FFF2-40B4-BE49-F238E27FC236}">
                    <a16:creationId xmlns:a16="http://schemas.microsoft.com/office/drawing/2014/main" id="{6EDC7F4B-1FA3-D777-891A-908C9504E64D}"/>
                  </a:ext>
                </a:extLst>
              </p:cNvPr>
              <p:cNvSpPr/>
              <p:nvPr/>
            </p:nvSpPr>
            <p:spPr>
              <a:xfrm>
                <a:off x="10360342" y="4549997"/>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7" name="Freeform: Shape 176">
                <a:extLst>
                  <a:ext uri="{FF2B5EF4-FFF2-40B4-BE49-F238E27FC236}">
                    <a16:creationId xmlns:a16="http://schemas.microsoft.com/office/drawing/2014/main" id="{0DD901F9-014C-2216-4728-E5061D148A22}"/>
                  </a:ext>
                </a:extLst>
              </p:cNvPr>
              <p:cNvSpPr/>
              <p:nvPr/>
            </p:nvSpPr>
            <p:spPr>
              <a:xfrm>
                <a:off x="10360342" y="4873180"/>
                <a:ext cx="54292" cy="54292"/>
              </a:xfrm>
              <a:custGeom>
                <a:avLst/>
                <a:gdLst>
                  <a:gd name="connsiteX0" fmla="*/ 27146 w 54292"/>
                  <a:gd name="connsiteY0" fmla="*/ 0 h 54292"/>
                  <a:gd name="connsiteX1" fmla="*/ 0 w 54292"/>
                  <a:gd name="connsiteY1" fmla="*/ 27147 h 54292"/>
                  <a:gd name="connsiteX2" fmla="*/ 27146 w 54292"/>
                  <a:gd name="connsiteY2" fmla="*/ 54293 h 54292"/>
                  <a:gd name="connsiteX3" fmla="*/ 54293 w 54292"/>
                  <a:gd name="connsiteY3" fmla="*/ 27147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7"/>
                    </a:cubicBezTo>
                    <a:cubicBezTo>
                      <a:pt x="0" y="42291"/>
                      <a:pt x="12001" y="54293"/>
                      <a:pt x="27146" y="54293"/>
                    </a:cubicBezTo>
                    <a:cubicBezTo>
                      <a:pt x="42291" y="54293"/>
                      <a:pt x="54293" y="42291"/>
                      <a:pt x="54293" y="27147"/>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8" name="Freeform: Shape 177">
                <a:extLst>
                  <a:ext uri="{FF2B5EF4-FFF2-40B4-BE49-F238E27FC236}">
                    <a16:creationId xmlns:a16="http://schemas.microsoft.com/office/drawing/2014/main" id="{ACECA261-9E30-CB31-82B9-B403A9CD4C44}"/>
                  </a:ext>
                </a:extLst>
              </p:cNvPr>
              <p:cNvSpPr/>
              <p:nvPr/>
            </p:nvSpPr>
            <p:spPr>
              <a:xfrm>
                <a:off x="10360342" y="519664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9" name="Freeform: Shape 178">
                <a:extLst>
                  <a:ext uri="{FF2B5EF4-FFF2-40B4-BE49-F238E27FC236}">
                    <a16:creationId xmlns:a16="http://schemas.microsoft.com/office/drawing/2014/main" id="{9322C0AF-76EF-E946-8C1F-962D62B839C6}"/>
                  </a:ext>
                </a:extLst>
              </p:cNvPr>
              <p:cNvSpPr/>
              <p:nvPr/>
            </p:nvSpPr>
            <p:spPr>
              <a:xfrm>
                <a:off x="10360342" y="6166485"/>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0" name="Freeform: Shape 179">
                <a:extLst>
                  <a:ext uri="{FF2B5EF4-FFF2-40B4-BE49-F238E27FC236}">
                    <a16:creationId xmlns:a16="http://schemas.microsoft.com/office/drawing/2014/main" id="{B1EA4318-41A6-A928-F00C-B2B7271B111E}"/>
                  </a:ext>
                </a:extLst>
              </p:cNvPr>
              <p:cNvSpPr/>
              <p:nvPr/>
            </p:nvSpPr>
            <p:spPr>
              <a:xfrm>
                <a:off x="10360342" y="5843301"/>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1" name="Freeform: Shape 180">
                <a:extLst>
                  <a:ext uri="{FF2B5EF4-FFF2-40B4-BE49-F238E27FC236}">
                    <a16:creationId xmlns:a16="http://schemas.microsoft.com/office/drawing/2014/main" id="{48B91062-C220-3371-6886-C631501AC4DD}"/>
                  </a:ext>
                </a:extLst>
              </p:cNvPr>
              <p:cNvSpPr/>
              <p:nvPr/>
            </p:nvSpPr>
            <p:spPr>
              <a:xfrm>
                <a:off x="10360342" y="5519832"/>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2" name="Freeform: Shape 181">
                <a:extLst>
                  <a:ext uri="{FF2B5EF4-FFF2-40B4-BE49-F238E27FC236}">
                    <a16:creationId xmlns:a16="http://schemas.microsoft.com/office/drawing/2014/main" id="{A02E1143-6858-01BA-2C32-B01703E9EBE2}"/>
                  </a:ext>
                </a:extLst>
              </p:cNvPr>
              <p:cNvSpPr/>
              <p:nvPr/>
            </p:nvSpPr>
            <p:spPr>
              <a:xfrm>
                <a:off x="10360342" y="670655"/>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3" name="Freeform: Shape 182">
                <a:extLst>
                  <a:ext uri="{FF2B5EF4-FFF2-40B4-BE49-F238E27FC236}">
                    <a16:creationId xmlns:a16="http://schemas.microsoft.com/office/drawing/2014/main" id="{DB085731-9411-B8CE-7DB2-81D9C1DA3327}"/>
                  </a:ext>
                </a:extLst>
              </p:cNvPr>
              <p:cNvSpPr/>
              <p:nvPr/>
            </p:nvSpPr>
            <p:spPr>
              <a:xfrm>
                <a:off x="10653522" y="5074062"/>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4" name="Freeform: Shape 183">
                <a:extLst>
                  <a:ext uri="{FF2B5EF4-FFF2-40B4-BE49-F238E27FC236}">
                    <a16:creationId xmlns:a16="http://schemas.microsoft.com/office/drawing/2014/main" id="{E066891D-4412-A95F-7657-277DD6E12224}"/>
                  </a:ext>
                </a:extLst>
              </p:cNvPr>
              <p:cNvSpPr/>
              <p:nvPr/>
            </p:nvSpPr>
            <p:spPr>
              <a:xfrm>
                <a:off x="10653522" y="476631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5" name="Freeform: Shape 184">
                <a:extLst>
                  <a:ext uri="{FF2B5EF4-FFF2-40B4-BE49-F238E27FC236}">
                    <a16:creationId xmlns:a16="http://schemas.microsoft.com/office/drawing/2014/main" id="{903EDD9C-0695-0647-EE7A-484DBF53B6B3}"/>
                  </a:ext>
                </a:extLst>
              </p:cNvPr>
              <p:cNvSpPr/>
              <p:nvPr/>
            </p:nvSpPr>
            <p:spPr>
              <a:xfrm>
                <a:off x="10653522" y="5382101"/>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5"/>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6" name="Freeform: Shape 185">
                <a:extLst>
                  <a:ext uri="{FF2B5EF4-FFF2-40B4-BE49-F238E27FC236}">
                    <a16:creationId xmlns:a16="http://schemas.microsoft.com/office/drawing/2014/main" id="{94B245C5-DBFD-C0C5-EA38-517724AC5847}"/>
                  </a:ext>
                </a:extLst>
              </p:cNvPr>
              <p:cNvSpPr/>
              <p:nvPr/>
            </p:nvSpPr>
            <p:spPr>
              <a:xfrm>
                <a:off x="10653522" y="568985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7" name="Freeform: Shape 186">
                <a:extLst>
                  <a:ext uri="{FF2B5EF4-FFF2-40B4-BE49-F238E27FC236}">
                    <a16:creationId xmlns:a16="http://schemas.microsoft.com/office/drawing/2014/main" id="{9A6541A6-007D-47C4-EB32-0CF2ADDEC53E}"/>
                  </a:ext>
                </a:extLst>
              </p:cNvPr>
              <p:cNvSpPr/>
              <p:nvPr/>
            </p:nvSpPr>
            <p:spPr>
              <a:xfrm>
                <a:off x="10653522" y="384248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8" name="Freeform: Shape 187">
                <a:extLst>
                  <a:ext uri="{FF2B5EF4-FFF2-40B4-BE49-F238E27FC236}">
                    <a16:creationId xmlns:a16="http://schemas.microsoft.com/office/drawing/2014/main" id="{4E90D591-2FFD-A910-B121-B9BF15F207C1}"/>
                  </a:ext>
                </a:extLst>
              </p:cNvPr>
              <p:cNvSpPr/>
              <p:nvPr/>
            </p:nvSpPr>
            <p:spPr>
              <a:xfrm>
                <a:off x="10653522" y="3534727"/>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9" name="Freeform: Shape 188">
                <a:extLst>
                  <a:ext uri="{FF2B5EF4-FFF2-40B4-BE49-F238E27FC236}">
                    <a16:creationId xmlns:a16="http://schemas.microsoft.com/office/drawing/2014/main" id="{58D1926B-4530-BEE2-9641-E75F261677ED}"/>
                  </a:ext>
                </a:extLst>
              </p:cNvPr>
              <p:cNvSpPr/>
              <p:nvPr/>
            </p:nvSpPr>
            <p:spPr>
              <a:xfrm>
                <a:off x="10653522" y="5997892"/>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0" name="Freeform: Shape 189">
                <a:extLst>
                  <a:ext uri="{FF2B5EF4-FFF2-40B4-BE49-F238E27FC236}">
                    <a16:creationId xmlns:a16="http://schemas.microsoft.com/office/drawing/2014/main" id="{9EAED8A8-4D6E-8E28-308C-6350EE2A0488}"/>
                  </a:ext>
                </a:extLst>
              </p:cNvPr>
              <p:cNvSpPr/>
              <p:nvPr/>
            </p:nvSpPr>
            <p:spPr>
              <a:xfrm>
                <a:off x="10653522" y="4150518"/>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39719"/>
                      <a:pt x="51435" y="25717"/>
                    </a:cubicBezTo>
                    <a:cubicBezTo>
                      <a:pt x="51435" y="11716"/>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1" name="Freeform: Shape 190">
                <a:extLst>
                  <a:ext uri="{FF2B5EF4-FFF2-40B4-BE49-F238E27FC236}">
                    <a16:creationId xmlns:a16="http://schemas.microsoft.com/office/drawing/2014/main" id="{28B140EC-4065-13FB-E1BD-4C760CDC0C4D}"/>
                  </a:ext>
                </a:extLst>
              </p:cNvPr>
              <p:cNvSpPr/>
              <p:nvPr/>
            </p:nvSpPr>
            <p:spPr>
              <a:xfrm>
                <a:off x="10653522" y="4458271"/>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2" name="Freeform: Shape 191">
                <a:extLst>
                  <a:ext uri="{FF2B5EF4-FFF2-40B4-BE49-F238E27FC236}">
                    <a16:creationId xmlns:a16="http://schemas.microsoft.com/office/drawing/2014/main" id="{19526B6F-932C-63BC-4530-E27B5868429F}"/>
                  </a:ext>
                </a:extLst>
              </p:cNvPr>
              <p:cNvSpPr/>
              <p:nvPr/>
            </p:nvSpPr>
            <p:spPr>
              <a:xfrm>
                <a:off x="10653522" y="3226688"/>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3" name="Freeform: Shape 192">
                <a:extLst>
                  <a:ext uri="{FF2B5EF4-FFF2-40B4-BE49-F238E27FC236}">
                    <a16:creationId xmlns:a16="http://schemas.microsoft.com/office/drawing/2014/main" id="{93724A69-DE0F-F13D-A790-A5F9E67B7B84}"/>
                  </a:ext>
                </a:extLst>
              </p:cNvPr>
              <p:cNvSpPr/>
              <p:nvPr/>
            </p:nvSpPr>
            <p:spPr>
              <a:xfrm>
                <a:off x="10653522" y="661368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4" name="Freeform: Shape 193">
                <a:extLst>
                  <a:ext uri="{FF2B5EF4-FFF2-40B4-BE49-F238E27FC236}">
                    <a16:creationId xmlns:a16="http://schemas.microsoft.com/office/drawing/2014/main" id="{770955C4-EEE2-57DB-11A4-1E9B436D1AC8}"/>
                  </a:ext>
                </a:extLst>
              </p:cNvPr>
              <p:cNvSpPr/>
              <p:nvPr/>
            </p:nvSpPr>
            <p:spPr>
              <a:xfrm>
                <a:off x="10653522" y="6305930"/>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5" name="Freeform: Shape 194">
                <a:extLst>
                  <a:ext uri="{FF2B5EF4-FFF2-40B4-BE49-F238E27FC236}">
                    <a16:creationId xmlns:a16="http://schemas.microsoft.com/office/drawing/2014/main" id="{A573E1BD-7B01-A5A5-689E-472A985EBA31}"/>
                  </a:ext>
                </a:extLst>
              </p:cNvPr>
              <p:cNvSpPr/>
              <p:nvPr/>
            </p:nvSpPr>
            <p:spPr>
              <a:xfrm>
                <a:off x="10653522" y="76352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6" name="Freeform: Shape 195">
                <a:extLst>
                  <a:ext uri="{FF2B5EF4-FFF2-40B4-BE49-F238E27FC236}">
                    <a16:creationId xmlns:a16="http://schemas.microsoft.com/office/drawing/2014/main" id="{53CA69A5-F41F-64DE-8F60-4934C3F7668E}"/>
                  </a:ext>
                </a:extLst>
              </p:cNvPr>
              <p:cNvSpPr/>
              <p:nvPr/>
            </p:nvSpPr>
            <p:spPr>
              <a:xfrm>
                <a:off x="10653522" y="14773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7" name="Freeform: Shape 196">
                <a:extLst>
                  <a:ext uri="{FF2B5EF4-FFF2-40B4-BE49-F238E27FC236}">
                    <a16:creationId xmlns:a16="http://schemas.microsoft.com/office/drawing/2014/main" id="{9BE5A303-F285-CB75-0D59-FB8C14E0C1E9}"/>
                  </a:ext>
                </a:extLst>
              </p:cNvPr>
              <p:cNvSpPr/>
              <p:nvPr/>
            </p:nvSpPr>
            <p:spPr>
              <a:xfrm>
                <a:off x="10653522" y="2918936"/>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8" name="Freeform: Shape 197">
                <a:extLst>
                  <a:ext uri="{FF2B5EF4-FFF2-40B4-BE49-F238E27FC236}">
                    <a16:creationId xmlns:a16="http://schemas.microsoft.com/office/drawing/2014/main" id="{9FD829AD-F003-3B36-B02E-E7DB0667B873}"/>
                  </a:ext>
                </a:extLst>
              </p:cNvPr>
              <p:cNvSpPr/>
              <p:nvPr/>
            </p:nvSpPr>
            <p:spPr>
              <a:xfrm>
                <a:off x="10653522" y="1995106"/>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9" name="Freeform: Shape 198">
                <a:extLst>
                  <a:ext uri="{FF2B5EF4-FFF2-40B4-BE49-F238E27FC236}">
                    <a16:creationId xmlns:a16="http://schemas.microsoft.com/office/drawing/2014/main" id="{FC05E68C-7651-6C53-7D07-D2755590221D}"/>
                  </a:ext>
                </a:extLst>
              </p:cNvPr>
              <p:cNvSpPr/>
              <p:nvPr/>
            </p:nvSpPr>
            <p:spPr>
              <a:xfrm>
                <a:off x="10653522" y="455771"/>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0" name="Freeform: Shape 199">
                <a:extLst>
                  <a:ext uri="{FF2B5EF4-FFF2-40B4-BE49-F238E27FC236}">
                    <a16:creationId xmlns:a16="http://schemas.microsoft.com/office/drawing/2014/main" id="{1BD3DD04-857E-146F-BF75-ACB0AEF38DFE}"/>
                  </a:ext>
                </a:extLst>
              </p:cNvPr>
              <p:cNvSpPr/>
              <p:nvPr/>
            </p:nvSpPr>
            <p:spPr>
              <a:xfrm>
                <a:off x="10653522" y="1687353"/>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1" name="Freeform: Shape 200">
                <a:extLst>
                  <a:ext uri="{FF2B5EF4-FFF2-40B4-BE49-F238E27FC236}">
                    <a16:creationId xmlns:a16="http://schemas.microsoft.com/office/drawing/2014/main" id="{372D1988-66B2-6287-41AC-03DF34FFC935}"/>
                  </a:ext>
                </a:extLst>
              </p:cNvPr>
              <p:cNvSpPr/>
              <p:nvPr/>
            </p:nvSpPr>
            <p:spPr>
              <a:xfrm>
                <a:off x="10653522" y="2610897"/>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2" name="Freeform: Shape 201">
                <a:extLst>
                  <a:ext uri="{FF2B5EF4-FFF2-40B4-BE49-F238E27FC236}">
                    <a16:creationId xmlns:a16="http://schemas.microsoft.com/office/drawing/2014/main" id="{4543C944-4113-0501-792F-C087C3B94D7D}"/>
                  </a:ext>
                </a:extLst>
              </p:cNvPr>
              <p:cNvSpPr/>
              <p:nvPr/>
            </p:nvSpPr>
            <p:spPr>
              <a:xfrm>
                <a:off x="10653522" y="2303144"/>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3" name="Freeform: Shape 202">
                <a:extLst>
                  <a:ext uri="{FF2B5EF4-FFF2-40B4-BE49-F238E27FC236}">
                    <a16:creationId xmlns:a16="http://schemas.microsoft.com/office/drawing/2014/main" id="{D65ACA46-2D44-CE7B-4A2D-B9D454079498}"/>
                  </a:ext>
                </a:extLst>
              </p:cNvPr>
              <p:cNvSpPr/>
              <p:nvPr/>
            </p:nvSpPr>
            <p:spPr>
              <a:xfrm>
                <a:off x="10653522" y="107156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4" name="Freeform: Shape 203">
                <a:extLst>
                  <a:ext uri="{FF2B5EF4-FFF2-40B4-BE49-F238E27FC236}">
                    <a16:creationId xmlns:a16="http://schemas.microsoft.com/office/drawing/2014/main" id="{FC216273-4C1A-43BA-2901-A43FBAB717A7}"/>
                  </a:ext>
                </a:extLst>
              </p:cNvPr>
              <p:cNvSpPr/>
              <p:nvPr/>
            </p:nvSpPr>
            <p:spPr>
              <a:xfrm>
                <a:off x="10653522" y="1379315"/>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5" name="Freeform: Shape 204">
                <a:extLst>
                  <a:ext uri="{FF2B5EF4-FFF2-40B4-BE49-F238E27FC236}">
                    <a16:creationId xmlns:a16="http://schemas.microsoft.com/office/drawing/2014/main" id="{EB3669ED-C287-8C4D-B20B-CFCA2DF37DEC}"/>
                  </a:ext>
                </a:extLst>
              </p:cNvPr>
              <p:cNvSpPr/>
              <p:nvPr/>
            </p:nvSpPr>
            <p:spPr>
              <a:xfrm>
                <a:off x="10932413" y="85210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7" name="Freeform: Shape 206">
                <a:extLst>
                  <a:ext uri="{FF2B5EF4-FFF2-40B4-BE49-F238E27FC236}">
                    <a16:creationId xmlns:a16="http://schemas.microsoft.com/office/drawing/2014/main" id="{94B8ACC1-7B3F-795C-449A-7B3DD0AC404D}"/>
                  </a:ext>
                </a:extLst>
              </p:cNvPr>
              <p:cNvSpPr/>
              <p:nvPr/>
            </p:nvSpPr>
            <p:spPr>
              <a:xfrm>
                <a:off x="10932413" y="265747"/>
                <a:ext cx="49149" cy="49149"/>
              </a:xfrm>
              <a:custGeom>
                <a:avLst/>
                <a:gdLst>
                  <a:gd name="connsiteX0" fmla="*/ 24575 w 49149"/>
                  <a:gd name="connsiteY0" fmla="*/ 0 h 49149"/>
                  <a:gd name="connsiteX1" fmla="*/ 0 w 49149"/>
                  <a:gd name="connsiteY1" fmla="*/ 24574 h 49149"/>
                  <a:gd name="connsiteX2" fmla="*/ 24575 w 49149"/>
                  <a:gd name="connsiteY2" fmla="*/ 49149 h 49149"/>
                  <a:gd name="connsiteX3" fmla="*/ 49149 w 49149"/>
                  <a:gd name="connsiteY3" fmla="*/ 24574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4"/>
                    </a:cubicBezTo>
                    <a:cubicBezTo>
                      <a:pt x="0" y="38291"/>
                      <a:pt x="10859" y="49149"/>
                      <a:pt x="24575" y="49149"/>
                    </a:cubicBezTo>
                    <a:cubicBezTo>
                      <a:pt x="38290" y="49149"/>
                      <a:pt x="49149" y="38291"/>
                      <a:pt x="49149" y="24574"/>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8" name="Freeform: Shape 207">
                <a:extLst>
                  <a:ext uri="{FF2B5EF4-FFF2-40B4-BE49-F238E27FC236}">
                    <a16:creationId xmlns:a16="http://schemas.microsoft.com/office/drawing/2014/main" id="{ECB54A0D-110E-7A8A-848C-BFB03DE6C518}"/>
                  </a:ext>
                </a:extLst>
              </p:cNvPr>
              <p:cNvSpPr/>
              <p:nvPr/>
            </p:nvSpPr>
            <p:spPr>
              <a:xfrm>
                <a:off x="10932414" y="558927"/>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9" name="Freeform: Shape 208">
                <a:extLst>
                  <a:ext uri="{FF2B5EF4-FFF2-40B4-BE49-F238E27FC236}">
                    <a16:creationId xmlns:a16="http://schemas.microsoft.com/office/drawing/2014/main" id="{E24DE68B-DC8B-1086-4395-D52D8644C670}"/>
                  </a:ext>
                </a:extLst>
              </p:cNvPr>
              <p:cNvSpPr/>
              <p:nvPr/>
            </p:nvSpPr>
            <p:spPr>
              <a:xfrm>
                <a:off x="10932414" y="1145571"/>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0" name="Freeform: Shape 209">
                <a:extLst>
                  <a:ext uri="{FF2B5EF4-FFF2-40B4-BE49-F238E27FC236}">
                    <a16:creationId xmlns:a16="http://schemas.microsoft.com/office/drawing/2014/main" id="{BA4EAAC8-9340-EB2E-8625-A468FE346175}"/>
                  </a:ext>
                </a:extLst>
              </p:cNvPr>
              <p:cNvSpPr/>
              <p:nvPr/>
            </p:nvSpPr>
            <p:spPr>
              <a:xfrm>
                <a:off x="10932413" y="231857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1"/>
                      <a:pt x="10859" y="49149"/>
                      <a:pt x="24575" y="49149"/>
                    </a:cubicBezTo>
                    <a:cubicBezTo>
                      <a:pt x="38290" y="49149"/>
                      <a:pt x="49149" y="38291"/>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1" name="Freeform: Shape 210">
                <a:extLst>
                  <a:ext uri="{FF2B5EF4-FFF2-40B4-BE49-F238E27FC236}">
                    <a16:creationId xmlns:a16="http://schemas.microsoft.com/office/drawing/2014/main" id="{1D9A0641-80DA-318F-1ECD-159175F5D31D}"/>
                  </a:ext>
                </a:extLst>
              </p:cNvPr>
              <p:cNvSpPr/>
              <p:nvPr/>
            </p:nvSpPr>
            <p:spPr>
              <a:xfrm>
                <a:off x="10932413" y="173193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2" name="Freeform: Shape 211">
                <a:extLst>
                  <a:ext uri="{FF2B5EF4-FFF2-40B4-BE49-F238E27FC236}">
                    <a16:creationId xmlns:a16="http://schemas.microsoft.com/office/drawing/2014/main" id="{2D79A75D-4AB9-ADCC-4D70-3F5913F45429}"/>
                  </a:ext>
                </a:extLst>
              </p:cNvPr>
              <p:cNvSpPr/>
              <p:nvPr/>
            </p:nvSpPr>
            <p:spPr>
              <a:xfrm>
                <a:off x="10932413" y="261175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3" name="Freeform: Shape 212">
                <a:extLst>
                  <a:ext uri="{FF2B5EF4-FFF2-40B4-BE49-F238E27FC236}">
                    <a16:creationId xmlns:a16="http://schemas.microsoft.com/office/drawing/2014/main" id="{BDE40018-D13C-6EE8-1D69-52EB69BC8D1B}"/>
                  </a:ext>
                </a:extLst>
              </p:cNvPr>
              <p:cNvSpPr/>
              <p:nvPr/>
            </p:nvSpPr>
            <p:spPr>
              <a:xfrm>
                <a:off x="10932413" y="2025110"/>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4" name="Freeform: Shape 213">
                <a:extLst>
                  <a:ext uri="{FF2B5EF4-FFF2-40B4-BE49-F238E27FC236}">
                    <a16:creationId xmlns:a16="http://schemas.microsoft.com/office/drawing/2014/main" id="{DAED95BE-65F1-4611-7CFB-83FEA2500381}"/>
                  </a:ext>
                </a:extLst>
              </p:cNvPr>
              <p:cNvSpPr/>
              <p:nvPr/>
            </p:nvSpPr>
            <p:spPr>
              <a:xfrm>
                <a:off x="10932413" y="143875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5" name="Freeform: Shape 214">
                <a:extLst>
                  <a:ext uri="{FF2B5EF4-FFF2-40B4-BE49-F238E27FC236}">
                    <a16:creationId xmlns:a16="http://schemas.microsoft.com/office/drawing/2014/main" id="{6D1A6AB8-B3FB-0C4A-104B-7E2F124DBD4B}"/>
                  </a:ext>
                </a:extLst>
              </p:cNvPr>
              <p:cNvSpPr/>
              <p:nvPr/>
            </p:nvSpPr>
            <p:spPr>
              <a:xfrm>
                <a:off x="10932413" y="2904934"/>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005"/>
                      <a:pt x="49149" y="24574"/>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6" name="Freeform: Shape 215">
                <a:extLst>
                  <a:ext uri="{FF2B5EF4-FFF2-40B4-BE49-F238E27FC236}">
                    <a16:creationId xmlns:a16="http://schemas.microsoft.com/office/drawing/2014/main" id="{DB1C0019-6659-2FD8-B5FF-6DE19A3276E0}"/>
                  </a:ext>
                </a:extLst>
              </p:cNvPr>
              <p:cNvSpPr/>
              <p:nvPr/>
            </p:nvSpPr>
            <p:spPr>
              <a:xfrm>
                <a:off x="10932413" y="642366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7" name="Freeform: Shape 216">
                <a:extLst>
                  <a:ext uri="{FF2B5EF4-FFF2-40B4-BE49-F238E27FC236}">
                    <a16:creationId xmlns:a16="http://schemas.microsoft.com/office/drawing/2014/main" id="{01AE8611-E938-DCAE-5D4B-97A48BCA25B9}"/>
                  </a:ext>
                </a:extLst>
              </p:cNvPr>
              <p:cNvSpPr/>
              <p:nvPr/>
            </p:nvSpPr>
            <p:spPr>
              <a:xfrm>
                <a:off x="10932413" y="613048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8" name="Freeform: Shape 217">
                <a:extLst>
                  <a:ext uri="{FF2B5EF4-FFF2-40B4-BE49-F238E27FC236}">
                    <a16:creationId xmlns:a16="http://schemas.microsoft.com/office/drawing/2014/main" id="{3DC4426A-72BC-458D-ABAD-D82CF8892FEE}"/>
                  </a:ext>
                </a:extLst>
              </p:cNvPr>
              <p:cNvSpPr/>
              <p:nvPr/>
            </p:nvSpPr>
            <p:spPr>
              <a:xfrm>
                <a:off x="10932413" y="583730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9" name="Freeform: Shape 218">
                <a:extLst>
                  <a:ext uri="{FF2B5EF4-FFF2-40B4-BE49-F238E27FC236}">
                    <a16:creationId xmlns:a16="http://schemas.microsoft.com/office/drawing/2014/main" id="{1FB4D0A2-87E4-5701-374D-05B92D452278}"/>
                  </a:ext>
                </a:extLst>
              </p:cNvPr>
              <p:cNvSpPr/>
              <p:nvPr/>
            </p:nvSpPr>
            <p:spPr>
              <a:xfrm>
                <a:off x="10932413" y="6717125"/>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290"/>
                      <a:pt x="49149" y="24574"/>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0" name="Freeform: Shape 219">
                <a:extLst>
                  <a:ext uri="{FF2B5EF4-FFF2-40B4-BE49-F238E27FC236}">
                    <a16:creationId xmlns:a16="http://schemas.microsoft.com/office/drawing/2014/main" id="{982CFCBF-A8BD-80AF-F78E-16C0C8417424}"/>
                  </a:ext>
                </a:extLst>
              </p:cNvPr>
              <p:cNvSpPr/>
              <p:nvPr/>
            </p:nvSpPr>
            <p:spPr>
              <a:xfrm>
                <a:off x="10932414" y="3198114"/>
                <a:ext cx="49149" cy="49148"/>
              </a:xfrm>
              <a:custGeom>
                <a:avLst/>
                <a:gdLst>
                  <a:gd name="connsiteX0" fmla="*/ 49149 w 49149"/>
                  <a:gd name="connsiteY0" fmla="*/ 24574 h 49148"/>
                  <a:gd name="connsiteX1" fmla="*/ 24574 w 49149"/>
                  <a:gd name="connsiteY1" fmla="*/ 49149 h 49148"/>
                  <a:gd name="connsiteX2" fmla="*/ 0 w 49149"/>
                  <a:gd name="connsiteY2" fmla="*/ 24574 h 49148"/>
                  <a:gd name="connsiteX3" fmla="*/ 24574 w 49149"/>
                  <a:gd name="connsiteY3" fmla="*/ 0 h 49148"/>
                  <a:gd name="connsiteX4" fmla="*/ 49149 w 49149"/>
                  <a:gd name="connsiteY4" fmla="*/ 24574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4"/>
                    </a:moveTo>
                    <a:cubicBezTo>
                      <a:pt x="49149" y="38147"/>
                      <a:pt x="38146" y="49149"/>
                      <a:pt x="24574" y="49149"/>
                    </a:cubicBezTo>
                    <a:cubicBezTo>
                      <a:pt x="11002" y="49149"/>
                      <a:pt x="0" y="38147"/>
                      <a:pt x="0" y="24574"/>
                    </a:cubicBezTo>
                    <a:cubicBezTo>
                      <a:pt x="0" y="11002"/>
                      <a:pt x="11002" y="0"/>
                      <a:pt x="24574" y="0"/>
                    </a:cubicBezTo>
                    <a:cubicBezTo>
                      <a:pt x="38146" y="0"/>
                      <a:pt x="49149" y="11002"/>
                      <a:pt x="49149" y="24574"/>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1" name="Freeform: Shape 220">
                <a:extLst>
                  <a:ext uri="{FF2B5EF4-FFF2-40B4-BE49-F238E27FC236}">
                    <a16:creationId xmlns:a16="http://schemas.microsoft.com/office/drawing/2014/main" id="{1979F647-765E-2AF0-7A1E-EBD87DDED5BB}"/>
                  </a:ext>
                </a:extLst>
              </p:cNvPr>
              <p:cNvSpPr/>
              <p:nvPr/>
            </p:nvSpPr>
            <p:spPr>
              <a:xfrm>
                <a:off x="10932413" y="554412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2" name="Freeform: Shape 221">
                <a:extLst>
                  <a:ext uri="{FF2B5EF4-FFF2-40B4-BE49-F238E27FC236}">
                    <a16:creationId xmlns:a16="http://schemas.microsoft.com/office/drawing/2014/main" id="{6240D549-260E-21AF-77F1-223E67DD9F81}"/>
                  </a:ext>
                </a:extLst>
              </p:cNvPr>
              <p:cNvSpPr/>
              <p:nvPr/>
            </p:nvSpPr>
            <p:spPr>
              <a:xfrm>
                <a:off x="10932413" y="3784758"/>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3" name="Freeform: Shape 222">
                <a:extLst>
                  <a:ext uri="{FF2B5EF4-FFF2-40B4-BE49-F238E27FC236}">
                    <a16:creationId xmlns:a16="http://schemas.microsoft.com/office/drawing/2014/main" id="{834A408C-AF04-283E-D327-CD93B0FF0FB9}"/>
                  </a:ext>
                </a:extLst>
              </p:cNvPr>
              <p:cNvSpPr/>
              <p:nvPr/>
            </p:nvSpPr>
            <p:spPr>
              <a:xfrm>
                <a:off x="10932413" y="4077938"/>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4"/>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4" name="Freeform: Shape 223">
                <a:extLst>
                  <a:ext uri="{FF2B5EF4-FFF2-40B4-BE49-F238E27FC236}">
                    <a16:creationId xmlns:a16="http://schemas.microsoft.com/office/drawing/2014/main" id="{652C9C5F-9C28-E465-6153-520B82786599}"/>
                  </a:ext>
                </a:extLst>
              </p:cNvPr>
              <p:cNvSpPr/>
              <p:nvPr/>
            </p:nvSpPr>
            <p:spPr>
              <a:xfrm>
                <a:off x="10932413" y="3491293"/>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5" name="Freeform: Shape 224">
                <a:extLst>
                  <a:ext uri="{FF2B5EF4-FFF2-40B4-BE49-F238E27FC236}">
                    <a16:creationId xmlns:a16="http://schemas.microsoft.com/office/drawing/2014/main" id="{92177F3F-17BB-D5AF-7F02-60798E85A1A7}"/>
                  </a:ext>
                </a:extLst>
              </p:cNvPr>
              <p:cNvSpPr/>
              <p:nvPr/>
            </p:nvSpPr>
            <p:spPr>
              <a:xfrm>
                <a:off x="10932413" y="525094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6" name="Freeform: Shape 225">
                <a:extLst>
                  <a:ext uri="{FF2B5EF4-FFF2-40B4-BE49-F238E27FC236}">
                    <a16:creationId xmlns:a16="http://schemas.microsoft.com/office/drawing/2014/main" id="{F6743B0C-51DB-F70A-C4F0-E8A06CF8C14D}"/>
                  </a:ext>
                </a:extLst>
              </p:cNvPr>
              <p:cNvSpPr/>
              <p:nvPr/>
            </p:nvSpPr>
            <p:spPr>
              <a:xfrm>
                <a:off x="10932413" y="437111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7" name="Freeform: Shape 226">
                <a:extLst>
                  <a:ext uri="{FF2B5EF4-FFF2-40B4-BE49-F238E27FC236}">
                    <a16:creationId xmlns:a16="http://schemas.microsoft.com/office/drawing/2014/main" id="{7D47811C-64CB-AE81-9A43-2286736DF57A}"/>
                  </a:ext>
                </a:extLst>
              </p:cNvPr>
              <p:cNvSpPr/>
              <p:nvPr/>
            </p:nvSpPr>
            <p:spPr>
              <a:xfrm>
                <a:off x="10932413" y="466429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8" name="Freeform: Shape 227">
                <a:extLst>
                  <a:ext uri="{FF2B5EF4-FFF2-40B4-BE49-F238E27FC236}">
                    <a16:creationId xmlns:a16="http://schemas.microsoft.com/office/drawing/2014/main" id="{3BB19834-FF94-EF1E-578E-5769E6DB20B2}"/>
                  </a:ext>
                </a:extLst>
              </p:cNvPr>
              <p:cNvSpPr/>
              <p:nvPr/>
            </p:nvSpPr>
            <p:spPr>
              <a:xfrm>
                <a:off x="10932413" y="495747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9" name="Freeform: Shape 228">
                <a:extLst>
                  <a:ext uri="{FF2B5EF4-FFF2-40B4-BE49-F238E27FC236}">
                    <a16:creationId xmlns:a16="http://schemas.microsoft.com/office/drawing/2014/main" id="{6059223E-8B77-D575-487D-A02392C7FB5A}"/>
                  </a:ext>
                </a:extLst>
              </p:cNvPr>
              <p:cNvSpPr/>
              <p:nvPr/>
            </p:nvSpPr>
            <p:spPr>
              <a:xfrm>
                <a:off x="11198161" y="65751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0" name="Freeform: Shape 229">
                <a:extLst>
                  <a:ext uri="{FF2B5EF4-FFF2-40B4-BE49-F238E27FC236}">
                    <a16:creationId xmlns:a16="http://schemas.microsoft.com/office/drawing/2014/main" id="{6E0F3949-FA50-6BC2-F192-322698D53F25}"/>
                  </a:ext>
                </a:extLst>
              </p:cNvPr>
              <p:cNvSpPr/>
              <p:nvPr/>
            </p:nvSpPr>
            <p:spPr>
              <a:xfrm>
                <a:off x="11198161" y="1215866"/>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1" name="Freeform: Shape 230">
                <a:extLst>
                  <a:ext uri="{FF2B5EF4-FFF2-40B4-BE49-F238E27FC236}">
                    <a16:creationId xmlns:a16="http://schemas.microsoft.com/office/drawing/2014/main" id="{339542D8-11FB-DC49-E8C6-329CD6952DFA}"/>
                  </a:ext>
                </a:extLst>
              </p:cNvPr>
              <p:cNvSpPr/>
              <p:nvPr/>
            </p:nvSpPr>
            <p:spPr>
              <a:xfrm>
                <a:off x="11198161" y="149532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2" name="Freeform: Shape 231">
                <a:extLst>
                  <a:ext uri="{FF2B5EF4-FFF2-40B4-BE49-F238E27FC236}">
                    <a16:creationId xmlns:a16="http://schemas.microsoft.com/office/drawing/2014/main" id="{F2F73796-D5DD-A590-6DB1-6C9254DDE0A3}"/>
                  </a:ext>
                </a:extLst>
              </p:cNvPr>
              <p:cNvSpPr/>
              <p:nvPr/>
            </p:nvSpPr>
            <p:spPr>
              <a:xfrm>
                <a:off x="11198161" y="205397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3" name="Freeform: Shape 232">
                <a:extLst>
                  <a:ext uri="{FF2B5EF4-FFF2-40B4-BE49-F238E27FC236}">
                    <a16:creationId xmlns:a16="http://schemas.microsoft.com/office/drawing/2014/main" id="{ADF4411C-7689-C1AB-A5C6-5FD9C99C26CF}"/>
                  </a:ext>
                </a:extLst>
              </p:cNvPr>
              <p:cNvSpPr/>
              <p:nvPr/>
            </p:nvSpPr>
            <p:spPr>
              <a:xfrm>
                <a:off x="11198161" y="2612326"/>
                <a:ext cx="46862" cy="46577"/>
              </a:xfrm>
              <a:custGeom>
                <a:avLst/>
                <a:gdLst>
                  <a:gd name="connsiteX0" fmla="*/ 23431 w 46862"/>
                  <a:gd name="connsiteY0" fmla="*/ 0 h 46577"/>
                  <a:gd name="connsiteX1" fmla="*/ 0 w 46862"/>
                  <a:gd name="connsiteY1" fmla="*/ 23146 h 46577"/>
                  <a:gd name="connsiteX2" fmla="*/ 23431 w 46862"/>
                  <a:gd name="connsiteY2" fmla="*/ 46577 h 46577"/>
                  <a:gd name="connsiteX3" fmla="*/ 46863 w 46862"/>
                  <a:gd name="connsiteY3" fmla="*/ 23146 h 46577"/>
                  <a:gd name="connsiteX4" fmla="*/ 23431 w 46862"/>
                  <a:gd name="connsiteY4" fmla="*/ 0 h 4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577">
                    <a:moveTo>
                      <a:pt x="23431" y="0"/>
                    </a:moveTo>
                    <a:cubicBezTo>
                      <a:pt x="10573" y="0"/>
                      <a:pt x="0" y="10287"/>
                      <a:pt x="0" y="23146"/>
                    </a:cubicBezTo>
                    <a:cubicBezTo>
                      <a:pt x="0" y="36005"/>
                      <a:pt x="10573" y="46577"/>
                      <a:pt x="23431" y="46577"/>
                    </a:cubicBezTo>
                    <a:cubicBezTo>
                      <a:pt x="36290" y="46577"/>
                      <a:pt x="46863" y="36005"/>
                      <a:pt x="46863" y="23146"/>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4" name="Freeform: Shape 233">
                <a:extLst>
                  <a:ext uri="{FF2B5EF4-FFF2-40B4-BE49-F238E27FC236}">
                    <a16:creationId xmlns:a16="http://schemas.microsoft.com/office/drawing/2014/main" id="{8ADD5A55-A7C7-CAC7-148F-72F3070B77F8}"/>
                  </a:ext>
                </a:extLst>
              </p:cNvPr>
              <p:cNvSpPr/>
              <p:nvPr/>
            </p:nvSpPr>
            <p:spPr>
              <a:xfrm>
                <a:off x="11198161" y="2891504"/>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5" name="Freeform: Shape 234">
                <a:extLst>
                  <a:ext uri="{FF2B5EF4-FFF2-40B4-BE49-F238E27FC236}">
                    <a16:creationId xmlns:a16="http://schemas.microsoft.com/office/drawing/2014/main" id="{0F51C60A-2DAE-1838-296C-CC5C6DE295EC}"/>
                  </a:ext>
                </a:extLst>
              </p:cNvPr>
              <p:cNvSpPr/>
              <p:nvPr/>
            </p:nvSpPr>
            <p:spPr>
              <a:xfrm>
                <a:off x="11198161" y="1774507"/>
                <a:ext cx="46862" cy="46863"/>
              </a:xfrm>
              <a:custGeom>
                <a:avLst/>
                <a:gdLst>
                  <a:gd name="connsiteX0" fmla="*/ 23431 w 46862"/>
                  <a:gd name="connsiteY0" fmla="*/ 0 h 46863"/>
                  <a:gd name="connsiteX1" fmla="*/ 0 w 46862"/>
                  <a:gd name="connsiteY1" fmla="*/ 23431 h 46863"/>
                  <a:gd name="connsiteX2" fmla="*/ 23431 w 46862"/>
                  <a:gd name="connsiteY2" fmla="*/ 46863 h 46863"/>
                  <a:gd name="connsiteX3" fmla="*/ 46863 w 46862"/>
                  <a:gd name="connsiteY3" fmla="*/ 23431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6" name="Freeform: Shape 235">
                <a:extLst>
                  <a:ext uri="{FF2B5EF4-FFF2-40B4-BE49-F238E27FC236}">
                    <a16:creationId xmlns:a16="http://schemas.microsoft.com/office/drawing/2014/main" id="{5F6F6305-2492-9EF3-16B9-3DCCD1C654D6}"/>
                  </a:ext>
                </a:extLst>
              </p:cNvPr>
              <p:cNvSpPr/>
              <p:nvPr/>
            </p:nvSpPr>
            <p:spPr>
              <a:xfrm>
                <a:off x="11198161" y="378047"/>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7" name="Freeform: Shape 236">
                <a:extLst>
                  <a:ext uri="{FF2B5EF4-FFF2-40B4-BE49-F238E27FC236}">
                    <a16:creationId xmlns:a16="http://schemas.microsoft.com/office/drawing/2014/main" id="{B2A521B0-DFF2-288A-050D-50275D92478D}"/>
                  </a:ext>
                </a:extLst>
              </p:cNvPr>
              <p:cNvSpPr/>
              <p:nvPr/>
            </p:nvSpPr>
            <p:spPr>
              <a:xfrm>
                <a:off x="11198161" y="233314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8" name="Freeform: Shape 237">
                <a:extLst>
                  <a:ext uri="{FF2B5EF4-FFF2-40B4-BE49-F238E27FC236}">
                    <a16:creationId xmlns:a16="http://schemas.microsoft.com/office/drawing/2014/main" id="{3FDD4774-FE56-B245-AE71-76ACA8C224B8}"/>
                  </a:ext>
                </a:extLst>
              </p:cNvPr>
              <p:cNvSpPr/>
              <p:nvPr/>
            </p:nvSpPr>
            <p:spPr>
              <a:xfrm>
                <a:off x="11198161" y="98869"/>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2"/>
                    </a:cubicBezTo>
                    <a:cubicBezTo>
                      <a:pt x="0" y="36576"/>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9" name="Freeform: Shape 238">
                <a:extLst>
                  <a:ext uri="{FF2B5EF4-FFF2-40B4-BE49-F238E27FC236}">
                    <a16:creationId xmlns:a16="http://schemas.microsoft.com/office/drawing/2014/main" id="{DB6B69B3-5F87-7A42-56F0-61E731408339}"/>
                  </a:ext>
                </a:extLst>
              </p:cNvPr>
              <p:cNvSpPr/>
              <p:nvPr/>
            </p:nvSpPr>
            <p:spPr>
              <a:xfrm>
                <a:off x="11198161" y="3170682"/>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1"/>
                      <a:pt x="10490" y="0"/>
                      <a:pt x="23431" y="0"/>
                    </a:cubicBezTo>
                    <a:cubicBezTo>
                      <a:pt x="36372" y="0"/>
                      <a:pt x="46863" y="10491"/>
                      <a:pt x="46863" y="23431"/>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0" name="Freeform: Shape 239">
                <a:extLst>
                  <a:ext uri="{FF2B5EF4-FFF2-40B4-BE49-F238E27FC236}">
                    <a16:creationId xmlns:a16="http://schemas.microsoft.com/office/drawing/2014/main" id="{703CB638-B43B-EB14-9497-6EE6D1290398}"/>
                  </a:ext>
                </a:extLst>
              </p:cNvPr>
              <p:cNvSpPr/>
              <p:nvPr/>
            </p:nvSpPr>
            <p:spPr>
              <a:xfrm>
                <a:off x="11198161" y="93668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1" name="Freeform: Shape 240">
                <a:extLst>
                  <a:ext uri="{FF2B5EF4-FFF2-40B4-BE49-F238E27FC236}">
                    <a16:creationId xmlns:a16="http://schemas.microsoft.com/office/drawing/2014/main" id="{95E2659B-DE32-44D5-BADE-8A2BE92C16D1}"/>
                  </a:ext>
                </a:extLst>
              </p:cNvPr>
              <p:cNvSpPr/>
              <p:nvPr/>
            </p:nvSpPr>
            <p:spPr>
              <a:xfrm>
                <a:off x="11198161" y="6522243"/>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3" name="Freeform: Shape 242">
                <a:extLst>
                  <a:ext uri="{FF2B5EF4-FFF2-40B4-BE49-F238E27FC236}">
                    <a16:creationId xmlns:a16="http://schemas.microsoft.com/office/drawing/2014/main" id="{E89E2779-00FC-9872-CEA9-41701C09A8C3}"/>
                  </a:ext>
                </a:extLst>
              </p:cNvPr>
              <p:cNvSpPr/>
              <p:nvPr/>
            </p:nvSpPr>
            <p:spPr>
              <a:xfrm>
                <a:off x="11198161" y="6242780"/>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0"/>
                      <a:pt x="10490" y="0"/>
                      <a:pt x="23431" y="0"/>
                    </a:cubicBezTo>
                    <a:cubicBezTo>
                      <a:pt x="36372" y="0"/>
                      <a:pt x="46863" y="10490"/>
                      <a:pt x="46863" y="23431"/>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4" name="Freeform: Shape 243">
                <a:extLst>
                  <a:ext uri="{FF2B5EF4-FFF2-40B4-BE49-F238E27FC236}">
                    <a16:creationId xmlns:a16="http://schemas.microsoft.com/office/drawing/2014/main" id="{D5D30BF2-0E51-0316-B3F9-4AFBF89BC573}"/>
                  </a:ext>
                </a:extLst>
              </p:cNvPr>
              <p:cNvSpPr/>
              <p:nvPr/>
            </p:nvSpPr>
            <p:spPr>
              <a:xfrm>
                <a:off x="11198161" y="5963602"/>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5" name="Freeform: Shape 244">
                <a:extLst>
                  <a:ext uri="{FF2B5EF4-FFF2-40B4-BE49-F238E27FC236}">
                    <a16:creationId xmlns:a16="http://schemas.microsoft.com/office/drawing/2014/main" id="{3DFC9130-6BD4-F77E-F060-AF1E0F276B6B}"/>
                  </a:ext>
                </a:extLst>
              </p:cNvPr>
              <p:cNvSpPr/>
              <p:nvPr/>
            </p:nvSpPr>
            <p:spPr>
              <a:xfrm>
                <a:off x="11198161" y="4008786"/>
                <a:ext cx="46862" cy="46862"/>
              </a:xfrm>
              <a:custGeom>
                <a:avLst/>
                <a:gdLst>
                  <a:gd name="connsiteX0" fmla="*/ 46863 w 46862"/>
                  <a:gd name="connsiteY0" fmla="*/ 23432 h 46862"/>
                  <a:gd name="connsiteX1" fmla="*/ 23431 w 46862"/>
                  <a:gd name="connsiteY1" fmla="*/ 46863 h 46862"/>
                  <a:gd name="connsiteX2" fmla="*/ 0 w 46862"/>
                  <a:gd name="connsiteY2" fmla="*/ 23432 h 46862"/>
                  <a:gd name="connsiteX3" fmla="*/ 23431 w 46862"/>
                  <a:gd name="connsiteY3" fmla="*/ 0 h 46862"/>
                  <a:gd name="connsiteX4" fmla="*/ 46863 w 46862"/>
                  <a:gd name="connsiteY4" fmla="*/ 23432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2"/>
                    </a:moveTo>
                    <a:cubicBezTo>
                      <a:pt x="46863" y="36373"/>
                      <a:pt x="36372" y="46863"/>
                      <a:pt x="23431" y="46863"/>
                    </a:cubicBezTo>
                    <a:cubicBezTo>
                      <a:pt x="10490" y="46863"/>
                      <a:pt x="0" y="36373"/>
                      <a:pt x="0" y="23432"/>
                    </a:cubicBezTo>
                    <a:cubicBezTo>
                      <a:pt x="0" y="10490"/>
                      <a:pt x="10490" y="0"/>
                      <a:pt x="23431" y="0"/>
                    </a:cubicBezTo>
                    <a:cubicBezTo>
                      <a:pt x="36372" y="0"/>
                      <a:pt x="46863" y="10490"/>
                      <a:pt x="46863" y="23432"/>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6" name="Freeform: Shape 245">
                <a:extLst>
                  <a:ext uri="{FF2B5EF4-FFF2-40B4-BE49-F238E27FC236}">
                    <a16:creationId xmlns:a16="http://schemas.microsoft.com/office/drawing/2014/main" id="{751A0CC3-1BCF-DE37-611A-B1B7FBA23B68}"/>
                  </a:ext>
                </a:extLst>
              </p:cNvPr>
              <p:cNvSpPr/>
              <p:nvPr/>
            </p:nvSpPr>
            <p:spPr>
              <a:xfrm>
                <a:off x="11198161" y="372960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1"/>
                    </a:cubicBezTo>
                    <a:cubicBezTo>
                      <a:pt x="0" y="36576"/>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7" name="Freeform: Shape 246">
                <a:extLst>
                  <a:ext uri="{FF2B5EF4-FFF2-40B4-BE49-F238E27FC236}">
                    <a16:creationId xmlns:a16="http://schemas.microsoft.com/office/drawing/2014/main" id="{94FAC35E-0B04-D09B-C6E8-E068C394B5B9}"/>
                  </a:ext>
                </a:extLst>
              </p:cNvPr>
              <p:cNvSpPr/>
              <p:nvPr/>
            </p:nvSpPr>
            <p:spPr>
              <a:xfrm>
                <a:off x="11198161" y="345014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8" name="Freeform: Shape 247">
                <a:extLst>
                  <a:ext uri="{FF2B5EF4-FFF2-40B4-BE49-F238E27FC236}">
                    <a16:creationId xmlns:a16="http://schemas.microsoft.com/office/drawing/2014/main" id="{F3F92588-7CF2-F16D-27A0-C13CC5A6BE84}"/>
                  </a:ext>
                </a:extLst>
              </p:cNvPr>
              <p:cNvSpPr/>
              <p:nvPr/>
            </p:nvSpPr>
            <p:spPr>
              <a:xfrm>
                <a:off x="11198161" y="5684424"/>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576"/>
                      <a:pt x="46863" y="23432"/>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9" name="Freeform: Shape 248">
                <a:extLst>
                  <a:ext uri="{FF2B5EF4-FFF2-40B4-BE49-F238E27FC236}">
                    <a16:creationId xmlns:a16="http://schemas.microsoft.com/office/drawing/2014/main" id="{124ECC53-F7A7-15D5-EDAB-E8DB8CB278A3}"/>
                  </a:ext>
                </a:extLst>
              </p:cNvPr>
              <p:cNvSpPr/>
              <p:nvPr/>
            </p:nvSpPr>
            <p:spPr>
              <a:xfrm>
                <a:off x="11198161" y="4287964"/>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0" name="Freeform: Shape 249">
                <a:extLst>
                  <a:ext uri="{FF2B5EF4-FFF2-40B4-BE49-F238E27FC236}">
                    <a16:creationId xmlns:a16="http://schemas.microsoft.com/office/drawing/2014/main" id="{93223F9F-DB22-73AA-80F6-74ED134BA244}"/>
                  </a:ext>
                </a:extLst>
              </p:cNvPr>
              <p:cNvSpPr/>
              <p:nvPr/>
            </p:nvSpPr>
            <p:spPr>
              <a:xfrm>
                <a:off x="11198161" y="484660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1" name="Freeform: Shape 250">
                <a:extLst>
                  <a:ext uri="{FF2B5EF4-FFF2-40B4-BE49-F238E27FC236}">
                    <a16:creationId xmlns:a16="http://schemas.microsoft.com/office/drawing/2014/main" id="{C49B5686-0E42-A0D5-617E-5D1D2630FDBF}"/>
                  </a:ext>
                </a:extLst>
              </p:cNvPr>
              <p:cNvSpPr/>
              <p:nvPr/>
            </p:nvSpPr>
            <p:spPr>
              <a:xfrm>
                <a:off x="11198161" y="5404961"/>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2" name="Freeform: Shape 251">
                <a:extLst>
                  <a:ext uri="{FF2B5EF4-FFF2-40B4-BE49-F238E27FC236}">
                    <a16:creationId xmlns:a16="http://schemas.microsoft.com/office/drawing/2014/main" id="{7CD21942-C850-BA36-36CF-4BD2F2A59261}"/>
                  </a:ext>
                </a:extLst>
              </p:cNvPr>
              <p:cNvSpPr/>
              <p:nvPr/>
            </p:nvSpPr>
            <p:spPr>
              <a:xfrm>
                <a:off x="11198161" y="4567142"/>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3" name="Freeform: Shape 252">
                <a:extLst>
                  <a:ext uri="{FF2B5EF4-FFF2-40B4-BE49-F238E27FC236}">
                    <a16:creationId xmlns:a16="http://schemas.microsoft.com/office/drawing/2014/main" id="{0888B702-8EFC-B149-C851-1BD7E92723CF}"/>
                  </a:ext>
                </a:extLst>
              </p:cNvPr>
              <p:cNvSpPr/>
              <p:nvPr/>
            </p:nvSpPr>
            <p:spPr>
              <a:xfrm>
                <a:off x="11198161" y="5125783"/>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4" name="Freeform: Shape 253">
                <a:extLst>
                  <a:ext uri="{FF2B5EF4-FFF2-40B4-BE49-F238E27FC236}">
                    <a16:creationId xmlns:a16="http://schemas.microsoft.com/office/drawing/2014/main" id="{228FA497-3CFD-7CE6-47AA-FA132A030E23}"/>
                  </a:ext>
                </a:extLst>
              </p:cNvPr>
              <p:cNvSpPr/>
              <p:nvPr/>
            </p:nvSpPr>
            <p:spPr>
              <a:xfrm>
                <a:off x="11451336" y="1549050"/>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5" name="Freeform: Shape 254">
                <a:extLst>
                  <a:ext uri="{FF2B5EF4-FFF2-40B4-BE49-F238E27FC236}">
                    <a16:creationId xmlns:a16="http://schemas.microsoft.com/office/drawing/2014/main" id="{52C9CD9F-C4CA-E3EF-014F-272A5D10374F}"/>
                  </a:ext>
                </a:extLst>
              </p:cNvPr>
              <p:cNvSpPr/>
              <p:nvPr/>
            </p:nvSpPr>
            <p:spPr>
              <a:xfrm>
                <a:off x="11451336" y="12830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6" name="Freeform: Shape 255">
                <a:extLst>
                  <a:ext uri="{FF2B5EF4-FFF2-40B4-BE49-F238E27FC236}">
                    <a16:creationId xmlns:a16="http://schemas.microsoft.com/office/drawing/2014/main" id="{04B7005A-383C-2996-2FCF-1CA5AF0AD8E1}"/>
                  </a:ext>
                </a:extLst>
              </p:cNvPr>
              <p:cNvSpPr/>
              <p:nvPr/>
            </p:nvSpPr>
            <p:spPr>
              <a:xfrm>
                <a:off x="11451336" y="1017269"/>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7" name="Freeform: Shape 256">
                <a:extLst>
                  <a:ext uri="{FF2B5EF4-FFF2-40B4-BE49-F238E27FC236}">
                    <a16:creationId xmlns:a16="http://schemas.microsoft.com/office/drawing/2014/main" id="{F1AF48E8-645C-54F8-A8AA-886359FB1817}"/>
                  </a:ext>
                </a:extLst>
              </p:cNvPr>
              <p:cNvSpPr/>
              <p:nvPr/>
            </p:nvSpPr>
            <p:spPr>
              <a:xfrm>
                <a:off x="11451336" y="234686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8" name="Freeform: Shape 257">
                <a:extLst>
                  <a:ext uri="{FF2B5EF4-FFF2-40B4-BE49-F238E27FC236}">
                    <a16:creationId xmlns:a16="http://schemas.microsoft.com/office/drawing/2014/main" id="{8454AB6A-8472-12CF-C6CF-33C06BB3F06F}"/>
                  </a:ext>
                </a:extLst>
              </p:cNvPr>
              <p:cNvSpPr/>
              <p:nvPr/>
            </p:nvSpPr>
            <p:spPr>
              <a:xfrm>
                <a:off x="11451336" y="261289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9" name="Freeform: Shape 258">
                <a:extLst>
                  <a:ext uri="{FF2B5EF4-FFF2-40B4-BE49-F238E27FC236}">
                    <a16:creationId xmlns:a16="http://schemas.microsoft.com/office/drawing/2014/main" id="{9058186A-05C2-A50A-3C86-89BD46BFFC7F}"/>
                  </a:ext>
                </a:extLst>
              </p:cNvPr>
              <p:cNvSpPr/>
              <p:nvPr/>
            </p:nvSpPr>
            <p:spPr>
              <a:xfrm>
                <a:off x="11451336" y="485203"/>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0" name="Freeform: Shape 259">
                <a:extLst>
                  <a:ext uri="{FF2B5EF4-FFF2-40B4-BE49-F238E27FC236}">
                    <a16:creationId xmlns:a16="http://schemas.microsoft.com/office/drawing/2014/main" id="{CEA5AB07-1B9D-6B37-6313-AE3D97E9D8FC}"/>
                  </a:ext>
                </a:extLst>
              </p:cNvPr>
              <p:cNvSpPr/>
              <p:nvPr/>
            </p:nvSpPr>
            <p:spPr>
              <a:xfrm>
                <a:off x="11451336" y="20811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1" name="Freeform: Shape 260">
                <a:extLst>
                  <a:ext uri="{FF2B5EF4-FFF2-40B4-BE49-F238E27FC236}">
                    <a16:creationId xmlns:a16="http://schemas.microsoft.com/office/drawing/2014/main" id="{C597026D-18CC-FDC8-C5BD-8A396392A439}"/>
                  </a:ext>
                </a:extLst>
              </p:cNvPr>
              <p:cNvSpPr/>
              <p:nvPr/>
            </p:nvSpPr>
            <p:spPr>
              <a:xfrm>
                <a:off x="11451336" y="181508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2" name="Freeform: Shape 261">
                <a:extLst>
                  <a:ext uri="{FF2B5EF4-FFF2-40B4-BE49-F238E27FC236}">
                    <a16:creationId xmlns:a16="http://schemas.microsoft.com/office/drawing/2014/main" id="{A6D953C2-DE27-5DE4-B566-0AEB136517D2}"/>
                  </a:ext>
                </a:extLst>
              </p:cNvPr>
              <p:cNvSpPr/>
              <p:nvPr/>
            </p:nvSpPr>
            <p:spPr>
              <a:xfrm>
                <a:off x="11451336" y="2878931"/>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3" name="Freeform: Shape 262">
                <a:extLst>
                  <a:ext uri="{FF2B5EF4-FFF2-40B4-BE49-F238E27FC236}">
                    <a16:creationId xmlns:a16="http://schemas.microsoft.com/office/drawing/2014/main" id="{F3A993BB-36E6-C679-746E-E4F9138DAA8F}"/>
                  </a:ext>
                </a:extLst>
              </p:cNvPr>
              <p:cNvSpPr/>
              <p:nvPr/>
            </p:nvSpPr>
            <p:spPr>
              <a:xfrm>
                <a:off x="11451336" y="219170"/>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4" name="Freeform: Shape 263">
                <a:extLst>
                  <a:ext uri="{FF2B5EF4-FFF2-40B4-BE49-F238E27FC236}">
                    <a16:creationId xmlns:a16="http://schemas.microsoft.com/office/drawing/2014/main" id="{48894D6A-B44C-FC20-9179-74F96FA272E7}"/>
                  </a:ext>
                </a:extLst>
              </p:cNvPr>
              <p:cNvSpPr/>
              <p:nvPr/>
            </p:nvSpPr>
            <p:spPr>
              <a:xfrm>
                <a:off x="11451336" y="660253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5" name="Freeform: Shape 264">
                <a:extLst>
                  <a:ext uri="{FF2B5EF4-FFF2-40B4-BE49-F238E27FC236}">
                    <a16:creationId xmlns:a16="http://schemas.microsoft.com/office/drawing/2014/main" id="{E564EBA8-330A-7397-378C-395A6C830C6A}"/>
                  </a:ext>
                </a:extLst>
              </p:cNvPr>
              <p:cNvSpPr/>
              <p:nvPr/>
            </p:nvSpPr>
            <p:spPr>
              <a:xfrm>
                <a:off x="11451336" y="633650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6" name="Freeform: Shape 265">
                <a:extLst>
                  <a:ext uri="{FF2B5EF4-FFF2-40B4-BE49-F238E27FC236}">
                    <a16:creationId xmlns:a16="http://schemas.microsoft.com/office/drawing/2014/main" id="{652FC733-49D3-230C-FF10-8528C460EF2C}"/>
                  </a:ext>
                </a:extLst>
              </p:cNvPr>
              <p:cNvSpPr/>
              <p:nvPr/>
            </p:nvSpPr>
            <p:spPr>
              <a:xfrm>
                <a:off x="11451336" y="607075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7" name="Freeform: Shape 266">
                <a:extLst>
                  <a:ext uri="{FF2B5EF4-FFF2-40B4-BE49-F238E27FC236}">
                    <a16:creationId xmlns:a16="http://schemas.microsoft.com/office/drawing/2014/main" id="{F5861651-F963-1C58-675B-12AABF8D12B6}"/>
                  </a:ext>
                </a:extLst>
              </p:cNvPr>
              <p:cNvSpPr/>
              <p:nvPr/>
            </p:nvSpPr>
            <p:spPr>
              <a:xfrm>
                <a:off x="11451336" y="58047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8" name="Freeform: Shape 267">
                <a:extLst>
                  <a:ext uri="{FF2B5EF4-FFF2-40B4-BE49-F238E27FC236}">
                    <a16:creationId xmlns:a16="http://schemas.microsoft.com/office/drawing/2014/main" id="{B83B2E6D-7600-FC2A-5E48-DD8C6F072727}"/>
                  </a:ext>
                </a:extLst>
              </p:cNvPr>
              <p:cNvSpPr/>
              <p:nvPr/>
            </p:nvSpPr>
            <p:spPr>
              <a:xfrm>
                <a:off x="11451336" y="5538692"/>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9" name="Freeform: Shape 268">
                <a:extLst>
                  <a:ext uri="{FF2B5EF4-FFF2-40B4-BE49-F238E27FC236}">
                    <a16:creationId xmlns:a16="http://schemas.microsoft.com/office/drawing/2014/main" id="{DF48E83A-9DA0-BC13-B2DC-7F0D27B3FDBD}"/>
                  </a:ext>
                </a:extLst>
              </p:cNvPr>
              <p:cNvSpPr/>
              <p:nvPr/>
            </p:nvSpPr>
            <p:spPr>
              <a:xfrm>
                <a:off x="11451336" y="4208811"/>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0" name="Freeform: Shape 269">
                <a:extLst>
                  <a:ext uri="{FF2B5EF4-FFF2-40B4-BE49-F238E27FC236}">
                    <a16:creationId xmlns:a16="http://schemas.microsoft.com/office/drawing/2014/main" id="{42EFC136-9B44-D3EF-5D0F-954A9C0E328E}"/>
                  </a:ext>
                </a:extLst>
              </p:cNvPr>
              <p:cNvSpPr/>
              <p:nvPr/>
            </p:nvSpPr>
            <p:spPr>
              <a:xfrm>
                <a:off x="11451336" y="39427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1" name="Freeform: Shape 270">
                <a:extLst>
                  <a:ext uri="{FF2B5EF4-FFF2-40B4-BE49-F238E27FC236}">
                    <a16:creationId xmlns:a16="http://schemas.microsoft.com/office/drawing/2014/main" id="{568F6ACF-16CF-E48D-0F0D-F314079E4F60}"/>
                  </a:ext>
                </a:extLst>
              </p:cNvPr>
              <p:cNvSpPr/>
              <p:nvPr/>
            </p:nvSpPr>
            <p:spPr>
              <a:xfrm>
                <a:off x="11451336" y="527265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2" name="Freeform: Shape 271">
                <a:extLst>
                  <a:ext uri="{FF2B5EF4-FFF2-40B4-BE49-F238E27FC236}">
                    <a16:creationId xmlns:a16="http://schemas.microsoft.com/office/drawing/2014/main" id="{B73D7C59-1011-1E00-970C-C2F1B38ACCD5}"/>
                  </a:ext>
                </a:extLst>
              </p:cNvPr>
              <p:cNvSpPr/>
              <p:nvPr/>
            </p:nvSpPr>
            <p:spPr>
              <a:xfrm>
                <a:off x="11451336" y="3144964"/>
                <a:ext cx="44576" cy="44577"/>
              </a:xfrm>
              <a:custGeom>
                <a:avLst/>
                <a:gdLst>
                  <a:gd name="connsiteX0" fmla="*/ 22288 w 44576"/>
                  <a:gd name="connsiteY0" fmla="*/ 0 h 44577"/>
                  <a:gd name="connsiteX1" fmla="*/ 0 w 44576"/>
                  <a:gd name="connsiteY1" fmla="*/ 22288 h 44577"/>
                  <a:gd name="connsiteX2" fmla="*/ 22288 w 44576"/>
                  <a:gd name="connsiteY2" fmla="*/ 44577 h 44577"/>
                  <a:gd name="connsiteX3" fmla="*/ 44577 w 44576"/>
                  <a:gd name="connsiteY3" fmla="*/ 22288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3" name="Freeform: Shape 272">
                <a:extLst>
                  <a:ext uri="{FF2B5EF4-FFF2-40B4-BE49-F238E27FC236}">
                    <a16:creationId xmlns:a16="http://schemas.microsoft.com/office/drawing/2014/main" id="{4BDB0B1F-C902-0572-9936-42AE334218CA}"/>
                  </a:ext>
                </a:extLst>
              </p:cNvPr>
              <p:cNvSpPr/>
              <p:nvPr/>
            </p:nvSpPr>
            <p:spPr>
              <a:xfrm>
                <a:off x="11451336" y="341099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4" name="Freeform: Shape 273">
                <a:extLst>
                  <a:ext uri="{FF2B5EF4-FFF2-40B4-BE49-F238E27FC236}">
                    <a16:creationId xmlns:a16="http://schemas.microsoft.com/office/drawing/2014/main" id="{A815013D-6E82-DA15-45CA-839B7F05A6D6}"/>
                  </a:ext>
                </a:extLst>
              </p:cNvPr>
              <p:cNvSpPr/>
              <p:nvPr/>
            </p:nvSpPr>
            <p:spPr>
              <a:xfrm>
                <a:off x="11451336" y="36767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5" name="Freeform: Shape 274">
                <a:extLst>
                  <a:ext uri="{FF2B5EF4-FFF2-40B4-BE49-F238E27FC236}">
                    <a16:creationId xmlns:a16="http://schemas.microsoft.com/office/drawing/2014/main" id="{40F6DBC9-92E1-824C-64B4-5661FC4041B0}"/>
                  </a:ext>
                </a:extLst>
              </p:cNvPr>
              <p:cNvSpPr/>
              <p:nvPr/>
            </p:nvSpPr>
            <p:spPr>
              <a:xfrm>
                <a:off x="11451336" y="44748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6" name="Freeform: Shape 275">
                <a:extLst>
                  <a:ext uri="{FF2B5EF4-FFF2-40B4-BE49-F238E27FC236}">
                    <a16:creationId xmlns:a16="http://schemas.microsoft.com/office/drawing/2014/main" id="{D68DE1A3-B7D6-C7F6-1222-9FAE0BFC3F62}"/>
                  </a:ext>
                </a:extLst>
              </p:cNvPr>
              <p:cNvSpPr/>
              <p:nvPr/>
            </p:nvSpPr>
            <p:spPr>
              <a:xfrm>
                <a:off x="11451336" y="50066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7" name="Freeform: Shape 276">
                <a:extLst>
                  <a:ext uri="{FF2B5EF4-FFF2-40B4-BE49-F238E27FC236}">
                    <a16:creationId xmlns:a16="http://schemas.microsoft.com/office/drawing/2014/main" id="{6EFA75C1-315B-8D81-7F48-AAD38885DA50}"/>
                  </a:ext>
                </a:extLst>
              </p:cNvPr>
              <p:cNvSpPr/>
              <p:nvPr/>
            </p:nvSpPr>
            <p:spPr>
              <a:xfrm>
                <a:off x="11451336" y="47408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8" name="Freeform: Shape 277">
                <a:extLst>
                  <a:ext uri="{FF2B5EF4-FFF2-40B4-BE49-F238E27FC236}">
                    <a16:creationId xmlns:a16="http://schemas.microsoft.com/office/drawing/2014/main" id="{BBF26146-2DCF-62BB-4685-27A57EFB56C5}"/>
                  </a:ext>
                </a:extLst>
              </p:cNvPr>
              <p:cNvSpPr/>
              <p:nvPr/>
            </p:nvSpPr>
            <p:spPr>
              <a:xfrm>
                <a:off x="11451336" y="75123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9" name="Freeform: Shape 278">
                <a:extLst>
                  <a:ext uri="{FF2B5EF4-FFF2-40B4-BE49-F238E27FC236}">
                    <a16:creationId xmlns:a16="http://schemas.microsoft.com/office/drawing/2014/main" id="{2EC66713-708C-2FE9-9DA6-3BC17DABFB36}"/>
                  </a:ext>
                </a:extLst>
              </p:cNvPr>
              <p:cNvSpPr/>
              <p:nvPr/>
            </p:nvSpPr>
            <p:spPr>
              <a:xfrm>
                <a:off x="11692509" y="1347025"/>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0" name="Freeform: Shape 279">
                <a:extLst>
                  <a:ext uri="{FF2B5EF4-FFF2-40B4-BE49-F238E27FC236}">
                    <a16:creationId xmlns:a16="http://schemas.microsoft.com/office/drawing/2014/main" id="{2CA49E60-F5E1-B80B-D7E7-020140CF3EF6}"/>
                  </a:ext>
                </a:extLst>
              </p:cNvPr>
              <p:cNvSpPr/>
              <p:nvPr/>
            </p:nvSpPr>
            <p:spPr>
              <a:xfrm>
                <a:off x="11692509" y="185366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1" name="Freeform: Shape 280">
                <a:extLst>
                  <a:ext uri="{FF2B5EF4-FFF2-40B4-BE49-F238E27FC236}">
                    <a16:creationId xmlns:a16="http://schemas.microsoft.com/office/drawing/2014/main" id="{D2A95250-BA24-AA27-8816-49439A2C17E2}"/>
                  </a:ext>
                </a:extLst>
              </p:cNvPr>
              <p:cNvSpPr/>
              <p:nvPr/>
            </p:nvSpPr>
            <p:spPr>
              <a:xfrm>
                <a:off x="11692509" y="1600485"/>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2" name="Freeform: Shape 281">
                <a:extLst>
                  <a:ext uri="{FF2B5EF4-FFF2-40B4-BE49-F238E27FC236}">
                    <a16:creationId xmlns:a16="http://schemas.microsoft.com/office/drawing/2014/main" id="{66B4DD73-8BF6-87E7-FA12-C9E79813DE5C}"/>
                  </a:ext>
                </a:extLst>
              </p:cNvPr>
              <p:cNvSpPr/>
              <p:nvPr/>
            </p:nvSpPr>
            <p:spPr>
              <a:xfrm>
                <a:off x="11692509" y="1093850"/>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3" name="Freeform: Shape 282">
                <a:extLst>
                  <a:ext uri="{FF2B5EF4-FFF2-40B4-BE49-F238E27FC236}">
                    <a16:creationId xmlns:a16="http://schemas.microsoft.com/office/drawing/2014/main" id="{DB434015-D059-F804-A555-E551B9F4BE9F}"/>
                  </a:ext>
                </a:extLst>
              </p:cNvPr>
              <p:cNvSpPr/>
              <p:nvPr/>
            </p:nvSpPr>
            <p:spPr>
              <a:xfrm>
                <a:off x="11692509" y="2613469"/>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4" name="Freeform: Shape 283">
                <a:extLst>
                  <a:ext uri="{FF2B5EF4-FFF2-40B4-BE49-F238E27FC236}">
                    <a16:creationId xmlns:a16="http://schemas.microsoft.com/office/drawing/2014/main" id="{794DA04D-D963-4DD0-4D7A-B7F15FC5DBFF}"/>
                  </a:ext>
                </a:extLst>
              </p:cNvPr>
              <p:cNvSpPr/>
              <p:nvPr/>
            </p:nvSpPr>
            <p:spPr>
              <a:xfrm>
                <a:off x="11692509" y="84039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5" name="Freeform: Shape 284">
                <a:extLst>
                  <a:ext uri="{FF2B5EF4-FFF2-40B4-BE49-F238E27FC236}">
                    <a16:creationId xmlns:a16="http://schemas.microsoft.com/office/drawing/2014/main" id="{B59EC335-8267-DEF4-F98E-43842E502E66}"/>
                  </a:ext>
                </a:extLst>
              </p:cNvPr>
              <p:cNvSpPr/>
              <p:nvPr/>
            </p:nvSpPr>
            <p:spPr>
              <a:xfrm>
                <a:off x="11692509" y="210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6" name="Freeform: Shape 285">
                <a:extLst>
                  <a:ext uri="{FF2B5EF4-FFF2-40B4-BE49-F238E27FC236}">
                    <a16:creationId xmlns:a16="http://schemas.microsoft.com/office/drawing/2014/main" id="{162665F2-9889-A9BF-E80C-3BFA28D0E671}"/>
                  </a:ext>
                </a:extLst>
              </p:cNvPr>
              <p:cNvSpPr/>
              <p:nvPr/>
            </p:nvSpPr>
            <p:spPr>
              <a:xfrm>
                <a:off x="11692509" y="2866929"/>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7" name="Freeform: Shape 286">
                <a:extLst>
                  <a:ext uri="{FF2B5EF4-FFF2-40B4-BE49-F238E27FC236}">
                    <a16:creationId xmlns:a16="http://schemas.microsoft.com/office/drawing/2014/main" id="{949BE56B-D97C-F99F-A418-1F0DED9306C6}"/>
                  </a:ext>
                </a:extLst>
              </p:cNvPr>
              <p:cNvSpPr/>
              <p:nvPr/>
            </p:nvSpPr>
            <p:spPr>
              <a:xfrm>
                <a:off x="11692509" y="2360294"/>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8" name="Freeform: Shape 287">
                <a:extLst>
                  <a:ext uri="{FF2B5EF4-FFF2-40B4-BE49-F238E27FC236}">
                    <a16:creationId xmlns:a16="http://schemas.microsoft.com/office/drawing/2014/main" id="{37000A44-1F52-2CAA-C26B-8DD4C4C1468A}"/>
                  </a:ext>
                </a:extLst>
              </p:cNvPr>
              <p:cNvSpPr/>
              <p:nvPr/>
            </p:nvSpPr>
            <p:spPr>
              <a:xfrm>
                <a:off x="11692509" y="587216"/>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9" name="Freeform: Shape 288">
                <a:extLst>
                  <a:ext uri="{FF2B5EF4-FFF2-40B4-BE49-F238E27FC236}">
                    <a16:creationId xmlns:a16="http://schemas.microsoft.com/office/drawing/2014/main" id="{6370B581-7451-4C67-1A4E-77CB931ECF1D}"/>
                  </a:ext>
                </a:extLst>
              </p:cNvPr>
              <p:cNvSpPr/>
              <p:nvPr/>
            </p:nvSpPr>
            <p:spPr>
              <a:xfrm>
                <a:off x="11692509" y="312010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0" name="Freeform: Shape 289">
                <a:extLst>
                  <a:ext uri="{FF2B5EF4-FFF2-40B4-BE49-F238E27FC236}">
                    <a16:creationId xmlns:a16="http://schemas.microsoft.com/office/drawing/2014/main" id="{DF25B223-0A35-1D58-4217-E171CD3FCF79}"/>
                  </a:ext>
                </a:extLst>
              </p:cNvPr>
              <p:cNvSpPr/>
              <p:nvPr/>
            </p:nvSpPr>
            <p:spPr>
              <a:xfrm>
                <a:off x="11692509" y="333756"/>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1" name="Freeform: Shape 290">
                <a:extLst>
                  <a:ext uri="{FF2B5EF4-FFF2-40B4-BE49-F238E27FC236}">
                    <a16:creationId xmlns:a16="http://schemas.microsoft.com/office/drawing/2014/main" id="{DE558899-39D2-960E-117D-4203A9CBD65A}"/>
                  </a:ext>
                </a:extLst>
              </p:cNvPr>
              <p:cNvSpPr/>
              <p:nvPr/>
            </p:nvSpPr>
            <p:spPr>
              <a:xfrm>
                <a:off x="11692509" y="80581"/>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2" name="Freeform: Shape 291">
                <a:extLst>
                  <a:ext uri="{FF2B5EF4-FFF2-40B4-BE49-F238E27FC236}">
                    <a16:creationId xmlns:a16="http://schemas.microsoft.com/office/drawing/2014/main" id="{71D8F65B-6E2F-F53E-51E9-985E83F22FE6}"/>
                  </a:ext>
                </a:extLst>
              </p:cNvPr>
              <p:cNvSpPr/>
              <p:nvPr/>
            </p:nvSpPr>
            <p:spPr>
              <a:xfrm>
                <a:off x="11692509" y="6666547"/>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3" name="Freeform: Shape 292">
                <a:extLst>
                  <a:ext uri="{FF2B5EF4-FFF2-40B4-BE49-F238E27FC236}">
                    <a16:creationId xmlns:a16="http://schemas.microsoft.com/office/drawing/2014/main" id="{7C35746C-7F5A-A3D7-C2CA-F3ACDE214ACC}"/>
                  </a:ext>
                </a:extLst>
              </p:cNvPr>
              <p:cNvSpPr/>
              <p:nvPr/>
            </p:nvSpPr>
            <p:spPr>
              <a:xfrm>
                <a:off x="11692509" y="641308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4" name="Freeform: Shape 293">
                <a:extLst>
                  <a:ext uri="{FF2B5EF4-FFF2-40B4-BE49-F238E27FC236}">
                    <a16:creationId xmlns:a16="http://schemas.microsoft.com/office/drawing/2014/main" id="{BE8BD5C5-9845-DC31-65AD-38106163A46F}"/>
                  </a:ext>
                </a:extLst>
              </p:cNvPr>
              <p:cNvSpPr/>
              <p:nvPr/>
            </p:nvSpPr>
            <p:spPr>
              <a:xfrm>
                <a:off x="11692509" y="6159912"/>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29"/>
                      <a:pt x="0" y="21145"/>
                    </a:cubicBezTo>
                    <a:cubicBezTo>
                      <a:pt x="0" y="32861"/>
                      <a:pt x="9430" y="42291"/>
                      <a:pt x="21145" y="42291"/>
                    </a:cubicBezTo>
                    <a:cubicBezTo>
                      <a:pt x="32861" y="42291"/>
                      <a:pt x="42291" y="32861"/>
                      <a:pt x="42291" y="21145"/>
                    </a:cubicBezTo>
                    <a:cubicBezTo>
                      <a:pt x="42291" y="9429"/>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5" name="Freeform: Shape 294">
                <a:extLst>
                  <a:ext uri="{FF2B5EF4-FFF2-40B4-BE49-F238E27FC236}">
                    <a16:creationId xmlns:a16="http://schemas.microsoft.com/office/drawing/2014/main" id="{1AB8DFDE-FB2D-E078-E4A8-198E4E0F8BE3}"/>
                  </a:ext>
                </a:extLst>
              </p:cNvPr>
              <p:cNvSpPr/>
              <p:nvPr/>
            </p:nvSpPr>
            <p:spPr>
              <a:xfrm>
                <a:off x="11692509" y="5906452"/>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6" name="Freeform: Shape 295">
                <a:extLst>
                  <a:ext uri="{FF2B5EF4-FFF2-40B4-BE49-F238E27FC236}">
                    <a16:creationId xmlns:a16="http://schemas.microsoft.com/office/drawing/2014/main" id="{C0570AB1-829E-5662-6348-6234F57FE0A3}"/>
                  </a:ext>
                </a:extLst>
              </p:cNvPr>
              <p:cNvSpPr/>
              <p:nvPr/>
            </p:nvSpPr>
            <p:spPr>
              <a:xfrm>
                <a:off x="11692509" y="3373564"/>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7" name="Freeform: Shape 296">
                <a:extLst>
                  <a:ext uri="{FF2B5EF4-FFF2-40B4-BE49-F238E27FC236}">
                    <a16:creationId xmlns:a16="http://schemas.microsoft.com/office/drawing/2014/main" id="{1FD69BB6-13C1-8611-12AC-C412799F0C79}"/>
                  </a:ext>
                </a:extLst>
              </p:cNvPr>
              <p:cNvSpPr/>
              <p:nvPr/>
            </p:nvSpPr>
            <p:spPr>
              <a:xfrm>
                <a:off x="11692509" y="565327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8" name="Freeform: Shape 297">
                <a:extLst>
                  <a:ext uri="{FF2B5EF4-FFF2-40B4-BE49-F238E27FC236}">
                    <a16:creationId xmlns:a16="http://schemas.microsoft.com/office/drawing/2014/main" id="{2E9B244C-7905-26AC-EAB8-1A89D8F6F5B5}"/>
                  </a:ext>
                </a:extLst>
              </p:cNvPr>
              <p:cNvSpPr/>
              <p:nvPr/>
            </p:nvSpPr>
            <p:spPr>
              <a:xfrm>
                <a:off x="11692509" y="362673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9" name="Freeform: Shape 298">
                <a:extLst>
                  <a:ext uri="{FF2B5EF4-FFF2-40B4-BE49-F238E27FC236}">
                    <a16:creationId xmlns:a16="http://schemas.microsoft.com/office/drawing/2014/main" id="{4542B336-C711-E420-B444-416B38E5F735}"/>
                  </a:ext>
                </a:extLst>
              </p:cNvPr>
              <p:cNvSpPr/>
              <p:nvPr/>
            </p:nvSpPr>
            <p:spPr>
              <a:xfrm>
                <a:off x="11692509" y="438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0" name="Freeform: Shape 299">
                <a:extLst>
                  <a:ext uri="{FF2B5EF4-FFF2-40B4-BE49-F238E27FC236}">
                    <a16:creationId xmlns:a16="http://schemas.microsoft.com/office/drawing/2014/main" id="{BAC4D662-8DEF-3489-8A97-7433D3066286}"/>
                  </a:ext>
                </a:extLst>
              </p:cNvPr>
              <p:cNvSpPr/>
              <p:nvPr/>
            </p:nvSpPr>
            <p:spPr>
              <a:xfrm>
                <a:off x="11692509" y="4133373"/>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1" name="Freeform: Shape 300">
                <a:extLst>
                  <a:ext uri="{FF2B5EF4-FFF2-40B4-BE49-F238E27FC236}">
                    <a16:creationId xmlns:a16="http://schemas.microsoft.com/office/drawing/2014/main" id="{A3F47F47-FD5D-6427-F74C-D369736E42F4}"/>
                  </a:ext>
                </a:extLst>
              </p:cNvPr>
              <p:cNvSpPr/>
              <p:nvPr/>
            </p:nvSpPr>
            <p:spPr>
              <a:xfrm>
                <a:off x="11692509" y="3880199"/>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2" name="Freeform: Shape 301">
                <a:extLst>
                  <a:ext uri="{FF2B5EF4-FFF2-40B4-BE49-F238E27FC236}">
                    <a16:creationId xmlns:a16="http://schemas.microsoft.com/office/drawing/2014/main" id="{48155619-F73C-7554-F9C1-68A56DB29480}"/>
                  </a:ext>
                </a:extLst>
              </p:cNvPr>
              <p:cNvSpPr/>
              <p:nvPr/>
            </p:nvSpPr>
            <p:spPr>
              <a:xfrm>
                <a:off x="11692509" y="5146643"/>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3" name="Freeform: Shape 302">
                <a:extLst>
                  <a:ext uri="{FF2B5EF4-FFF2-40B4-BE49-F238E27FC236}">
                    <a16:creationId xmlns:a16="http://schemas.microsoft.com/office/drawing/2014/main" id="{92907502-368C-F7F0-3C35-2C0074E78E91}"/>
                  </a:ext>
                </a:extLst>
              </p:cNvPr>
              <p:cNvSpPr/>
              <p:nvPr/>
            </p:nvSpPr>
            <p:spPr>
              <a:xfrm>
                <a:off x="11692509" y="5399817"/>
                <a:ext cx="42290" cy="42576"/>
              </a:xfrm>
              <a:custGeom>
                <a:avLst/>
                <a:gdLst>
                  <a:gd name="connsiteX0" fmla="*/ 21145 w 42290"/>
                  <a:gd name="connsiteY0" fmla="*/ 0 h 42576"/>
                  <a:gd name="connsiteX1" fmla="*/ 0 w 42290"/>
                  <a:gd name="connsiteY1" fmla="*/ 21146 h 42576"/>
                  <a:gd name="connsiteX2" fmla="*/ 21145 w 42290"/>
                  <a:gd name="connsiteY2" fmla="*/ 42577 h 42576"/>
                  <a:gd name="connsiteX3" fmla="*/ 42291 w 42290"/>
                  <a:gd name="connsiteY3" fmla="*/ 21146 h 42576"/>
                  <a:gd name="connsiteX4" fmla="*/ 21145 w 42290"/>
                  <a:gd name="connsiteY4" fmla="*/ 0 h 42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576">
                    <a:moveTo>
                      <a:pt x="21145" y="0"/>
                    </a:moveTo>
                    <a:cubicBezTo>
                      <a:pt x="9430" y="0"/>
                      <a:pt x="0" y="9430"/>
                      <a:pt x="0" y="21146"/>
                    </a:cubicBezTo>
                    <a:cubicBezTo>
                      <a:pt x="0" y="32861"/>
                      <a:pt x="9430" y="42577"/>
                      <a:pt x="21145" y="42577"/>
                    </a:cubicBezTo>
                    <a:cubicBezTo>
                      <a:pt x="32861" y="42577"/>
                      <a:pt x="42291" y="33147"/>
                      <a:pt x="42291" y="21146"/>
                    </a:cubicBezTo>
                    <a:cubicBezTo>
                      <a:pt x="42291" y="9144"/>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4" name="Freeform: Shape 303">
                <a:extLst>
                  <a:ext uri="{FF2B5EF4-FFF2-40B4-BE49-F238E27FC236}">
                    <a16:creationId xmlns:a16="http://schemas.microsoft.com/office/drawing/2014/main" id="{63EC4F88-9D45-9B72-073C-4F7FDBD82D0A}"/>
                  </a:ext>
                </a:extLst>
              </p:cNvPr>
              <p:cNvSpPr/>
              <p:nvPr/>
            </p:nvSpPr>
            <p:spPr>
              <a:xfrm>
                <a:off x="11692509" y="4640008"/>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5" name="Freeform: Shape 304">
                <a:extLst>
                  <a:ext uri="{FF2B5EF4-FFF2-40B4-BE49-F238E27FC236}">
                    <a16:creationId xmlns:a16="http://schemas.microsoft.com/office/drawing/2014/main" id="{FCD31B29-EE86-76DC-9A5F-B68925F648E3}"/>
                  </a:ext>
                </a:extLst>
              </p:cNvPr>
              <p:cNvSpPr/>
              <p:nvPr/>
            </p:nvSpPr>
            <p:spPr>
              <a:xfrm>
                <a:off x="11692509" y="489346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6" name="Freeform: Shape 305">
                <a:extLst>
                  <a:ext uri="{FF2B5EF4-FFF2-40B4-BE49-F238E27FC236}">
                    <a16:creationId xmlns:a16="http://schemas.microsoft.com/office/drawing/2014/main" id="{39E500FA-54B3-F93B-C5C9-7732FB39A9C3}"/>
                  </a:ext>
                </a:extLst>
              </p:cNvPr>
              <p:cNvSpPr/>
              <p:nvPr/>
            </p:nvSpPr>
            <p:spPr>
              <a:xfrm>
                <a:off x="11921966" y="1649063"/>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7" name="Freeform: Shape 306">
                <a:extLst>
                  <a:ext uri="{FF2B5EF4-FFF2-40B4-BE49-F238E27FC236}">
                    <a16:creationId xmlns:a16="http://schemas.microsoft.com/office/drawing/2014/main" id="{5A85575C-BDEC-82EE-4210-76EF07C7D426}"/>
                  </a:ext>
                </a:extLst>
              </p:cNvPr>
              <p:cNvSpPr/>
              <p:nvPr/>
            </p:nvSpPr>
            <p:spPr>
              <a:xfrm>
                <a:off x="11921966" y="1407890"/>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8" name="Freeform: Shape 307">
                <a:extLst>
                  <a:ext uri="{FF2B5EF4-FFF2-40B4-BE49-F238E27FC236}">
                    <a16:creationId xmlns:a16="http://schemas.microsoft.com/office/drawing/2014/main" id="{EA84F9C2-F044-6335-77E4-CA0A08C2E45C}"/>
                  </a:ext>
                </a:extLst>
              </p:cNvPr>
              <p:cNvSpPr/>
              <p:nvPr/>
            </p:nvSpPr>
            <p:spPr>
              <a:xfrm>
                <a:off x="11921966" y="116671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9" name="Freeform: Shape 308">
                <a:extLst>
                  <a:ext uri="{FF2B5EF4-FFF2-40B4-BE49-F238E27FC236}">
                    <a16:creationId xmlns:a16="http://schemas.microsoft.com/office/drawing/2014/main" id="{7919AD06-FA23-13AD-3BD5-C201247F8870}"/>
                  </a:ext>
                </a:extLst>
              </p:cNvPr>
              <p:cNvSpPr/>
              <p:nvPr/>
            </p:nvSpPr>
            <p:spPr>
              <a:xfrm>
                <a:off x="11921966" y="1890522"/>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0" name="Freeform: Shape 309">
                <a:extLst>
                  <a:ext uri="{FF2B5EF4-FFF2-40B4-BE49-F238E27FC236}">
                    <a16:creationId xmlns:a16="http://schemas.microsoft.com/office/drawing/2014/main" id="{3CA9F9C2-59EB-F6E9-36F0-6BA6B93B21CB}"/>
                  </a:ext>
                </a:extLst>
              </p:cNvPr>
              <p:cNvSpPr/>
              <p:nvPr/>
            </p:nvSpPr>
            <p:spPr>
              <a:xfrm>
                <a:off x="11921966" y="92554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1" name="Freeform: Shape 310">
                <a:extLst>
                  <a:ext uri="{FF2B5EF4-FFF2-40B4-BE49-F238E27FC236}">
                    <a16:creationId xmlns:a16="http://schemas.microsoft.com/office/drawing/2014/main" id="{3F136A12-6D76-F15C-6235-AF2324B25793}"/>
                  </a:ext>
                </a:extLst>
              </p:cNvPr>
              <p:cNvSpPr/>
              <p:nvPr/>
            </p:nvSpPr>
            <p:spPr>
              <a:xfrm>
                <a:off x="11921966" y="2131694"/>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432"/>
                      <a:pt x="40291" y="20003"/>
                    </a:cubicBezTo>
                    <a:cubicBezTo>
                      <a:pt x="40291" y="8573"/>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2" name="Freeform: Shape 311">
                <a:extLst>
                  <a:ext uri="{FF2B5EF4-FFF2-40B4-BE49-F238E27FC236}">
                    <a16:creationId xmlns:a16="http://schemas.microsoft.com/office/drawing/2014/main" id="{5DF9CF4F-BA78-1884-4690-CCBC9FE353E8}"/>
                  </a:ext>
                </a:extLst>
              </p:cNvPr>
              <p:cNvSpPr/>
              <p:nvPr/>
            </p:nvSpPr>
            <p:spPr>
              <a:xfrm>
                <a:off x="11921966" y="2614041"/>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2"/>
                      <a:pt x="40291" y="20002"/>
                    </a:cubicBezTo>
                    <a:cubicBezTo>
                      <a:pt x="40291" y="8572"/>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3" name="Freeform: Shape 312">
                <a:extLst>
                  <a:ext uri="{FF2B5EF4-FFF2-40B4-BE49-F238E27FC236}">
                    <a16:creationId xmlns:a16="http://schemas.microsoft.com/office/drawing/2014/main" id="{E7C5E892-0424-D6B5-4A40-D6B4D89E3747}"/>
                  </a:ext>
                </a:extLst>
              </p:cNvPr>
              <p:cNvSpPr/>
              <p:nvPr/>
            </p:nvSpPr>
            <p:spPr>
              <a:xfrm>
                <a:off x="11921966" y="237286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4" name="Freeform: Shape 313">
                <a:extLst>
                  <a:ext uri="{FF2B5EF4-FFF2-40B4-BE49-F238E27FC236}">
                    <a16:creationId xmlns:a16="http://schemas.microsoft.com/office/drawing/2014/main" id="{50F1980B-F47A-3EA6-D58E-ADF7DA3572AA}"/>
                  </a:ext>
                </a:extLst>
              </p:cNvPr>
              <p:cNvSpPr/>
              <p:nvPr/>
            </p:nvSpPr>
            <p:spPr>
              <a:xfrm>
                <a:off x="11921966" y="442912"/>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5" name="Freeform: Shape 314">
                <a:extLst>
                  <a:ext uri="{FF2B5EF4-FFF2-40B4-BE49-F238E27FC236}">
                    <a16:creationId xmlns:a16="http://schemas.microsoft.com/office/drawing/2014/main" id="{09E0AD83-BCF0-C2DA-6991-9D1D777A272C}"/>
                  </a:ext>
                </a:extLst>
              </p:cNvPr>
              <p:cNvSpPr/>
              <p:nvPr/>
            </p:nvSpPr>
            <p:spPr>
              <a:xfrm>
                <a:off x="11921966" y="3096672"/>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6" name="Freeform: Shape 315">
                <a:extLst>
                  <a:ext uri="{FF2B5EF4-FFF2-40B4-BE49-F238E27FC236}">
                    <a16:creationId xmlns:a16="http://schemas.microsoft.com/office/drawing/2014/main" id="{C4FECC5D-54B5-B37F-96EF-E725DCA63C1C}"/>
                  </a:ext>
                </a:extLst>
              </p:cNvPr>
              <p:cNvSpPr/>
              <p:nvPr/>
            </p:nvSpPr>
            <p:spPr>
              <a:xfrm>
                <a:off x="11921966" y="201739"/>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7" name="Freeform: Shape 316">
                <a:extLst>
                  <a:ext uri="{FF2B5EF4-FFF2-40B4-BE49-F238E27FC236}">
                    <a16:creationId xmlns:a16="http://schemas.microsoft.com/office/drawing/2014/main" id="{11958F05-0606-8DD3-2DDF-11F4B90F9884}"/>
                  </a:ext>
                </a:extLst>
              </p:cNvPr>
              <p:cNvSpPr/>
              <p:nvPr/>
            </p:nvSpPr>
            <p:spPr>
              <a:xfrm>
                <a:off x="11921966" y="68408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8" name="Freeform: Shape 317">
                <a:extLst>
                  <a:ext uri="{FF2B5EF4-FFF2-40B4-BE49-F238E27FC236}">
                    <a16:creationId xmlns:a16="http://schemas.microsoft.com/office/drawing/2014/main" id="{7C57E05C-E4E0-ED52-4139-61BCD192B2A4}"/>
                  </a:ext>
                </a:extLst>
              </p:cNvPr>
              <p:cNvSpPr/>
              <p:nvPr/>
            </p:nvSpPr>
            <p:spPr>
              <a:xfrm>
                <a:off x="11921966" y="2855499"/>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2"/>
                    </a:cubicBezTo>
                    <a:cubicBezTo>
                      <a:pt x="0" y="31147"/>
                      <a:pt x="8858" y="40291"/>
                      <a:pt x="20002" y="40291"/>
                    </a:cubicBezTo>
                    <a:cubicBezTo>
                      <a:pt x="31147" y="40291"/>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9" name="Freeform: Shape 318">
                <a:extLst>
                  <a:ext uri="{FF2B5EF4-FFF2-40B4-BE49-F238E27FC236}">
                    <a16:creationId xmlns:a16="http://schemas.microsoft.com/office/drawing/2014/main" id="{4B48525D-0F0A-5FCD-06E8-854B6C84AEE6}"/>
                  </a:ext>
                </a:extLst>
              </p:cNvPr>
              <p:cNvSpPr/>
              <p:nvPr/>
            </p:nvSpPr>
            <p:spPr>
              <a:xfrm>
                <a:off x="11921966" y="550897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0" name="Freeform: Shape 319">
                <a:extLst>
                  <a:ext uri="{FF2B5EF4-FFF2-40B4-BE49-F238E27FC236}">
                    <a16:creationId xmlns:a16="http://schemas.microsoft.com/office/drawing/2014/main" id="{BC3BE11B-F6B8-929D-3A6B-DC28930D61B6}"/>
                  </a:ext>
                </a:extLst>
              </p:cNvPr>
              <p:cNvSpPr/>
              <p:nvPr/>
            </p:nvSpPr>
            <p:spPr>
              <a:xfrm>
                <a:off x="11921966" y="623277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1" name="Freeform: Shape 320">
                <a:extLst>
                  <a:ext uri="{FF2B5EF4-FFF2-40B4-BE49-F238E27FC236}">
                    <a16:creationId xmlns:a16="http://schemas.microsoft.com/office/drawing/2014/main" id="{3E8E9636-966A-906A-9653-B354A7E56E3A}"/>
                  </a:ext>
                </a:extLst>
              </p:cNvPr>
              <p:cNvSpPr/>
              <p:nvPr/>
            </p:nvSpPr>
            <p:spPr>
              <a:xfrm>
                <a:off x="11921966" y="599160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9"/>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2" name="Freeform: Shape 321">
                <a:extLst>
                  <a:ext uri="{FF2B5EF4-FFF2-40B4-BE49-F238E27FC236}">
                    <a16:creationId xmlns:a16="http://schemas.microsoft.com/office/drawing/2014/main" id="{09A3733D-661C-0D5E-C2A9-842AFB2A5EB7}"/>
                  </a:ext>
                </a:extLst>
              </p:cNvPr>
              <p:cNvSpPr/>
              <p:nvPr/>
            </p:nvSpPr>
            <p:spPr>
              <a:xfrm>
                <a:off x="11921966" y="5750433"/>
                <a:ext cx="40290" cy="40290"/>
              </a:xfrm>
              <a:custGeom>
                <a:avLst/>
                <a:gdLst>
                  <a:gd name="connsiteX0" fmla="*/ 20002 w 40290"/>
                  <a:gd name="connsiteY0" fmla="*/ 0 h 40290"/>
                  <a:gd name="connsiteX1" fmla="*/ 0 w 40290"/>
                  <a:gd name="connsiteY1" fmla="*/ 20002 h 40290"/>
                  <a:gd name="connsiteX2" fmla="*/ 20002 w 40290"/>
                  <a:gd name="connsiteY2" fmla="*/ 40290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0"/>
                      <a:pt x="20002" y="40290"/>
                    </a:cubicBezTo>
                    <a:cubicBezTo>
                      <a:pt x="31147" y="40290"/>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3" name="Freeform: Shape 322">
                <a:extLst>
                  <a:ext uri="{FF2B5EF4-FFF2-40B4-BE49-F238E27FC236}">
                    <a16:creationId xmlns:a16="http://schemas.microsoft.com/office/drawing/2014/main" id="{6D614CB2-E4F1-A9B7-07F7-5CEC7F18A5A7}"/>
                  </a:ext>
                </a:extLst>
              </p:cNvPr>
              <p:cNvSpPr/>
              <p:nvPr/>
            </p:nvSpPr>
            <p:spPr>
              <a:xfrm>
                <a:off x="11921966" y="647395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4" name="Freeform: Shape 323">
                <a:extLst>
                  <a:ext uri="{FF2B5EF4-FFF2-40B4-BE49-F238E27FC236}">
                    <a16:creationId xmlns:a16="http://schemas.microsoft.com/office/drawing/2014/main" id="{85ED1F8F-9BD4-7BF0-7B6B-5CAAFCDEFD4D}"/>
                  </a:ext>
                </a:extLst>
              </p:cNvPr>
              <p:cNvSpPr/>
              <p:nvPr/>
            </p:nvSpPr>
            <p:spPr>
              <a:xfrm>
                <a:off x="11921966" y="3337845"/>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3"/>
                    </a:cubicBezTo>
                    <a:cubicBezTo>
                      <a:pt x="0" y="30861"/>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5" name="Freeform: Shape 324">
                <a:extLst>
                  <a:ext uri="{FF2B5EF4-FFF2-40B4-BE49-F238E27FC236}">
                    <a16:creationId xmlns:a16="http://schemas.microsoft.com/office/drawing/2014/main" id="{47E37138-8333-1A59-52BE-B39567B08F3B}"/>
                  </a:ext>
                </a:extLst>
              </p:cNvPr>
              <p:cNvSpPr/>
              <p:nvPr/>
            </p:nvSpPr>
            <p:spPr>
              <a:xfrm>
                <a:off x="11921966" y="671541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6" name="Freeform: Shape 325">
                <a:extLst>
                  <a:ext uri="{FF2B5EF4-FFF2-40B4-BE49-F238E27FC236}">
                    <a16:creationId xmlns:a16="http://schemas.microsoft.com/office/drawing/2014/main" id="{1D58FCD7-1772-9A2E-56D3-61515CB629C9}"/>
                  </a:ext>
                </a:extLst>
              </p:cNvPr>
              <p:cNvSpPr/>
              <p:nvPr/>
            </p:nvSpPr>
            <p:spPr>
              <a:xfrm>
                <a:off x="11921966" y="382047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7" name="Freeform: Shape 326">
                <a:extLst>
                  <a:ext uri="{FF2B5EF4-FFF2-40B4-BE49-F238E27FC236}">
                    <a16:creationId xmlns:a16="http://schemas.microsoft.com/office/drawing/2014/main" id="{6C742FD9-A25A-B668-D079-3FC5F56AF365}"/>
                  </a:ext>
                </a:extLst>
              </p:cNvPr>
              <p:cNvSpPr/>
              <p:nvPr/>
            </p:nvSpPr>
            <p:spPr>
              <a:xfrm>
                <a:off x="11921966" y="357901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8" name="Freeform: Shape 327">
                <a:extLst>
                  <a:ext uri="{FF2B5EF4-FFF2-40B4-BE49-F238E27FC236}">
                    <a16:creationId xmlns:a16="http://schemas.microsoft.com/office/drawing/2014/main" id="{E026730D-B66C-A705-B5F6-BAC339EF91A0}"/>
                  </a:ext>
                </a:extLst>
              </p:cNvPr>
              <p:cNvSpPr/>
              <p:nvPr/>
            </p:nvSpPr>
            <p:spPr>
              <a:xfrm>
                <a:off x="11921966" y="406165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9" name="Freeform: Shape 328">
                <a:extLst>
                  <a:ext uri="{FF2B5EF4-FFF2-40B4-BE49-F238E27FC236}">
                    <a16:creationId xmlns:a16="http://schemas.microsoft.com/office/drawing/2014/main" id="{2BF25E34-9A27-282A-6AA0-8F82AC83D145}"/>
                  </a:ext>
                </a:extLst>
              </p:cNvPr>
              <p:cNvSpPr/>
              <p:nvPr/>
            </p:nvSpPr>
            <p:spPr>
              <a:xfrm>
                <a:off x="11921966" y="526780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0" name="Freeform: Shape 329">
                <a:extLst>
                  <a:ext uri="{FF2B5EF4-FFF2-40B4-BE49-F238E27FC236}">
                    <a16:creationId xmlns:a16="http://schemas.microsoft.com/office/drawing/2014/main" id="{C195E966-1153-E11A-29C4-80AE13676AA1}"/>
                  </a:ext>
                </a:extLst>
              </p:cNvPr>
              <p:cNvSpPr/>
              <p:nvPr/>
            </p:nvSpPr>
            <p:spPr>
              <a:xfrm>
                <a:off x="11921966" y="5026628"/>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1" name="Freeform: Shape 330">
                <a:extLst>
                  <a:ext uri="{FF2B5EF4-FFF2-40B4-BE49-F238E27FC236}">
                    <a16:creationId xmlns:a16="http://schemas.microsoft.com/office/drawing/2014/main" id="{036C0993-F59A-9A03-9B72-53015B538997}"/>
                  </a:ext>
                </a:extLst>
              </p:cNvPr>
              <p:cNvSpPr/>
              <p:nvPr/>
            </p:nvSpPr>
            <p:spPr>
              <a:xfrm>
                <a:off x="11921966" y="4785455"/>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2" name="Freeform: Shape 331">
                <a:extLst>
                  <a:ext uri="{FF2B5EF4-FFF2-40B4-BE49-F238E27FC236}">
                    <a16:creationId xmlns:a16="http://schemas.microsoft.com/office/drawing/2014/main" id="{3DE69307-E726-D970-8862-08CB60AD0548}"/>
                  </a:ext>
                </a:extLst>
              </p:cNvPr>
              <p:cNvSpPr/>
              <p:nvPr/>
            </p:nvSpPr>
            <p:spPr>
              <a:xfrm>
                <a:off x="11921966" y="4302823"/>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3" name="Freeform: Shape 332">
                <a:extLst>
                  <a:ext uri="{FF2B5EF4-FFF2-40B4-BE49-F238E27FC236}">
                    <a16:creationId xmlns:a16="http://schemas.microsoft.com/office/drawing/2014/main" id="{B078DA40-A14C-EE9A-28AC-BB7DABEDEE77}"/>
                  </a:ext>
                </a:extLst>
              </p:cNvPr>
              <p:cNvSpPr/>
              <p:nvPr/>
            </p:nvSpPr>
            <p:spPr>
              <a:xfrm>
                <a:off x="11921966" y="4544282"/>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3"/>
                      <a:pt x="40291" y="20002"/>
                    </a:cubicBezTo>
                    <a:cubicBezTo>
                      <a:pt x="40291" y="8573"/>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grpSp>
        <p:sp>
          <p:nvSpPr>
            <p:cNvPr id="4" name="Rectangle 3">
              <a:extLst>
                <a:ext uri="{FF2B5EF4-FFF2-40B4-BE49-F238E27FC236}">
                  <a16:creationId xmlns:a16="http://schemas.microsoft.com/office/drawing/2014/main" id="{69F87735-782B-8DA4-54F2-75A77979EE79}"/>
                </a:ext>
              </a:extLst>
            </p:cNvPr>
            <p:cNvSpPr/>
            <p:nvPr/>
          </p:nvSpPr>
          <p:spPr>
            <a:xfrm>
              <a:off x="6968490" y="0"/>
              <a:ext cx="4405535" cy="6858000"/>
            </a:xfrm>
            <a:prstGeom prst="rect">
              <a:avLst/>
            </a:prstGeom>
            <a:gradFill>
              <a:gsLst>
                <a:gs pos="1300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grpSp>
      <p:sp>
        <p:nvSpPr>
          <p:cNvPr id="5" name="Title 4">
            <a:extLst>
              <a:ext uri="{FF2B5EF4-FFF2-40B4-BE49-F238E27FC236}">
                <a16:creationId xmlns:a16="http://schemas.microsoft.com/office/drawing/2014/main" id="{49ADCC29-BFFC-9DA0-2444-99ADA1029330}"/>
              </a:ext>
            </a:extLst>
          </p:cNvPr>
          <p:cNvSpPr>
            <a:spLocks noGrp="1"/>
          </p:cNvSpPr>
          <p:nvPr userDrawn="1">
            <p:ph type="title" hasCustomPrompt="1"/>
          </p:nvPr>
        </p:nvSpPr>
        <p:spPr>
          <a:xfrm>
            <a:off x="334963" y="2220532"/>
            <a:ext cx="7457757" cy="1452307"/>
          </a:xfrm>
        </p:spPr>
        <p:txBody>
          <a:bodyPr>
            <a:noAutofit/>
          </a:bodyPr>
          <a:lstStyle>
            <a:lvl1pPr>
              <a:defRPr sz="3600">
                <a:solidFill>
                  <a:schemeClr val="bg2"/>
                </a:solidFill>
              </a:defRPr>
            </a:lvl1pPr>
          </a:lstStyle>
          <a:p>
            <a:r>
              <a:rPr lang="en-US"/>
              <a:t>Click to add slide title </a:t>
            </a:r>
            <a:br>
              <a:rPr lang="en-US"/>
            </a:br>
            <a:r>
              <a:rPr lang="en-US"/>
              <a:t>(Arial 36 pt)</a:t>
            </a:r>
            <a:endParaRPr lang="en-IN"/>
          </a:p>
        </p:txBody>
      </p:sp>
      <p:sp>
        <p:nvSpPr>
          <p:cNvPr id="13" name="Text Placeholder 12">
            <a:extLst>
              <a:ext uri="{FF2B5EF4-FFF2-40B4-BE49-F238E27FC236}">
                <a16:creationId xmlns:a16="http://schemas.microsoft.com/office/drawing/2014/main" id="{CA41B1C5-C51C-440C-3310-61B269700540}"/>
              </a:ext>
            </a:extLst>
          </p:cNvPr>
          <p:cNvSpPr>
            <a:spLocks noGrp="1"/>
          </p:cNvSpPr>
          <p:nvPr userDrawn="1">
            <p:ph type="body" sz="quarter" idx="14" hasCustomPrompt="1"/>
          </p:nvPr>
        </p:nvSpPr>
        <p:spPr>
          <a:xfrm>
            <a:off x="334963" y="4006422"/>
            <a:ext cx="7457757" cy="315816"/>
          </a:xfrm>
          <a:prstGeom prst="rect">
            <a:avLst/>
          </a:prstGeom>
        </p:spPr>
        <p:txBody>
          <a:bodyPr>
            <a:noAutofit/>
          </a:bodyPr>
          <a:lstStyle>
            <a:lvl1pPr marL="0" indent="0">
              <a:lnSpc>
                <a:spcPct val="100000"/>
              </a:lnSpc>
              <a:spcBef>
                <a:spcPts val="200"/>
              </a:spcBef>
              <a:spcAft>
                <a:spcPts val="200"/>
              </a:spcAft>
              <a:buNone/>
              <a:defRPr>
                <a:solidFill>
                  <a:schemeClr val="tx1"/>
                </a:solidFill>
              </a:defRPr>
            </a:lvl1pPr>
            <a:lvl3pPr>
              <a:defRPr/>
            </a:lvl3pPr>
          </a:lstStyle>
          <a:p>
            <a:pPr lvl="0"/>
            <a:r>
              <a:rPr lang="en-US"/>
              <a:t>Click here to add subtitle</a:t>
            </a:r>
            <a:endParaRPr lang="en-IN"/>
          </a:p>
        </p:txBody>
      </p:sp>
      <p:sp>
        <p:nvSpPr>
          <p:cNvPr id="15" name="Text Placeholder 12">
            <a:extLst>
              <a:ext uri="{FF2B5EF4-FFF2-40B4-BE49-F238E27FC236}">
                <a16:creationId xmlns:a16="http://schemas.microsoft.com/office/drawing/2014/main" id="{1A34B999-CBE5-30BF-530A-145FC3F34DF3}"/>
              </a:ext>
            </a:extLst>
          </p:cNvPr>
          <p:cNvSpPr>
            <a:spLocks noGrp="1"/>
          </p:cNvSpPr>
          <p:nvPr userDrawn="1">
            <p:ph type="body" sz="quarter" idx="15" hasCustomPrompt="1"/>
          </p:nvPr>
        </p:nvSpPr>
        <p:spPr>
          <a:xfrm>
            <a:off x="334963" y="4626182"/>
            <a:ext cx="7457757" cy="315816"/>
          </a:xfrm>
          <a:prstGeom prst="rect">
            <a:avLst/>
          </a:prstGeom>
        </p:spPr>
        <p:txBody>
          <a:bodyPr>
            <a:noAutofit/>
          </a:bodyPr>
          <a:lstStyle>
            <a:lvl1pPr marL="0" indent="0">
              <a:lnSpc>
                <a:spcPct val="100000"/>
              </a:lnSpc>
              <a:spcBef>
                <a:spcPts val="200"/>
              </a:spcBef>
              <a:spcAft>
                <a:spcPts val="200"/>
              </a:spcAft>
              <a:buNone/>
              <a:defRPr sz="1400">
                <a:solidFill>
                  <a:schemeClr val="tx1"/>
                </a:solidFill>
              </a:defRPr>
            </a:lvl1pPr>
            <a:lvl3pPr>
              <a:defRPr/>
            </a:lvl3pPr>
          </a:lstStyle>
          <a:p>
            <a:pPr lvl="0"/>
            <a:r>
              <a:rPr lang="en-US"/>
              <a:t>Click here to add date</a:t>
            </a:r>
            <a:endParaRPr lang="en-IN"/>
          </a:p>
        </p:txBody>
      </p:sp>
      <p:sp>
        <p:nvSpPr>
          <p:cNvPr id="120" name="TextBox 119">
            <a:extLst>
              <a:ext uri="{FF2B5EF4-FFF2-40B4-BE49-F238E27FC236}">
                <a16:creationId xmlns:a16="http://schemas.microsoft.com/office/drawing/2014/main" id="{6BC07028-2ABA-0FE9-2EC5-5FAF0602018F}"/>
              </a:ext>
            </a:extLst>
          </p:cNvPr>
          <p:cNvSpPr txBox="1"/>
          <p:nvPr userDrawn="1"/>
        </p:nvSpPr>
        <p:spPr>
          <a:xfrm>
            <a:off x="334963" y="5892671"/>
            <a:ext cx="6094562" cy="338554"/>
          </a:xfrm>
          <a:prstGeom prst="rect">
            <a:avLst/>
          </a:prstGeom>
        </p:spPr>
        <p:txBody>
          <a:bodyPr vert="horz" lIns="0" tIns="0" rIns="0" bIns="0" rtlCol="0" anchor="b">
            <a:noAutofit/>
          </a:bodyPr>
          <a:lstStyle>
            <a:lvl1pPr lvl="0" indent="0" defTabSz="914400">
              <a:lnSpc>
                <a:spcPct val="100000"/>
              </a:lnSpc>
              <a:spcBef>
                <a:spcPts val="200"/>
              </a:spcBef>
              <a:spcAft>
                <a:spcPts val="200"/>
              </a:spcAft>
              <a:buClr>
                <a:schemeClr val="bg2"/>
              </a:buClr>
              <a:buSzPct val="110000"/>
              <a:buFont typeface="Wingdings" panose="05000000000000000000" pitchFamily="2" charset="2"/>
              <a:buNone/>
              <a:defRPr lang="en-US" sz="800" dirty="0">
                <a:solidFill>
                  <a:schemeClr val="tx1">
                    <a:lumMod val="50000"/>
                    <a:lumOff val="50000"/>
                  </a:schemeClr>
                </a:solidFill>
                <a:latin typeface="+mj-lt"/>
                <a:cs typeface="Arial" panose="020B0604020202020204" pitchFamily="34" charset="0"/>
              </a:defRPr>
            </a:lvl1pPr>
            <a:lvl2pPr marL="360000"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2pPr>
            <a:lvl3pPr marL="540000"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3pPr>
            <a:lvl4pPr marL="911225"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4pPr>
            <a:lvl5pPr marL="1090613" indent="-180000" defTabSz="914400">
              <a:lnSpc>
                <a:spcPct val="100000"/>
              </a:lnSpc>
              <a:spcBef>
                <a:spcPts val="300"/>
              </a:spcBef>
              <a:spcAft>
                <a:spcPts val="300"/>
              </a:spcAft>
              <a:buClr>
                <a:schemeClr val="bg2"/>
              </a:buClr>
              <a:buSzPct val="110000"/>
              <a:buFont typeface="Wingdings" panose="05000000000000000000" pitchFamily="2" charset="2"/>
              <a:buChar char="§"/>
              <a:defRPr lang="en-IN" sz="1400" dirty="0">
                <a:latin typeface="+mj-lt"/>
                <a:cs typeface="Arial" panose="020B0604020202020204" pitchFamily="34" charset="0"/>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r>
              <a:rPr lang="en-US"/>
              <a:t>This document is solely for the use of client personnel. No part of it may be circulated, quoted or reproduced for distribution outside of the client organization without prior written approval of ProcDNA.</a:t>
            </a:r>
          </a:p>
        </p:txBody>
      </p:sp>
      <p:sp>
        <p:nvSpPr>
          <p:cNvPr id="2" name="Graphic 41">
            <a:extLst>
              <a:ext uri="{FF2B5EF4-FFF2-40B4-BE49-F238E27FC236}">
                <a16:creationId xmlns:a16="http://schemas.microsoft.com/office/drawing/2014/main" id="{36E7B259-6DED-4455-4C39-79CE2FC27613}"/>
              </a:ext>
            </a:extLst>
          </p:cNvPr>
          <p:cNvSpPr/>
          <p:nvPr userDrawn="1"/>
        </p:nvSpPr>
        <p:spPr>
          <a:xfrm>
            <a:off x="334964" y="924701"/>
            <a:ext cx="1226929" cy="703620"/>
          </a:xfrm>
          <a:custGeom>
            <a:avLst/>
            <a:gdLst>
              <a:gd name="connsiteX0" fmla="*/ 789988 w 1547008"/>
              <a:gd name="connsiteY0" fmla="*/ 101309 h 887179"/>
              <a:gd name="connsiteX1" fmla="*/ 781266 w 1547008"/>
              <a:gd name="connsiteY1" fmla="*/ 130318 h 887179"/>
              <a:gd name="connsiteX2" fmla="*/ 781256 w 1547008"/>
              <a:gd name="connsiteY2" fmla="*/ 130306 h 887179"/>
              <a:gd name="connsiteX3" fmla="*/ 783409 w 1547008"/>
              <a:gd name="connsiteY3" fmla="*/ 133487 h 887179"/>
              <a:gd name="connsiteX4" fmla="*/ 752775 w 1547008"/>
              <a:gd name="connsiteY4" fmla="*/ 169309 h 887179"/>
              <a:gd name="connsiteX5" fmla="*/ 1383578 w 1547008"/>
              <a:gd name="connsiteY5" fmla="*/ 118068 h 887179"/>
              <a:gd name="connsiteX6" fmla="*/ 1003871 w 1547008"/>
              <a:gd name="connsiteY6" fmla="*/ 54412 h 887179"/>
              <a:gd name="connsiteX7" fmla="*/ 1002075 w 1547008"/>
              <a:gd name="connsiteY7" fmla="*/ 27350 h 887179"/>
              <a:gd name="connsiteX8" fmla="*/ 957178 w 1547008"/>
              <a:gd name="connsiteY8" fmla="*/ 13913 h 887179"/>
              <a:gd name="connsiteX9" fmla="*/ 943709 w 1547008"/>
              <a:gd name="connsiteY9" fmla="*/ 58709 h 887179"/>
              <a:gd name="connsiteX10" fmla="*/ 944164 w 1547008"/>
              <a:gd name="connsiteY10" fmla="*/ 59423 h 887179"/>
              <a:gd name="connsiteX11" fmla="*/ 944386 w 1547008"/>
              <a:gd name="connsiteY11" fmla="*/ 59729 h 887179"/>
              <a:gd name="connsiteX12" fmla="*/ 944401 w 1547008"/>
              <a:gd name="connsiteY12" fmla="*/ 59748 h 887179"/>
              <a:gd name="connsiteX13" fmla="*/ 944912 w 1547008"/>
              <a:gd name="connsiteY13" fmla="*/ 60478 h 887179"/>
              <a:gd name="connsiteX14" fmla="*/ 817006 w 1547008"/>
              <a:gd name="connsiteY14" fmla="*/ 106982 h 887179"/>
              <a:gd name="connsiteX15" fmla="*/ 789988 w 1547008"/>
              <a:gd name="connsiteY15" fmla="*/ 101309 h 887179"/>
              <a:gd name="connsiteX16" fmla="*/ 1078907 w 1547008"/>
              <a:gd name="connsiteY16" fmla="*/ 281749 h 887179"/>
              <a:gd name="connsiteX17" fmla="*/ 1106140 w 1547008"/>
              <a:gd name="connsiteY17" fmla="*/ 289905 h 887179"/>
              <a:gd name="connsiteX18" fmla="*/ 1114313 w 1547008"/>
              <a:gd name="connsiteY18" fmla="*/ 262735 h 887179"/>
              <a:gd name="connsiteX19" fmla="*/ 1096492 w 1547008"/>
              <a:gd name="connsiteY19" fmla="*/ 252277 h 887179"/>
              <a:gd name="connsiteX20" fmla="*/ 993844 w 1547008"/>
              <a:gd name="connsiteY20" fmla="*/ 62068 h 887179"/>
              <a:gd name="connsiteX21" fmla="*/ 997947 w 1547008"/>
              <a:gd name="connsiteY21" fmla="*/ 29593 h 887179"/>
              <a:gd name="connsiteX22" fmla="*/ 959448 w 1547008"/>
              <a:gd name="connsiteY22" fmla="*/ 18068 h 887179"/>
              <a:gd name="connsiteX23" fmla="*/ 947898 w 1547008"/>
              <a:gd name="connsiteY23" fmla="*/ 56489 h 887179"/>
              <a:gd name="connsiteX24" fmla="*/ 977330 w 1547008"/>
              <a:gd name="connsiteY24" fmla="*/ 70946 h 887179"/>
              <a:gd name="connsiteX25" fmla="*/ 1079978 w 1547008"/>
              <a:gd name="connsiteY25" fmla="*/ 261156 h 887179"/>
              <a:gd name="connsiteX26" fmla="*/ 1078920 w 1547008"/>
              <a:gd name="connsiteY26" fmla="*/ 281762 h 887179"/>
              <a:gd name="connsiteX27" fmla="*/ 1078907 w 1547008"/>
              <a:gd name="connsiteY27" fmla="*/ 281749 h 887179"/>
              <a:gd name="connsiteX28" fmla="*/ 913111 w 1547008"/>
              <a:gd name="connsiteY28" fmla="*/ 329466 h 887179"/>
              <a:gd name="connsiteX29" fmla="*/ 881047 w 1547008"/>
              <a:gd name="connsiteY29" fmla="*/ 319863 h 887179"/>
              <a:gd name="connsiteX30" fmla="*/ 884498 w 1547008"/>
              <a:gd name="connsiteY30" fmla="*/ 292789 h 887179"/>
              <a:gd name="connsiteX31" fmla="*/ 800409 w 1547008"/>
              <a:gd name="connsiteY31" fmla="*/ 136965 h 887179"/>
              <a:gd name="connsiteX32" fmla="*/ 785289 w 1547008"/>
              <a:gd name="connsiteY32" fmla="*/ 128170 h 887179"/>
              <a:gd name="connsiteX33" fmla="*/ 792154 w 1547008"/>
              <a:gd name="connsiteY33" fmla="*/ 105321 h 887179"/>
              <a:gd name="connsiteX34" fmla="*/ 815056 w 1547008"/>
              <a:gd name="connsiteY34" fmla="*/ 112181 h 887179"/>
              <a:gd name="connsiteX35" fmla="*/ 814090 w 1547008"/>
              <a:gd name="connsiteY35" fmla="*/ 129618 h 887179"/>
              <a:gd name="connsiteX36" fmla="*/ 898179 w 1547008"/>
              <a:gd name="connsiteY36" fmla="*/ 285442 h 887179"/>
              <a:gd name="connsiteX37" fmla="*/ 922735 w 1547008"/>
              <a:gd name="connsiteY37" fmla="*/ 297476 h 887179"/>
              <a:gd name="connsiteX38" fmla="*/ 913111 w 1547008"/>
              <a:gd name="connsiteY38" fmla="*/ 329466 h 887179"/>
              <a:gd name="connsiteX39" fmla="*/ 606999 w 1547008"/>
              <a:gd name="connsiteY39" fmla="*/ 464373 h 887179"/>
              <a:gd name="connsiteX40" fmla="*/ 633494 w 1547008"/>
              <a:gd name="connsiteY40" fmla="*/ 472304 h 887179"/>
              <a:gd name="connsiteX41" fmla="*/ 641441 w 1547008"/>
              <a:gd name="connsiteY41" fmla="*/ 445870 h 887179"/>
              <a:gd name="connsiteX42" fmla="*/ 623073 w 1547008"/>
              <a:gd name="connsiteY42" fmla="*/ 435686 h 887179"/>
              <a:gd name="connsiteX43" fmla="*/ 557341 w 1547008"/>
              <a:gd name="connsiteY43" fmla="*/ 313893 h 887179"/>
              <a:gd name="connsiteX44" fmla="*/ 560161 w 1547008"/>
              <a:gd name="connsiteY44" fmla="*/ 288206 h 887179"/>
              <a:gd name="connsiteX45" fmla="*/ 529121 w 1547008"/>
              <a:gd name="connsiteY45" fmla="*/ 278912 h 887179"/>
              <a:gd name="connsiteX46" fmla="*/ 519805 w 1547008"/>
              <a:gd name="connsiteY46" fmla="*/ 309880 h 887179"/>
              <a:gd name="connsiteX47" fmla="*/ 542851 w 1547008"/>
              <a:gd name="connsiteY47" fmla="*/ 321667 h 887179"/>
              <a:gd name="connsiteX48" fmla="*/ 608580 w 1547008"/>
              <a:gd name="connsiteY48" fmla="*/ 443460 h 887179"/>
              <a:gd name="connsiteX49" fmla="*/ 606987 w 1547008"/>
              <a:gd name="connsiteY49" fmla="*/ 464364 h 887179"/>
              <a:gd name="connsiteX50" fmla="*/ 606999 w 1547008"/>
              <a:gd name="connsiteY50" fmla="*/ 464373 h 887179"/>
              <a:gd name="connsiteX51" fmla="*/ 775010 w 1547008"/>
              <a:gd name="connsiteY51" fmla="*/ 653147 h 887179"/>
              <a:gd name="connsiteX52" fmla="*/ 880512 w 1547008"/>
              <a:gd name="connsiteY52" fmla="*/ 653147 h 887179"/>
              <a:gd name="connsiteX53" fmla="*/ 880512 w 1547008"/>
              <a:gd name="connsiteY53" fmla="*/ 653137 h 887179"/>
              <a:gd name="connsiteX54" fmla="*/ 1008571 w 1547008"/>
              <a:gd name="connsiteY54" fmla="*/ 768994 h 887179"/>
              <a:gd name="connsiteX55" fmla="*/ 880512 w 1547008"/>
              <a:gd name="connsiteY55" fmla="*/ 884853 h 887179"/>
              <a:gd name="connsiteX56" fmla="*/ 775010 w 1547008"/>
              <a:gd name="connsiteY56" fmla="*/ 884853 h 887179"/>
              <a:gd name="connsiteX57" fmla="*/ 775010 w 1547008"/>
              <a:gd name="connsiteY57" fmla="*/ 653147 h 887179"/>
              <a:gd name="connsiteX58" fmla="*/ 828759 w 1547008"/>
              <a:gd name="connsiteY58" fmla="*/ 840842 h 887179"/>
              <a:gd name="connsiteX59" fmla="*/ 877860 w 1547008"/>
              <a:gd name="connsiteY59" fmla="*/ 840842 h 887179"/>
              <a:gd name="connsiteX60" fmla="*/ 877860 w 1547008"/>
              <a:gd name="connsiteY60" fmla="*/ 840852 h 887179"/>
              <a:gd name="connsiteX61" fmla="*/ 954142 w 1547008"/>
              <a:gd name="connsiteY61" fmla="*/ 769006 h 887179"/>
              <a:gd name="connsiteX62" fmla="*/ 877860 w 1547008"/>
              <a:gd name="connsiteY62" fmla="*/ 697160 h 887179"/>
              <a:gd name="connsiteX63" fmla="*/ 828759 w 1547008"/>
              <a:gd name="connsiteY63" fmla="*/ 697160 h 887179"/>
              <a:gd name="connsiteX64" fmla="*/ 828759 w 1547008"/>
              <a:gd name="connsiteY64" fmla="*/ 840842 h 887179"/>
              <a:gd name="connsiteX65" fmla="*/ 0 w 1547008"/>
              <a:gd name="connsiteY65" fmla="*/ 653147 h 887179"/>
              <a:gd name="connsiteX66" fmla="*/ 95545 w 1547008"/>
              <a:gd name="connsiteY66" fmla="*/ 653147 h 887179"/>
              <a:gd name="connsiteX67" fmla="*/ 194398 w 1547008"/>
              <a:gd name="connsiteY67" fmla="*/ 735582 h 887179"/>
              <a:gd name="connsiteX68" fmla="*/ 95545 w 1547008"/>
              <a:gd name="connsiteY68" fmla="*/ 817981 h 887179"/>
              <a:gd name="connsiteX69" fmla="*/ 43103 w 1547008"/>
              <a:gd name="connsiteY69" fmla="*/ 817981 h 887179"/>
              <a:gd name="connsiteX70" fmla="*/ 43103 w 1547008"/>
              <a:gd name="connsiteY70" fmla="*/ 884853 h 887179"/>
              <a:gd name="connsiteX71" fmla="*/ 0 w 1547008"/>
              <a:gd name="connsiteY71" fmla="*/ 884853 h 887179"/>
              <a:gd name="connsiteX72" fmla="*/ 0 w 1547008"/>
              <a:gd name="connsiteY72" fmla="*/ 653147 h 887179"/>
              <a:gd name="connsiteX73" fmla="*/ 43103 w 1547008"/>
              <a:gd name="connsiteY73" fmla="*/ 781575 h 887179"/>
              <a:gd name="connsiteX74" fmla="*/ 93558 w 1547008"/>
              <a:gd name="connsiteY74" fmla="*/ 781575 h 887179"/>
              <a:gd name="connsiteX75" fmla="*/ 150938 w 1547008"/>
              <a:gd name="connsiteY75" fmla="*/ 735582 h 887179"/>
              <a:gd name="connsiteX76" fmla="*/ 93558 w 1547008"/>
              <a:gd name="connsiteY76" fmla="*/ 689552 h 887179"/>
              <a:gd name="connsiteX77" fmla="*/ 43103 w 1547008"/>
              <a:gd name="connsiteY77" fmla="*/ 689552 h 887179"/>
              <a:gd name="connsiteX78" fmla="*/ 43103 w 1547008"/>
              <a:gd name="connsiteY78" fmla="*/ 781575 h 887179"/>
              <a:gd name="connsiteX79" fmla="*/ 271384 w 1547008"/>
              <a:gd name="connsiteY79" fmla="*/ 708104 h 887179"/>
              <a:gd name="connsiteX80" fmla="*/ 271384 w 1547008"/>
              <a:gd name="connsiteY80" fmla="*/ 733908 h 887179"/>
              <a:gd name="connsiteX81" fmla="*/ 271396 w 1547008"/>
              <a:gd name="connsiteY81" fmla="*/ 733908 h 887179"/>
              <a:gd name="connsiteX82" fmla="*/ 334413 w 1547008"/>
              <a:gd name="connsiteY82" fmla="*/ 706120 h 887179"/>
              <a:gd name="connsiteX83" fmla="*/ 334413 w 1547008"/>
              <a:gd name="connsiteY83" fmla="*/ 745517 h 887179"/>
              <a:gd name="connsiteX84" fmla="*/ 324801 w 1547008"/>
              <a:gd name="connsiteY84" fmla="*/ 744507 h 887179"/>
              <a:gd name="connsiteX85" fmla="*/ 273371 w 1547008"/>
              <a:gd name="connsiteY85" fmla="*/ 799118 h 887179"/>
              <a:gd name="connsiteX86" fmla="*/ 273371 w 1547008"/>
              <a:gd name="connsiteY86" fmla="*/ 884853 h 887179"/>
              <a:gd name="connsiteX87" fmla="*/ 231897 w 1547008"/>
              <a:gd name="connsiteY87" fmla="*/ 884853 h 887179"/>
              <a:gd name="connsiteX88" fmla="*/ 231897 w 1547008"/>
              <a:gd name="connsiteY88" fmla="*/ 708104 h 887179"/>
              <a:gd name="connsiteX89" fmla="*/ 271384 w 1547008"/>
              <a:gd name="connsiteY89" fmla="*/ 708104 h 887179"/>
              <a:gd name="connsiteX90" fmla="*/ 447530 w 1547008"/>
              <a:gd name="connsiteY90" fmla="*/ 851749 h 887179"/>
              <a:gd name="connsiteX91" fmla="*/ 396528 w 1547008"/>
              <a:gd name="connsiteY91" fmla="*/ 810370 h 887179"/>
              <a:gd name="connsiteX92" fmla="*/ 354245 w 1547008"/>
              <a:gd name="connsiteY92" fmla="*/ 810370 h 887179"/>
              <a:gd name="connsiteX93" fmla="*/ 447530 w 1547008"/>
              <a:gd name="connsiteY93" fmla="*/ 887180 h 887179"/>
              <a:gd name="connsiteX94" fmla="*/ 541172 w 1547008"/>
              <a:gd name="connsiteY94" fmla="*/ 810370 h 887179"/>
              <a:gd name="connsiteX95" fmla="*/ 498892 w 1547008"/>
              <a:gd name="connsiteY95" fmla="*/ 810370 h 887179"/>
              <a:gd name="connsiteX96" fmla="*/ 447542 w 1547008"/>
              <a:gd name="connsiteY96" fmla="*/ 851749 h 887179"/>
              <a:gd name="connsiteX97" fmla="*/ 447530 w 1547008"/>
              <a:gd name="connsiteY97" fmla="*/ 851749 h 887179"/>
              <a:gd name="connsiteX98" fmla="*/ 396731 w 1547008"/>
              <a:gd name="connsiteY98" fmla="*/ 781575 h 887179"/>
              <a:gd name="connsiteX99" fmla="*/ 354402 w 1547008"/>
              <a:gd name="connsiteY99" fmla="*/ 781575 h 887179"/>
              <a:gd name="connsiteX100" fmla="*/ 447530 w 1547008"/>
              <a:gd name="connsiteY100" fmla="*/ 706120 h 887179"/>
              <a:gd name="connsiteX101" fmla="*/ 541018 w 1547008"/>
              <a:gd name="connsiteY101" fmla="*/ 781575 h 887179"/>
              <a:gd name="connsiteX102" fmla="*/ 498689 w 1547008"/>
              <a:gd name="connsiteY102" fmla="*/ 781575 h 887179"/>
              <a:gd name="connsiteX103" fmla="*/ 447530 w 1547008"/>
              <a:gd name="connsiteY103" fmla="*/ 741208 h 887179"/>
              <a:gd name="connsiteX104" fmla="*/ 396731 w 1547008"/>
              <a:gd name="connsiteY104" fmla="*/ 781575 h 887179"/>
              <a:gd name="connsiteX105" fmla="*/ 662855 w 1547008"/>
              <a:gd name="connsiteY105" fmla="*/ 741208 h 887179"/>
              <a:gd name="connsiteX106" fmla="*/ 707005 w 1547008"/>
              <a:gd name="connsiteY106" fmla="*/ 765694 h 887179"/>
              <a:gd name="connsiteX107" fmla="*/ 738830 w 1547008"/>
              <a:gd name="connsiteY107" fmla="*/ 747142 h 887179"/>
              <a:gd name="connsiteX108" fmla="*/ 663200 w 1547008"/>
              <a:gd name="connsiteY108" fmla="*/ 706120 h 887179"/>
              <a:gd name="connsiteX109" fmla="*/ 567310 w 1547008"/>
              <a:gd name="connsiteY109" fmla="*/ 796471 h 887179"/>
              <a:gd name="connsiteX110" fmla="*/ 663200 w 1547008"/>
              <a:gd name="connsiteY110" fmla="*/ 887180 h 887179"/>
              <a:gd name="connsiteX111" fmla="*/ 738830 w 1547008"/>
              <a:gd name="connsiteY111" fmla="*/ 845803 h 887179"/>
              <a:gd name="connsiteX112" fmla="*/ 707005 w 1547008"/>
              <a:gd name="connsiteY112" fmla="*/ 827248 h 887179"/>
              <a:gd name="connsiteX113" fmla="*/ 662855 w 1547008"/>
              <a:gd name="connsiteY113" fmla="*/ 851737 h 887179"/>
              <a:gd name="connsiteX114" fmla="*/ 609128 w 1547008"/>
              <a:gd name="connsiteY114" fmla="*/ 796471 h 887179"/>
              <a:gd name="connsiteX115" fmla="*/ 662855 w 1547008"/>
              <a:gd name="connsiteY115" fmla="*/ 741208 h 887179"/>
              <a:gd name="connsiteX116" fmla="*/ 1208954 w 1547008"/>
              <a:gd name="connsiteY116" fmla="*/ 793837 h 887179"/>
              <a:gd name="connsiteX117" fmla="*/ 1093493 w 1547008"/>
              <a:gd name="connsiteY117" fmla="*/ 653147 h 887179"/>
              <a:gd name="connsiteX118" fmla="*/ 1049033 w 1547008"/>
              <a:gd name="connsiteY118" fmla="*/ 653147 h 887179"/>
              <a:gd name="connsiteX119" fmla="*/ 1049033 w 1547008"/>
              <a:gd name="connsiteY119" fmla="*/ 884853 h 887179"/>
              <a:gd name="connsiteX120" fmla="*/ 1102130 w 1547008"/>
              <a:gd name="connsiteY120" fmla="*/ 884853 h 887179"/>
              <a:gd name="connsiteX121" fmla="*/ 1102130 w 1547008"/>
              <a:gd name="connsiteY121" fmla="*/ 744199 h 887179"/>
              <a:gd name="connsiteX122" fmla="*/ 1217901 w 1547008"/>
              <a:gd name="connsiteY122" fmla="*/ 884853 h 887179"/>
              <a:gd name="connsiteX123" fmla="*/ 1262014 w 1547008"/>
              <a:gd name="connsiteY123" fmla="*/ 884853 h 887179"/>
              <a:gd name="connsiteX124" fmla="*/ 1262014 w 1547008"/>
              <a:gd name="connsiteY124" fmla="*/ 653147 h 887179"/>
              <a:gd name="connsiteX125" fmla="*/ 1208954 w 1547008"/>
              <a:gd name="connsiteY125" fmla="*/ 653147 h 887179"/>
              <a:gd name="connsiteX126" fmla="*/ 1208954 w 1547008"/>
              <a:gd name="connsiteY126" fmla="*/ 793837 h 887179"/>
              <a:gd name="connsiteX127" fmla="*/ 1390086 w 1547008"/>
              <a:gd name="connsiteY127" fmla="*/ 653147 h 887179"/>
              <a:gd name="connsiteX128" fmla="*/ 1443183 w 1547008"/>
              <a:gd name="connsiteY128" fmla="*/ 653147 h 887179"/>
              <a:gd name="connsiteX129" fmla="*/ 1547008 w 1547008"/>
              <a:gd name="connsiteY129" fmla="*/ 884853 h 887179"/>
              <a:gd name="connsiteX130" fmla="*/ 1490605 w 1547008"/>
              <a:gd name="connsiteY130" fmla="*/ 884853 h 887179"/>
              <a:gd name="connsiteX131" fmla="*/ 1470071 w 1547008"/>
              <a:gd name="connsiteY131" fmla="*/ 835216 h 887179"/>
              <a:gd name="connsiteX132" fmla="*/ 1453142 w 1547008"/>
              <a:gd name="connsiteY132" fmla="*/ 794502 h 887179"/>
              <a:gd name="connsiteX133" fmla="*/ 1451428 w 1547008"/>
              <a:gd name="connsiteY133" fmla="*/ 790347 h 887179"/>
              <a:gd name="connsiteX134" fmla="*/ 1416307 w 1547008"/>
              <a:gd name="connsiteY134" fmla="*/ 705778 h 887179"/>
              <a:gd name="connsiteX135" fmla="*/ 1379462 w 1547008"/>
              <a:gd name="connsiteY135" fmla="*/ 794502 h 887179"/>
              <a:gd name="connsiteX136" fmla="*/ 1362271 w 1547008"/>
              <a:gd name="connsiteY136" fmla="*/ 835216 h 887179"/>
              <a:gd name="connsiteX137" fmla="*/ 1361450 w 1547008"/>
              <a:gd name="connsiteY137" fmla="*/ 837115 h 887179"/>
              <a:gd name="connsiteX138" fmla="*/ 1341654 w 1547008"/>
              <a:gd name="connsiteY138" fmla="*/ 884853 h 887179"/>
              <a:gd name="connsiteX139" fmla="*/ 1286605 w 1547008"/>
              <a:gd name="connsiteY139" fmla="*/ 884853 h 887179"/>
              <a:gd name="connsiteX140" fmla="*/ 1390086 w 1547008"/>
              <a:gd name="connsiteY140" fmla="*/ 653147 h 887179"/>
              <a:gd name="connsiteX141" fmla="*/ 714393 w 1547008"/>
              <a:gd name="connsiteY141" fmla="*/ 455827 h 887179"/>
              <a:gd name="connsiteX142" fmla="*/ 734690 w 1547008"/>
              <a:gd name="connsiteY142" fmla="*/ 461905 h 887179"/>
              <a:gd name="connsiteX143" fmla="*/ 740782 w 1547008"/>
              <a:gd name="connsiteY143" fmla="*/ 441657 h 887179"/>
              <a:gd name="connsiteX144" fmla="*/ 730479 w 1547008"/>
              <a:gd name="connsiteY144" fmla="*/ 434141 h 887179"/>
              <a:gd name="connsiteX145" fmla="*/ 657073 w 1547008"/>
              <a:gd name="connsiteY145" fmla="*/ 298117 h 887179"/>
              <a:gd name="connsiteX146" fmla="*/ 662249 w 1547008"/>
              <a:gd name="connsiteY146" fmla="*/ 265038 h 887179"/>
              <a:gd name="connsiteX147" fmla="*/ 624405 w 1547008"/>
              <a:gd name="connsiteY147" fmla="*/ 253715 h 887179"/>
              <a:gd name="connsiteX148" fmla="*/ 613055 w 1547008"/>
              <a:gd name="connsiteY148" fmla="*/ 291472 h 887179"/>
              <a:gd name="connsiteX149" fmla="*/ 643594 w 1547008"/>
              <a:gd name="connsiteY149" fmla="*/ 305371 h 887179"/>
              <a:gd name="connsiteX150" fmla="*/ 715915 w 1547008"/>
              <a:gd name="connsiteY150" fmla="*/ 439376 h 887179"/>
              <a:gd name="connsiteX151" fmla="*/ 714405 w 1547008"/>
              <a:gd name="connsiteY151" fmla="*/ 455839 h 887179"/>
              <a:gd name="connsiteX152" fmla="*/ 714393 w 1547008"/>
              <a:gd name="connsiteY152" fmla="*/ 455827 h 887179"/>
              <a:gd name="connsiteX153" fmla="*/ 569915 w 1547008"/>
              <a:gd name="connsiteY153" fmla="*/ 552411 h 887179"/>
              <a:gd name="connsiteX154" fmla="*/ 547240 w 1547008"/>
              <a:gd name="connsiteY154" fmla="*/ 545621 h 887179"/>
              <a:gd name="connsiteX155" fmla="*/ 547240 w 1547008"/>
              <a:gd name="connsiteY155" fmla="*/ 545633 h 887179"/>
              <a:gd name="connsiteX156" fmla="*/ 547621 w 1547008"/>
              <a:gd name="connsiteY156" fmla="*/ 529254 h 887179"/>
              <a:gd name="connsiteX157" fmla="*/ 446983 w 1547008"/>
              <a:gd name="connsiteY157" fmla="*/ 342783 h 887179"/>
              <a:gd name="connsiteX158" fmla="*/ 414552 w 1547008"/>
              <a:gd name="connsiteY158" fmla="*/ 327755 h 887179"/>
              <a:gd name="connsiteX159" fmla="*/ 426759 w 1547008"/>
              <a:gd name="connsiteY159" fmla="*/ 287160 h 887179"/>
              <a:gd name="connsiteX160" fmla="*/ 467446 w 1547008"/>
              <a:gd name="connsiteY160" fmla="*/ 299339 h 887179"/>
              <a:gd name="connsiteX161" fmla="*/ 462164 w 1547008"/>
              <a:gd name="connsiteY161" fmla="*/ 334615 h 887179"/>
              <a:gd name="connsiteX162" fmla="*/ 562801 w 1547008"/>
              <a:gd name="connsiteY162" fmla="*/ 521086 h 887179"/>
              <a:gd name="connsiteX163" fmla="*/ 576721 w 1547008"/>
              <a:gd name="connsiteY163" fmla="*/ 529787 h 887179"/>
              <a:gd name="connsiteX164" fmla="*/ 569915 w 1547008"/>
              <a:gd name="connsiteY164" fmla="*/ 552411 h 887179"/>
              <a:gd name="connsiteX165" fmla="*/ 1025073 w 1547008"/>
              <a:gd name="connsiteY165" fmla="*/ 342866 h 887179"/>
              <a:gd name="connsiteX166" fmla="*/ 986573 w 1547008"/>
              <a:gd name="connsiteY166" fmla="*/ 331340 h 887179"/>
              <a:gd name="connsiteX167" fmla="*/ 986561 w 1547008"/>
              <a:gd name="connsiteY167" fmla="*/ 331340 h 887179"/>
              <a:gd name="connsiteX168" fmla="*/ 991891 w 1547008"/>
              <a:gd name="connsiteY168" fmla="*/ 297618 h 887179"/>
              <a:gd name="connsiteX169" fmla="*/ 911029 w 1547008"/>
              <a:gd name="connsiteY169" fmla="*/ 147790 h 887179"/>
              <a:gd name="connsiteX170" fmla="*/ 896299 w 1547008"/>
              <a:gd name="connsiteY170" fmla="*/ 139161 h 887179"/>
              <a:gd name="connsiteX171" fmla="*/ 903045 w 1547008"/>
              <a:gd name="connsiteY171" fmla="*/ 116751 h 887179"/>
              <a:gd name="connsiteX172" fmla="*/ 925507 w 1547008"/>
              <a:gd name="connsiteY172" fmla="*/ 123469 h 887179"/>
              <a:gd name="connsiteX173" fmla="*/ 924615 w 1547008"/>
              <a:gd name="connsiteY173" fmla="*/ 140490 h 887179"/>
              <a:gd name="connsiteX174" fmla="*/ 1005480 w 1547008"/>
              <a:gd name="connsiteY174" fmla="*/ 290318 h 887179"/>
              <a:gd name="connsiteX175" fmla="*/ 1036625 w 1547008"/>
              <a:gd name="connsiteY175" fmla="*/ 304444 h 887179"/>
              <a:gd name="connsiteX176" fmla="*/ 1025073 w 1547008"/>
              <a:gd name="connsiteY176" fmla="*/ 342866 h 887179"/>
              <a:gd name="connsiteX177" fmla="*/ 376791 w 1547008"/>
              <a:gd name="connsiteY177" fmla="*/ 357205 h 887179"/>
              <a:gd name="connsiteX178" fmla="*/ 354116 w 1547008"/>
              <a:gd name="connsiteY178" fmla="*/ 350416 h 887179"/>
              <a:gd name="connsiteX179" fmla="*/ 347309 w 1547008"/>
              <a:gd name="connsiteY179" fmla="*/ 373037 h 887179"/>
              <a:gd name="connsiteX180" fmla="*/ 361350 w 1547008"/>
              <a:gd name="connsiteY180" fmla="*/ 381738 h 887179"/>
              <a:gd name="connsiteX181" fmla="*/ 445091 w 1547008"/>
              <a:gd name="connsiteY181" fmla="*/ 536921 h 887179"/>
              <a:gd name="connsiteX182" fmla="*/ 442129 w 1547008"/>
              <a:gd name="connsiteY182" fmla="*/ 563663 h 887179"/>
              <a:gd name="connsiteX183" fmla="*/ 474406 w 1547008"/>
              <a:gd name="connsiteY183" fmla="*/ 573324 h 887179"/>
              <a:gd name="connsiteX184" fmla="*/ 484091 w 1547008"/>
              <a:gd name="connsiteY184" fmla="*/ 541122 h 887179"/>
              <a:gd name="connsiteX185" fmla="*/ 460082 w 1547008"/>
              <a:gd name="connsiteY185" fmla="*/ 528873 h 887179"/>
              <a:gd name="connsiteX186" fmla="*/ 376338 w 1547008"/>
              <a:gd name="connsiteY186" fmla="*/ 373690 h 887179"/>
              <a:gd name="connsiteX187" fmla="*/ 376791 w 1547008"/>
              <a:gd name="connsiteY187" fmla="*/ 357205 h 887179"/>
              <a:gd name="connsiteX188" fmla="*/ 786181 w 1547008"/>
              <a:gd name="connsiteY188" fmla="*/ 381063 h 887179"/>
              <a:gd name="connsiteX189" fmla="*/ 739485 w 1547008"/>
              <a:gd name="connsiteY189" fmla="*/ 436065 h 887179"/>
              <a:gd name="connsiteX190" fmla="*/ 742982 w 1547008"/>
              <a:gd name="connsiteY190" fmla="*/ 440469 h 887179"/>
              <a:gd name="connsiteX191" fmla="*/ 735880 w 1547008"/>
              <a:gd name="connsiteY191" fmla="*/ 464090 h 887179"/>
              <a:gd name="connsiteX192" fmla="*/ 713193 w 1547008"/>
              <a:gd name="connsiteY192" fmla="*/ 458452 h 887179"/>
              <a:gd name="connsiteX193" fmla="*/ 579874 w 1547008"/>
              <a:gd name="connsiteY193" fmla="*/ 523545 h 887179"/>
              <a:gd name="connsiteX194" fmla="*/ 582122 w 1547008"/>
              <a:gd name="connsiteY194" fmla="*/ 526869 h 887179"/>
              <a:gd name="connsiteX195" fmla="*/ 572831 w 1547008"/>
              <a:gd name="connsiteY195" fmla="*/ 557775 h 887179"/>
              <a:gd name="connsiteX196" fmla="*/ 541851 w 1547008"/>
              <a:gd name="connsiteY196" fmla="*/ 548505 h 887179"/>
              <a:gd name="connsiteX197" fmla="*/ 539935 w 1547008"/>
              <a:gd name="connsiteY197" fmla="*/ 531840 h 887179"/>
              <a:gd name="connsiteX198" fmla="*/ 487173 w 1547008"/>
              <a:gd name="connsiteY198" fmla="*/ 536730 h 887179"/>
              <a:gd name="connsiteX199" fmla="*/ 488219 w 1547008"/>
              <a:gd name="connsiteY199" fmla="*/ 538223 h 887179"/>
              <a:gd name="connsiteX200" fmla="*/ 488527 w 1547008"/>
              <a:gd name="connsiteY200" fmla="*/ 538737 h 887179"/>
              <a:gd name="connsiteX201" fmla="*/ 476799 w 1547008"/>
              <a:gd name="connsiteY201" fmla="*/ 577740 h 887179"/>
              <a:gd name="connsiteX202" fmla="*/ 437703 w 1547008"/>
              <a:gd name="connsiteY202" fmla="*/ 566036 h 887179"/>
              <a:gd name="connsiteX203" fmla="*/ 439548 w 1547008"/>
              <a:gd name="connsiteY203" fmla="*/ 535972 h 887179"/>
              <a:gd name="connsiteX204" fmla="*/ 163430 w 1547008"/>
              <a:gd name="connsiteY204" fmla="*/ 454866 h 887179"/>
              <a:gd name="connsiteX205" fmla="*/ 786193 w 1547008"/>
              <a:gd name="connsiteY205" fmla="*/ 381039 h 887179"/>
              <a:gd name="connsiteX206" fmla="*/ 786181 w 1547008"/>
              <a:gd name="connsiteY206" fmla="*/ 381063 h 887179"/>
              <a:gd name="connsiteX207" fmla="*/ 344157 w 1547008"/>
              <a:gd name="connsiteY207" fmla="*/ 374736 h 887179"/>
              <a:gd name="connsiteX208" fmla="*/ 352437 w 1547008"/>
              <a:gd name="connsiteY208" fmla="*/ 382960 h 887179"/>
              <a:gd name="connsiteX209" fmla="*/ 352415 w 1547008"/>
              <a:gd name="connsiteY209" fmla="*/ 382972 h 887179"/>
              <a:gd name="connsiteX210" fmla="*/ 316878 w 1547008"/>
              <a:gd name="connsiteY210" fmla="*/ 424172 h 887179"/>
              <a:gd name="connsiteX211" fmla="*/ 444651 w 1547008"/>
              <a:gd name="connsiteY211" fmla="*/ 264277 h 887179"/>
              <a:gd name="connsiteX212" fmla="*/ 768917 w 1547008"/>
              <a:gd name="connsiteY212" fmla="*/ 255709 h 887179"/>
              <a:gd name="connsiteX213" fmla="*/ 878143 w 1547008"/>
              <a:gd name="connsiteY213" fmla="*/ 291838 h 887179"/>
              <a:gd name="connsiteX214" fmla="*/ 876147 w 1547008"/>
              <a:gd name="connsiteY214" fmla="*/ 322474 h 887179"/>
              <a:gd name="connsiteX215" fmla="*/ 915726 w 1547008"/>
              <a:gd name="connsiteY215" fmla="*/ 334319 h 887179"/>
              <a:gd name="connsiteX216" fmla="*/ 929862 w 1547008"/>
              <a:gd name="connsiteY216" fmla="*/ 300265 h 887179"/>
              <a:gd name="connsiteX217" fmla="*/ 981446 w 1547008"/>
              <a:gd name="connsiteY217" fmla="*/ 302663 h 887179"/>
              <a:gd name="connsiteX218" fmla="*/ 981803 w 1547008"/>
              <a:gd name="connsiteY218" fmla="*/ 333892 h 887179"/>
              <a:gd name="connsiteX219" fmla="*/ 1027631 w 1547008"/>
              <a:gd name="connsiteY219" fmla="*/ 347615 h 887179"/>
              <a:gd name="connsiteX220" fmla="*/ 1041383 w 1547008"/>
              <a:gd name="connsiteY220" fmla="*/ 301893 h 887179"/>
              <a:gd name="connsiteX221" fmla="*/ 1038458 w 1547008"/>
              <a:gd name="connsiteY221" fmla="*/ 297584 h 887179"/>
              <a:gd name="connsiteX222" fmla="*/ 1078062 w 1547008"/>
              <a:gd name="connsiteY222" fmla="*/ 289001 h 887179"/>
              <a:gd name="connsiteX223" fmla="*/ 1108484 w 1547008"/>
              <a:gd name="connsiteY223" fmla="*/ 294272 h 887179"/>
              <a:gd name="connsiteX224" fmla="*/ 1121559 w 1547008"/>
              <a:gd name="connsiteY224" fmla="*/ 274034 h 887179"/>
              <a:gd name="connsiteX225" fmla="*/ 1245193 w 1547008"/>
              <a:gd name="connsiteY225" fmla="*/ 188288 h 887179"/>
              <a:gd name="connsiteX226" fmla="*/ 1237079 w 1547008"/>
              <a:gd name="connsiteY226" fmla="*/ 201084 h 887179"/>
              <a:gd name="connsiteX227" fmla="*/ 788002 w 1547008"/>
              <a:gd name="connsiteY227" fmla="*/ 339850 h 887179"/>
              <a:gd name="connsiteX228" fmla="*/ 659727 w 1547008"/>
              <a:gd name="connsiteY228" fmla="*/ 302782 h 887179"/>
              <a:gd name="connsiteX229" fmla="*/ 666829 w 1547008"/>
              <a:gd name="connsiteY229" fmla="*/ 262569 h 887179"/>
              <a:gd name="connsiteX230" fmla="*/ 621941 w 1547008"/>
              <a:gd name="connsiteY230" fmla="*/ 249132 h 887179"/>
              <a:gd name="connsiteX231" fmla="*/ 608475 w 1547008"/>
              <a:gd name="connsiteY231" fmla="*/ 293916 h 887179"/>
              <a:gd name="connsiteX232" fmla="*/ 610545 w 1547008"/>
              <a:gd name="connsiteY232" fmla="*/ 296978 h 887179"/>
              <a:gd name="connsiteX233" fmla="*/ 567823 w 1547008"/>
              <a:gd name="connsiteY233" fmla="*/ 296445 h 887179"/>
              <a:gd name="connsiteX234" fmla="*/ 564597 w 1547008"/>
              <a:gd name="connsiteY234" fmla="*/ 285833 h 887179"/>
              <a:gd name="connsiteX235" fmla="*/ 526753 w 1547008"/>
              <a:gd name="connsiteY235" fmla="*/ 274508 h 887179"/>
              <a:gd name="connsiteX236" fmla="*/ 512370 w 1547008"/>
              <a:gd name="connsiteY236" fmla="*/ 302641 h 887179"/>
              <a:gd name="connsiteX237" fmla="*/ 477881 w 1547008"/>
              <a:gd name="connsiteY237" fmla="*/ 311089 h 887179"/>
              <a:gd name="connsiteX238" fmla="*/ 473609 w 1547008"/>
              <a:gd name="connsiteY238" fmla="*/ 296017 h 887179"/>
              <a:gd name="connsiteX239" fmla="*/ 423462 w 1547008"/>
              <a:gd name="connsiteY239" fmla="*/ 281002 h 887179"/>
              <a:gd name="connsiteX240" fmla="*/ 408413 w 1547008"/>
              <a:gd name="connsiteY240" fmla="*/ 331032 h 887179"/>
              <a:gd name="connsiteX241" fmla="*/ 413613 w 1547008"/>
              <a:gd name="connsiteY241" fmla="*/ 338213 h 887179"/>
              <a:gd name="connsiteX242" fmla="*/ 381361 w 1547008"/>
              <a:gd name="connsiteY242" fmla="*/ 358938 h 887179"/>
              <a:gd name="connsiteX243" fmla="*/ 379931 w 1547008"/>
              <a:gd name="connsiteY243" fmla="*/ 355519 h 887179"/>
              <a:gd name="connsiteX244" fmla="*/ 352415 w 1547008"/>
              <a:gd name="connsiteY244" fmla="*/ 347282 h 887179"/>
              <a:gd name="connsiteX245" fmla="*/ 344157 w 1547008"/>
              <a:gd name="connsiteY245" fmla="*/ 374736 h 88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1547008" h="887179">
                <a:moveTo>
                  <a:pt x="789988" y="101309"/>
                </a:moveTo>
                <a:cubicBezTo>
                  <a:pt x="779553" y="106923"/>
                  <a:pt x="775652" y="119908"/>
                  <a:pt x="781266" y="130318"/>
                </a:cubicBezTo>
                <a:lnTo>
                  <a:pt x="781256" y="130306"/>
                </a:lnTo>
                <a:cubicBezTo>
                  <a:pt x="781875" y="131457"/>
                  <a:pt x="782622" y="132502"/>
                  <a:pt x="783409" y="133487"/>
                </a:cubicBezTo>
                <a:cubicBezTo>
                  <a:pt x="772202" y="144134"/>
                  <a:pt x="761910" y="155992"/>
                  <a:pt x="752775" y="169309"/>
                </a:cubicBezTo>
                <a:cubicBezTo>
                  <a:pt x="752775" y="169309"/>
                  <a:pt x="823228" y="-174753"/>
                  <a:pt x="1383578" y="118068"/>
                </a:cubicBezTo>
                <a:cubicBezTo>
                  <a:pt x="1383578" y="118068"/>
                  <a:pt x="1185898" y="45510"/>
                  <a:pt x="1003871" y="54412"/>
                </a:cubicBezTo>
                <a:cubicBezTo>
                  <a:pt x="1007036" y="45831"/>
                  <a:pt x="1006763" y="36038"/>
                  <a:pt x="1002075" y="27350"/>
                </a:cubicBezTo>
                <a:cubicBezTo>
                  <a:pt x="993404" y="11278"/>
                  <a:pt x="973298" y="5261"/>
                  <a:pt x="957178" y="13913"/>
                </a:cubicBezTo>
                <a:cubicBezTo>
                  <a:pt x="941067" y="22566"/>
                  <a:pt x="935036" y="42626"/>
                  <a:pt x="943709" y="58709"/>
                </a:cubicBezTo>
                <a:cubicBezTo>
                  <a:pt x="943846" y="58961"/>
                  <a:pt x="944000" y="59195"/>
                  <a:pt x="944164" y="59423"/>
                </a:cubicBezTo>
                <a:cubicBezTo>
                  <a:pt x="944237" y="59526"/>
                  <a:pt x="944310" y="59627"/>
                  <a:pt x="944386" y="59729"/>
                </a:cubicBezTo>
                <a:lnTo>
                  <a:pt x="944401" y="59748"/>
                </a:lnTo>
                <a:cubicBezTo>
                  <a:pt x="944577" y="59986"/>
                  <a:pt x="944753" y="60225"/>
                  <a:pt x="944912" y="60478"/>
                </a:cubicBezTo>
                <a:cubicBezTo>
                  <a:pt x="898179" y="68062"/>
                  <a:pt x="854244" y="82650"/>
                  <a:pt x="817006" y="106982"/>
                </a:cubicBezTo>
                <a:cubicBezTo>
                  <a:pt x="810688" y="98923"/>
                  <a:pt x="799327" y="96288"/>
                  <a:pt x="789988" y="101309"/>
                </a:cubicBezTo>
                <a:close/>
                <a:moveTo>
                  <a:pt x="1078907" y="281749"/>
                </a:moveTo>
                <a:cubicBezTo>
                  <a:pt x="1084167" y="291506"/>
                  <a:pt x="1096360" y="295150"/>
                  <a:pt x="1106140" y="289905"/>
                </a:cubicBezTo>
                <a:cubicBezTo>
                  <a:pt x="1115918" y="284658"/>
                  <a:pt x="1119572" y="272492"/>
                  <a:pt x="1114313" y="262735"/>
                </a:cubicBezTo>
                <a:cubicBezTo>
                  <a:pt x="1110661" y="255968"/>
                  <a:pt x="1103677" y="252241"/>
                  <a:pt x="1096492" y="252277"/>
                </a:cubicBezTo>
                <a:lnTo>
                  <a:pt x="993844" y="62068"/>
                </a:lnTo>
                <a:cubicBezTo>
                  <a:pt x="1001743" y="53415"/>
                  <a:pt x="1003825" y="40477"/>
                  <a:pt x="997947" y="29593"/>
                </a:cubicBezTo>
                <a:cubicBezTo>
                  <a:pt x="990501" y="15801"/>
                  <a:pt x="973261" y="10638"/>
                  <a:pt x="959448" y="18068"/>
                </a:cubicBezTo>
                <a:cubicBezTo>
                  <a:pt x="945625" y="25498"/>
                  <a:pt x="940449" y="42697"/>
                  <a:pt x="947898" y="56489"/>
                </a:cubicBezTo>
                <a:cubicBezTo>
                  <a:pt x="953773" y="67374"/>
                  <a:pt x="965744" y="72762"/>
                  <a:pt x="977330" y="70946"/>
                </a:cubicBezTo>
                <a:lnTo>
                  <a:pt x="1079978" y="261156"/>
                </a:lnTo>
                <a:cubicBezTo>
                  <a:pt x="1075992" y="267127"/>
                  <a:pt x="1075266" y="274997"/>
                  <a:pt x="1078920" y="281762"/>
                </a:cubicBezTo>
                <a:lnTo>
                  <a:pt x="1078907" y="281749"/>
                </a:lnTo>
                <a:close/>
                <a:moveTo>
                  <a:pt x="913111" y="329466"/>
                </a:moveTo>
                <a:cubicBezTo>
                  <a:pt x="901605" y="335649"/>
                  <a:pt x="887247" y="331352"/>
                  <a:pt x="881047" y="319863"/>
                </a:cubicBezTo>
                <a:cubicBezTo>
                  <a:pt x="876147" y="310782"/>
                  <a:pt x="877894" y="299994"/>
                  <a:pt x="884498" y="292789"/>
                </a:cubicBezTo>
                <a:lnTo>
                  <a:pt x="800409" y="136965"/>
                </a:lnTo>
                <a:cubicBezTo>
                  <a:pt x="794319" y="137048"/>
                  <a:pt x="788383" y="133891"/>
                  <a:pt x="785289" y="128170"/>
                </a:cubicBezTo>
                <a:cubicBezTo>
                  <a:pt x="780863" y="119968"/>
                  <a:pt x="783932" y="109736"/>
                  <a:pt x="792154" y="105321"/>
                </a:cubicBezTo>
                <a:cubicBezTo>
                  <a:pt x="800373" y="100905"/>
                  <a:pt x="810630" y="103980"/>
                  <a:pt x="815056" y="112181"/>
                </a:cubicBezTo>
                <a:cubicBezTo>
                  <a:pt x="818147" y="117902"/>
                  <a:pt x="817517" y="124585"/>
                  <a:pt x="814090" y="129618"/>
                </a:cubicBezTo>
                <a:lnTo>
                  <a:pt x="898179" y="285442"/>
                </a:lnTo>
                <a:cubicBezTo>
                  <a:pt x="907840" y="283910"/>
                  <a:pt x="917833" y="288397"/>
                  <a:pt x="922735" y="297476"/>
                </a:cubicBezTo>
                <a:cubicBezTo>
                  <a:pt x="928933" y="308953"/>
                  <a:pt x="924627" y="323280"/>
                  <a:pt x="913111" y="329466"/>
                </a:cubicBezTo>
                <a:close/>
                <a:moveTo>
                  <a:pt x="606999" y="464373"/>
                </a:moveTo>
                <a:cubicBezTo>
                  <a:pt x="612114" y="473871"/>
                  <a:pt x="623987" y="477419"/>
                  <a:pt x="633494" y="472304"/>
                </a:cubicBezTo>
                <a:cubicBezTo>
                  <a:pt x="643010" y="467199"/>
                  <a:pt x="646569" y="455353"/>
                  <a:pt x="641441" y="445870"/>
                </a:cubicBezTo>
                <a:cubicBezTo>
                  <a:pt x="637717" y="438973"/>
                  <a:pt x="630424" y="435271"/>
                  <a:pt x="623073" y="435686"/>
                </a:cubicBezTo>
                <a:lnTo>
                  <a:pt x="557341" y="313893"/>
                </a:lnTo>
                <a:cubicBezTo>
                  <a:pt x="563326" y="306925"/>
                  <a:pt x="564788" y="296765"/>
                  <a:pt x="560161" y="288206"/>
                </a:cubicBezTo>
                <a:cubicBezTo>
                  <a:pt x="554164" y="277084"/>
                  <a:pt x="540268" y="272932"/>
                  <a:pt x="529121" y="278912"/>
                </a:cubicBezTo>
                <a:cubicBezTo>
                  <a:pt x="517974" y="284895"/>
                  <a:pt x="513810" y="298760"/>
                  <a:pt x="519805" y="309880"/>
                </a:cubicBezTo>
                <a:cubicBezTo>
                  <a:pt x="524421" y="318438"/>
                  <a:pt x="533725" y="322818"/>
                  <a:pt x="542851" y="321667"/>
                </a:cubicBezTo>
                <a:lnTo>
                  <a:pt x="608580" y="443460"/>
                </a:lnTo>
                <a:cubicBezTo>
                  <a:pt x="604179" y="449348"/>
                  <a:pt x="603262" y="457467"/>
                  <a:pt x="606987" y="464364"/>
                </a:cubicBezTo>
                <a:lnTo>
                  <a:pt x="606999" y="464373"/>
                </a:lnTo>
                <a:close/>
                <a:moveTo>
                  <a:pt x="775010" y="653147"/>
                </a:moveTo>
                <a:lnTo>
                  <a:pt x="880512" y="653147"/>
                </a:lnTo>
                <a:lnTo>
                  <a:pt x="880512" y="653137"/>
                </a:lnTo>
                <a:cubicBezTo>
                  <a:pt x="956486" y="653137"/>
                  <a:pt x="1008571" y="698822"/>
                  <a:pt x="1008571" y="768994"/>
                </a:cubicBezTo>
                <a:cubicBezTo>
                  <a:pt x="1008571" y="839168"/>
                  <a:pt x="956486" y="884853"/>
                  <a:pt x="880512" y="884853"/>
                </a:cubicBezTo>
                <a:lnTo>
                  <a:pt x="775010" y="884853"/>
                </a:lnTo>
                <a:lnTo>
                  <a:pt x="775010" y="653147"/>
                </a:lnTo>
                <a:close/>
                <a:moveTo>
                  <a:pt x="828759" y="840842"/>
                </a:moveTo>
                <a:lnTo>
                  <a:pt x="877860" y="840842"/>
                </a:lnTo>
                <a:lnTo>
                  <a:pt x="877860" y="840852"/>
                </a:lnTo>
                <a:cubicBezTo>
                  <a:pt x="923960" y="840852"/>
                  <a:pt x="954142" y="813374"/>
                  <a:pt x="954142" y="769006"/>
                </a:cubicBezTo>
                <a:cubicBezTo>
                  <a:pt x="954142" y="724638"/>
                  <a:pt x="923960" y="697160"/>
                  <a:pt x="877860" y="697160"/>
                </a:cubicBezTo>
                <a:lnTo>
                  <a:pt x="828759" y="697160"/>
                </a:lnTo>
                <a:lnTo>
                  <a:pt x="828759" y="840842"/>
                </a:lnTo>
                <a:close/>
                <a:moveTo>
                  <a:pt x="0" y="653147"/>
                </a:moveTo>
                <a:lnTo>
                  <a:pt x="95545" y="653147"/>
                </a:lnTo>
                <a:cubicBezTo>
                  <a:pt x="156589" y="653147"/>
                  <a:pt x="194398" y="684625"/>
                  <a:pt x="194398" y="735582"/>
                </a:cubicBezTo>
                <a:cubicBezTo>
                  <a:pt x="194398" y="786537"/>
                  <a:pt x="156577" y="817981"/>
                  <a:pt x="95545" y="817981"/>
                </a:cubicBezTo>
                <a:lnTo>
                  <a:pt x="43103" y="817981"/>
                </a:lnTo>
                <a:lnTo>
                  <a:pt x="43103" y="884853"/>
                </a:lnTo>
                <a:lnTo>
                  <a:pt x="0" y="884853"/>
                </a:lnTo>
                <a:lnTo>
                  <a:pt x="0" y="653147"/>
                </a:lnTo>
                <a:close/>
                <a:moveTo>
                  <a:pt x="43103" y="781575"/>
                </a:moveTo>
                <a:lnTo>
                  <a:pt x="93558" y="781575"/>
                </a:lnTo>
                <a:cubicBezTo>
                  <a:pt x="131367" y="781575"/>
                  <a:pt x="150938" y="764734"/>
                  <a:pt x="150938" y="735582"/>
                </a:cubicBezTo>
                <a:cubicBezTo>
                  <a:pt x="150938" y="706430"/>
                  <a:pt x="131367" y="689552"/>
                  <a:pt x="93558" y="689552"/>
                </a:cubicBezTo>
                <a:lnTo>
                  <a:pt x="43103" y="689552"/>
                </a:lnTo>
                <a:lnTo>
                  <a:pt x="43103" y="781575"/>
                </a:lnTo>
                <a:close/>
                <a:moveTo>
                  <a:pt x="271384" y="708104"/>
                </a:moveTo>
                <a:lnTo>
                  <a:pt x="271384" y="733908"/>
                </a:lnTo>
                <a:lnTo>
                  <a:pt x="271396" y="733908"/>
                </a:lnTo>
                <a:cubicBezTo>
                  <a:pt x="283340" y="715402"/>
                  <a:pt x="304885" y="706120"/>
                  <a:pt x="334413" y="706120"/>
                </a:cubicBezTo>
                <a:lnTo>
                  <a:pt x="334413" y="745517"/>
                </a:lnTo>
                <a:cubicBezTo>
                  <a:pt x="330749" y="744852"/>
                  <a:pt x="327800" y="744507"/>
                  <a:pt x="324801" y="744507"/>
                </a:cubicBezTo>
                <a:cubicBezTo>
                  <a:pt x="293286" y="744507"/>
                  <a:pt x="273371" y="763060"/>
                  <a:pt x="273371" y="799118"/>
                </a:cubicBezTo>
                <a:lnTo>
                  <a:pt x="273371" y="884853"/>
                </a:lnTo>
                <a:lnTo>
                  <a:pt x="231897" y="884853"/>
                </a:lnTo>
                <a:lnTo>
                  <a:pt x="231897" y="708104"/>
                </a:lnTo>
                <a:lnTo>
                  <a:pt x="271384" y="708104"/>
                </a:lnTo>
                <a:close/>
                <a:moveTo>
                  <a:pt x="447530" y="851749"/>
                </a:moveTo>
                <a:cubicBezTo>
                  <a:pt x="422013" y="851749"/>
                  <a:pt x="401824" y="836032"/>
                  <a:pt x="396528" y="810370"/>
                </a:cubicBezTo>
                <a:lnTo>
                  <a:pt x="354245" y="810370"/>
                </a:lnTo>
                <a:cubicBezTo>
                  <a:pt x="360587" y="855904"/>
                  <a:pt x="398050" y="887180"/>
                  <a:pt x="447530" y="887180"/>
                </a:cubicBezTo>
                <a:cubicBezTo>
                  <a:pt x="497010" y="887180"/>
                  <a:pt x="534866" y="855892"/>
                  <a:pt x="541172" y="810370"/>
                </a:cubicBezTo>
                <a:lnTo>
                  <a:pt x="498892" y="810370"/>
                </a:lnTo>
                <a:cubicBezTo>
                  <a:pt x="493596" y="836022"/>
                  <a:pt x="473372" y="851749"/>
                  <a:pt x="447542" y="851749"/>
                </a:cubicBezTo>
                <a:lnTo>
                  <a:pt x="447530" y="851749"/>
                </a:lnTo>
                <a:close/>
                <a:moveTo>
                  <a:pt x="396731" y="781575"/>
                </a:moveTo>
                <a:lnTo>
                  <a:pt x="354402" y="781575"/>
                </a:lnTo>
                <a:cubicBezTo>
                  <a:pt x="361135" y="736626"/>
                  <a:pt x="397767" y="706120"/>
                  <a:pt x="447530" y="706120"/>
                </a:cubicBezTo>
                <a:cubicBezTo>
                  <a:pt x="497296" y="706120"/>
                  <a:pt x="534331" y="736626"/>
                  <a:pt x="541018" y="781575"/>
                </a:cubicBezTo>
                <a:lnTo>
                  <a:pt x="498689" y="781575"/>
                </a:lnTo>
                <a:cubicBezTo>
                  <a:pt x="493048" y="756495"/>
                  <a:pt x="472693" y="741208"/>
                  <a:pt x="447530" y="741208"/>
                </a:cubicBezTo>
                <a:cubicBezTo>
                  <a:pt x="422370" y="741208"/>
                  <a:pt x="402369" y="756507"/>
                  <a:pt x="396731" y="781575"/>
                </a:cubicBezTo>
                <a:close/>
                <a:moveTo>
                  <a:pt x="662855" y="741208"/>
                </a:moveTo>
                <a:cubicBezTo>
                  <a:pt x="680439" y="741208"/>
                  <a:pt x="696393" y="748816"/>
                  <a:pt x="707005" y="765694"/>
                </a:cubicBezTo>
                <a:lnTo>
                  <a:pt x="738830" y="747142"/>
                </a:lnTo>
                <a:cubicBezTo>
                  <a:pt x="725256" y="720317"/>
                  <a:pt x="697713" y="706120"/>
                  <a:pt x="663200" y="706120"/>
                </a:cubicBezTo>
                <a:cubicBezTo>
                  <a:pt x="607141" y="706120"/>
                  <a:pt x="567310" y="743498"/>
                  <a:pt x="567310" y="796471"/>
                </a:cubicBezTo>
                <a:cubicBezTo>
                  <a:pt x="567310" y="849447"/>
                  <a:pt x="607141" y="887180"/>
                  <a:pt x="663200" y="887180"/>
                </a:cubicBezTo>
                <a:cubicBezTo>
                  <a:pt x="697703" y="887180"/>
                  <a:pt x="725244" y="872271"/>
                  <a:pt x="738830" y="845803"/>
                </a:cubicBezTo>
                <a:lnTo>
                  <a:pt x="707005" y="827248"/>
                </a:lnTo>
                <a:cubicBezTo>
                  <a:pt x="696381" y="844129"/>
                  <a:pt x="680439" y="851737"/>
                  <a:pt x="662855" y="851737"/>
                </a:cubicBezTo>
                <a:cubicBezTo>
                  <a:pt x="632352" y="851737"/>
                  <a:pt x="609128" y="830892"/>
                  <a:pt x="609128" y="796471"/>
                </a:cubicBezTo>
                <a:cubicBezTo>
                  <a:pt x="609128" y="762050"/>
                  <a:pt x="632352" y="741208"/>
                  <a:pt x="662855" y="741208"/>
                </a:cubicBezTo>
                <a:close/>
                <a:moveTo>
                  <a:pt x="1208954" y="793837"/>
                </a:moveTo>
                <a:lnTo>
                  <a:pt x="1093493" y="653147"/>
                </a:lnTo>
                <a:lnTo>
                  <a:pt x="1049033" y="653147"/>
                </a:lnTo>
                <a:lnTo>
                  <a:pt x="1049033" y="884853"/>
                </a:lnTo>
                <a:lnTo>
                  <a:pt x="1102130" y="884853"/>
                </a:lnTo>
                <a:lnTo>
                  <a:pt x="1102130" y="744199"/>
                </a:lnTo>
                <a:lnTo>
                  <a:pt x="1217901" y="884853"/>
                </a:lnTo>
                <a:lnTo>
                  <a:pt x="1262014" y="884853"/>
                </a:lnTo>
                <a:lnTo>
                  <a:pt x="1262014" y="653147"/>
                </a:lnTo>
                <a:lnTo>
                  <a:pt x="1208954" y="653147"/>
                </a:lnTo>
                <a:lnTo>
                  <a:pt x="1208954" y="793837"/>
                </a:lnTo>
                <a:close/>
                <a:moveTo>
                  <a:pt x="1390086" y="653147"/>
                </a:moveTo>
                <a:lnTo>
                  <a:pt x="1443183" y="653147"/>
                </a:lnTo>
                <a:lnTo>
                  <a:pt x="1547008" y="884853"/>
                </a:lnTo>
                <a:lnTo>
                  <a:pt x="1490605" y="884853"/>
                </a:lnTo>
                <a:lnTo>
                  <a:pt x="1470071" y="835216"/>
                </a:lnTo>
                <a:lnTo>
                  <a:pt x="1453142" y="794502"/>
                </a:lnTo>
                <a:lnTo>
                  <a:pt x="1451428" y="790347"/>
                </a:lnTo>
                <a:lnTo>
                  <a:pt x="1416307" y="705778"/>
                </a:lnTo>
                <a:lnTo>
                  <a:pt x="1379462" y="794502"/>
                </a:lnTo>
                <a:lnTo>
                  <a:pt x="1362271" y="835216"/>
                </a:lnTo>
                <a:lnTo>
                  <a:pt x="1361450" y="837115"/>
                </a:lnTo>
                <a:lnTo>
                  <a:pt x="1341654" y="884853"/>
                </a:lnTo>
                <a:lnTo>
                  <a:pt x="1286605" y="884853"/>
                </a:lnTo>
                <a:lnTo>
                  <a:pt x="1390086" y="653147"/>
                </a:lnTo>
                <a:close/>
                <a:moveTo>
                  <a:pt x="714393" y="455827"/>
                </a:moveTo>
                <a:cubicBezTo>
                  <a:pt x="718320" y="463093"/>
                  <a:pt x="727409" y="465823"/>
                  <a:pt x="734690" y="461905"/>
                </a:cubicBezTo>
                <a:cubicBezTo>
                  <a:pt x="741970" y="457987"/>
                  <a:pt x="744707" y="448920"/>
                  <a:pt x="740782" y="441657"/>
                </a:cubicBezTo>
                <a:cubicBezTo>
                  <a:pt x="738568" y="437561"/>
                  <a:pt x="734714" y="434985"/>
                  <a:pt x="730479" y="434141"/>
                </a:cubicBezTo>
                <a:lnTo>
                  <a:pt x="657073" y="298117"/>
                </a:lnTo>
                <a:cubicBezTo>
                  <a:pt x="665771" y="289653"/>
                  <a:pt x="668305" y="276241"/>
                  <a:pt x="662249" y="265038"/>
                </a:cubicBezTo>
                <a:cubicBezTo>
                  <a:pt x="654932" y="251483"/>
                  <a:pt x="637991" y="246414"/>
                  <a:pt x="624405" y="253715"/>
                </a:cubicBezTo>
                <a:cubicBezTo>
                  <a:pt x="610819" y="261012"/>
                  <a:pt x="605738" y="277915"/>
                  <a:pt x="613055" y="291472"/>
                </a:cubicBezTo>
                <a:cubicBezTo>
                  <a:pt x="619099" y="302675"/>
                  <a:pt x="631722" y="307956"/>
                  <a:pt x="643594" y="305371"/>
                </a:cubicBezTo>
                <a:lnTo>
                  <a:pt x="715915" y="439376"/>
                </a:lnTo>
                <a:cubicBezTo>
                  <a:pt x="712252" y="443922"/>
                  <a:pt x="711455" y="450379"/>
                  <a:pt x="714405" y="455839"/>
                </a:cubicBezTo>
                <a:lnTo>
                  <a:pt x="714393" y="455827"/>
                </a:lnTo>
                <a:close/>
                <a:moveTo>
                  <a:pt x="569915" y="552411"/>
                </a:moveTo>
                <a:cubicBezTo>
                  <a:pt x="561779" y="556778"/>
                  <a:pt x="551617" y="553740"/>
                  <a:pt x="547240" y="545621"/>
                </a:cubicBezTo>
                <a:lnTo>
                  <a:pt x="547240" y="545633"/>
                </a:lnTo>
                <a:cubicBezTo>
                  <a:pt x="544361" y="540291"/>
                  <a:pt x="544742" y="534120"/>
                  <a:pt x="547621" y="529254"/>
                </a:cubicBezTo>
                <a:lnTo>
                  <a:pt x="446983" y="342783"/>
                </a:lnTo>
                <a:cubicBezTo>
                  <a:pt x="434338" y="345347"/>
                  <a:pt x="420989" y="339672"/>
                  <a:pt x="414552" y="327755"/>
                </a:cubicBezTo>
                <a:cubicBezTo>
                  <a:pt x="406690" y="313179"/>
                  <a:pt x="412149" y="295008"/>
                  <a:pt x="426759" y="287160"/>
                </a:cubicBezTo>
                <a:cubicBezTo>
                  <a:pt x="441369" y="279315"/>
                  <a:pt x="459584" y="284763"/>
                  <a:pt x="467446" y="299339"/>
                </a:cubicBezTo>
                <a:cubicBezTo>
                  <a:pt x="473883" y="311258"/>
                  <a:pt x="471278" y="325499"/>
                  <a:pt x="462164" y="334615"/>
                </a:cubicBezTo>
                <a:lnTo>
                  <a:pt x="562801" y="521086"/>
                </a:lnTo>
                <a:cubicBezTo>
                  <a:pt x="568466" y="521372"/>
                  <a:pt x="573842" y="524447"/>
                  <a:pt x="576721" y="529787"/>
                </a:cubicBezTo>
                <a:cubicBezTo>
                  <a:pt x="581098" y="537906"/>
                  <a:pt x="578053" y="548043"/>
                  <a:pt x="569915" y="552411"/>
                </a:cubicBezTo>
                <a:close/>
                <a:moveTo>
                  <a:pt x="1025073" y="342866"/>
                </a:moveTo>
                <a:cubicBezTo>
                  <a:pt x="1011259" y="350296"/>
                  <a:pt x="994022" y="345132"/>
                  <a:pt x="986573" y="331340"/>
                </a:cubicBezTo>
                <a:lnTo>
                  <a:pt x="986561" y="331340"/>
                </a:lnTo>
                <a:cubicBezTo>
                  <a:pt x="980400" y="319910"/>
                  <a:pt x="982993" y="306223"/>
                  <a:pt x="991891" y="297618"/>
                </a:cubicBezTo>
                <a:lnTo>
                  <a:pt x="911029" y="147790"/>
                </a:lnTo>
                <a:cubicBezTo>
                  <a:pt x="905090" y="147825"/>
                  <a:pt x="899310" y="144751"/>
                  <a:pt x="896299" y="139161"/>
                </a:cubicBezTo>
                <a:cubicBezTo>
                  <a:pt x="891969" y="131113"/>
                  <a:pt x="894980" y="121083"/>
                  <a:pt x="903045" y="116751"/>
                </a:cubicBezTo>
                <a:cubicBezTo>
                  <a:pt x="911112" y="112419"/>
                  <a:pt x="921164" y="115421"/>
                  <a:pt x="925507" y="123469"/>
                </a:cubicBezTo>
                <a:cubicBezTo>
                  <a:pt x="928518" y="129060"/>
                  <a:pt x="927921" y="135564"/>
                  <a:pt x="924615" y="140490"/>
                </a:cubicBezTo>
                <a:lnTo>
                  <a:pt x="1005480" y="290318"/>
                </a:lnTo>
                <a:cubicBezTo>
                  <a:pt x="1017577" y="287649"/>
                  <a:pt x="1030461" y="293014"/>
                  <a:pt x="1036625" y="304444"/>
                </a:cubicBezTo>
                <a:cubicBezTo>
                  <a:pt x="1044072" y="318236"/>
                  <a:pt x="1038898" y="335436"/>
                  <a:pt x="1025073" y="342866"/>
                </a:cubicBezTo>
                <a:close/>
                <a:moveTo>
                  <a:pt x="376791" y="357205"/>
                </a:moveTo>
                <a:cubicBezTo>
                  <a:pt x="372413" y="349086"/>
                  <a:pt x="362254" y="346046"/>
                  <a:pt x="354116" y="350416"/>
                </a:cubicBezTo>
                <a:cubicBezTo>
                  <a:pt x="345977" y="354783"/>
                  <a:pt x="342932" y="364921"/>
                  <a:pt x="347309" y="373037"/>
                </a:cubicBezTo>
                <a:cubicBezTo>
                  <a:pt x="350213" y="378416"/>
                  <a:pt x="355651" y="381501"/>
                  <a:pt x="361350" y="381738"/>
                </a:cubicBezTo>
                <a:lnTo>
                  <a:pt x="445091" y="536921"/>
                </a:lnTo>
                <a:cubicBezTo>
                  <a:pt x="438847" y="544162"/>
                  <a:pt x="437312" y="554749"/>
                  <a:pt x="442129" y="563663"/>
                </a:cubicBezTo>
                <a:cubicBezTo>
                  <a:pt x="448364" y="575223"/>
                  <a:pt x="462819" y="579544"/>
                  <a:pt x="474406" y="573324"/>
                </a:cubicBezTo>
                <a:cubicBezTo>
                  <a:pt x="485995" y="567106"/>
                  <a:pt x="490326" y="552684"/>
                  <a:pt x="484091" y="541122"/>
                </a:cubicBezTo>
                <a:cubicBezTo>
                  <a:pt x="479284" y="532209"/>
                  <a:pt x="469589" y="527663"/>
                  <a:pt x="460082" y="528873"/>
                </a:cubicBezTo>
                <a:lnTo>
                  <a:pt x="376338" y="373690"/>
                </a:lnTo>
                <a:cubicBezTo>
                  <a:pt x="379279" y="368802"/>
                  <a:pt x="379694" y="362582"/>
                  <a:pt x="376791" y="357205"/>
                </a:cubicBezTo>
                <a:close/>
                <a:moveTo>
                  <a:pt x="786181" y="381063"/>
                </a:moveTo>
                <a:cubicBezTo>
                  <a:pt x="786181" y="381063"/>
                  <a:pt x="771429" y="406082"/>
                  <a:pt x="739485" y="436065"/>
                </a:cubicBezTo>
                <a:cubicBezTo>
                  <a:pt x="740841" y="437323"/>
                  <a:pt x="742053" y="438761"/>
                  <a:pt x="742982" y="440469"/>
                </a:cubicBezTo>
                <a:cubicBezTo>
                  <a:pt x="747562" y="448945"/>
                  <a:pt x="744375" y="459520"/>
                  <a:pt x="735880" y="464090"/>
                </a:cubicBezTo>
                <a:cubicBezTo>
                  <a:pt x="727908" y="468374"/>
                  <a:pt x="718154" y="465786"/>
                  <a:pt x="713193" y="458452"/>
                </a:cubicBezTo>
                <a:cubicBezTo>
                  <a:pt x="680713" y="483532"/>
                  <a:pt x="636671" y="508658"/>
                  <a:pt x="579874" y="523545"/>
                </a:cubicBezTo>
                <a:cubicBezTo>
                  <a:pt x="580695" y="524576"/>
                  <a:pt x="581480" y="525669"/>
                  <a:pt x="582122" y="526869"/>
                </a:cubicBezTo>
                <a:cubicBezTo>
                  <a:pt x="588108" y="537967"/>
                  <a:pt x="583955" y="551804"/>
                  <a:pt x="572831" y="557775"/>
                </a:cubicBezTo>
                <a:cubicBezTo>
                  <a:pt x="561708" y="563746"/>
                  <a:pt x="547834" y="559603"/>
                  <a:pt x="541851" y="548505"/>
                </a:cubicBezTo>
                <a:cubicBezTo>
                  <a:pt x="538984" y="543187"/>
                  <a:pt x="538496" y="537253"/>
                  <a:pt x="539935" y="531840"/>
                </a:cubicBezTo>
                <a:cubicBezTo>
                  <a:pt x="523292" y="534440"/>
                  <a:pt x="505683" y="536102"/>
                  <a:pt x="487173" y="536730"/>
                </a:cubicBezTo>
                <a:cubicBezTo>
                  <a:pt x="487503" y="537241"/>
                  <a:pt x="487884" y="537712"/>
                  <a:pt x="488219" y="538223"/>
                </a:cubicBezTo>
                <a:cubicBezTo>
                  <a:pt x="488327" y="538389"/>
                  <a:pt x="488432" y="538558"/>
                  <a:pt x="488527" y="538737"/>
                </a:cubicBezTo>
                <a:cubicBezTo>
                  <a:pt x="496084" y="552743"/>
                  <a:pt x="490837" y="570203"/>
                  <a:pt x="476799" y="577740"/>
                </a:cubicBezTo>
                <a:cubicBezTo>
                  <a:pt x="462758" y="585277"/>
                  <a:pt x="445260" y="580042"/>
                  <a:pt x="437703" y="566036"/>
                </a:cubicBezTo>
                <a:cubicBezTo>
                  <a:pt x="432375" y="556150"/>
                  <a:pt x="433529" y="544600"/>
                  <a:pt x="439548" y="535972"/>
                </a:cubicBezTo>
                <a:cubicBezTo>
                  <a:pt x="362313" y="531021"/>
                  <a:pt x="270778" y="507735"/>
                  <a:pt x="163430" y="454866"/>
                </a:cubicBezTo>
                <a:cubicBezTo>
                  <a:pt x="163430" y="454866"/>
                  <a:pt x="598064" y="804876"/>
                  <a:pt x="786193" y="381039"/>
                </a:cubicBezTo>
                <a:lnTo>
                  <a:pt x="786181" y="381063"/>
                </a:lnTo>
                <a:close/>
                <a:moveTo>
                  <a:pt x="344157" y="374736"/>
                </a:moveTo>
                <a:cubicBezTo>
                  <a:pt x="346122" y="378367"/>
                  <a:pt x="349047" y="381146"/>
                  <a:pt x="352437" y="382960"/>
                </a:cubicBezTo>
                <a:lnTo>
                  <a:pt x="352415" y="382972"/>
                </a:lnTo>
                <a:cubicBezTo>
                  <a:pt x="328215" y="405786"/>
                  <a:pt x="316878" y="424172"/>
                  <a:pt x="316878" y="424172"/>
                </a:cubicBezTo>
                <a:cubicBezTo>
                  <a:pt x="329537" y="346759"/>
                  <a:pt x="382896" y="296658"/>
                  <a:pt x="444651" y="264277"/>
                </a:cubicBezTo>
                <a:cubicBezTo>
                  <a:pt x="545124" y="211588"/>
                  <a:pt x="665033" y="210093"/>
                  <a:pt x="768917" y="255709"/>
                </a:cubicBezTo>
                <a:cubicBezTo>
                  <a:pt x="807607" y="272692"/>
                  <a:pt x="844012" y="284360"/>
                  <a:pt x="878143" y="291838"/>
                </a:cubicBezTo>
                <a:cubicBezTo>
                  <a:pt x="871924" y="300585"/>
                  <a:pt x="870697" y="312385"/>
                  <a:pt x="876147" y="322474"/>
                </a:cubicBezTo>
                <a:cubicBezTo>
                  <a:pt x="883796" y="336646"/>
                  <a:pt x="901522" y="341952"/>
                  <a:pt x="915726" y="334319"/>
                </a:cubicBezTo>
                <a:cubicBezTo>
                  <a:pt x="928158" y="327638"/>
                  <a:pt x="933787" y="313250"/>
                  <a:pt x="929862" y="300265"/>
                </a:cubicBezTo>
                <a:cubicBezTo>
                  <a:pt x="947791" y="302164"/>
                  <a:pt x="965006" y="302924"/>
                  <a:pt x="981446" y="302663"/>
                </a:cubicBezTo>
                <a:cubicBezTo>
                  <a:pt x="976629" y="312172"/>
                  <a:pt x="976355" y="323791"/>
                  <a:pt x="981803" y="333892"/>
                </a:cubicBezTo>
                <a:cubicBezTo>
                  <a:pt x="990667" y="350308"/>
                  <a:pt x="1011176" y="356457"/>
                  <a:pt x="1027631" y="347615"/>
                </a:cubicBezTo>
                <a:cubicBezTo>
                  <a:pt x="1044084" y="338770"/>
                  <a:pt x="1050247" y="318307"/>
                  <a:pt x="1041383" y="301893"/>
                </a:cubicBezTo>
                <a:cubicBezTo>
                  <a:pt x="1040540" y="300338"/>
                  <a:pt x="1039492" y="298960"/>
                  <a:pt x="1038458" y="297584"/>
                </a:cubicBezTo>
                <a:cubicBezTo>
                  <a:pt x="1052318" y="295316"/>
                  <a:pt x="1065571" y="292457"/>
                  <a:pt x="1078062" y="289001"/>
                </a:cubicBezTo>
                <a:cubicBezTo>
                  <a:pt x="1085628" y="297323"/>
                  <a:pt x="1098122" y="299837"/>
                  <a:pt x="1108484" y="294272"/>
                </a:cubicBezTo>
                <a:cubicBezTo>
                  <a:pt x="1116324" y="290069"/>
                  <a:pt x="1120950" y="282285"/>
                  <a:pt x="1121559" y="274034"/>
                </a:cubicBezTo>
                <a:cubicBezTo>
                  <a:pt x="1203113" y="240135"/>
                  <a:pt x="1245193" y="188288"/>
                  <a:pt x="1245193" y="188288"/>
                </a:cubicBezTo>
                <a:cubicBezTo>
                  <a:pt x="1242516" y="192645"/>
                  <a:pt x="1239804" y="196906"/>
                  <a:pt x="1237079" y="201084"/>
                </a:cubicBezTo>
                <a:cubicBezTo>
                  <a:pt x="1140820" y="348372"/>
                  <a:pt x="951608" y="405229"/>
                  <a:pt x="788002" y="339850"/>
                </a:cubicBezTo>
                <a:cubicBezTo>
                  <a:pt x="741413" y="321239"/>
                  <a:pt x="698737" y="309406"/>
                  <a:pt x="659727" y="302782"/>
                </a:cubicBezTo>
                <a:cubicBezTo>
                  <a:pt x="670861" y="292823"/>
                  <a:pt x="674229" y="276277"/>
                  <a:pt x="666829" y="262569"/>
                </a:cubicBezTo>
                <a:cubicBezTo>
                  <a:pt x="658155" y="246497"/>
                  <a:pt x="638061" y="240479"/>
                  <a:pt x="621941" y="249132"/>
                </a:cubicBezTo>
                <a:cubicBezTo>
                  <a:pt x="605821" y="257784"/>
                  <a:pt x="599802" y="277832"/>
                  <a:pt x="608475" y="293916"/>
                </a:cubicBezTo>
                <a:cubicBezTo>
                  <a:pt x="609069" y="295020"/>
                  <a:pt x="609841" y="295969"/>
                  <a:pt x="610545" y="296978"/>
                </a:cubicBezTo>
                <a:cubicBezTo>
                  <a:pt x="595662" y="296017"/>
                  <a:pt x="581467" y="295934"/>
                  <a:pt x="567823" y="296445"/>
                </a:cubicBezTo>
                <a:cubicBezTo>
                  <a:pt x="567476" y="292835"/>
                  <a:pt x="566430" y="289228"/>
                  <a:pt x="564597" y="285833"/>
                </a:cubicBezTo>
                <a:cubicBezTo>
                  <a:pt x="557282" y="272277"/>
                  <a:pt x="540341" y="267210"/>
                  <a:pt x="526753" y="274508"/>
                </a:cubicBezTo>
                <a:cubicBezTo>
                  <a:pt x="516261" y="280146"/>
                  <a:pt x="510918" y="291506"/>
                  <a:pt x="512370" y="302641"/>
                </a:cubicBezTo>
                <a:cubicBezTo>
                  <a:pt x="500258" y="304943"/>
                  <a:pt x="488791" y="307815"/>
                  <a:pt x="477881" y="311089"/>
                </a:cubicBezTo>
                <a:cubicBezTo>
                  <a:pt x="477534" y="305964"/>
                  <a:pt x="476215" y="300835"/>
                  <a:pt x="473609" y="296017"/>
                </a:cubicBezTo>
                <a:cubicBezTo>
                  <a:pt x="463914" y="278059"/>
                  <a:pt x="441464" y="271328"/>
                  <a:pt x="423462" y="281002"/>
                </a:cubicBezTo>
                <a:cubicBezTo>
                  <a:pt x="405463" y="290675"/>
                  <a:pt x="398718" y="313074"/>
                  <a:pt x="408413" y="331032"/>
                </a:cubicBezTo>
                <a:cubicBezTo>
                  <a:pt x="409852" y="333713"/>
                  <a:pt x="411661" y="336052"/>
                  <a:pt x="413613" y="338213"/>
                </a:cubicBezTo>
                <a:cubicBezTo>
                  <a:pt x="401680" y="344870"/>
                  <a:pt x="390973" y="351899"/>
                  <a:pt x="381361" y="358938"/>
                </a:cubicBezTo>
                <a:cubicBezTo>
                  <a:pt x="380979" y="357787"/>
                  <a:pt x="380527" y="356633"/>
                  <a:pt x="379931" y="355519"/>
                </a:cubicBezTo>
                <a:cubicBezTo>
                  <a:pt x="374613" y="345667"/>
                  <a:pt x="362288" y="341976"/>
                  <a:pt x="352415" y="347282"/>
                </a:cubicBezTo>
                <a:cubicBezTo>
                  <a:pt x="342539" y="352586"/>
                  <a:pt x="338839" y="364884"/>
                  <a:pt x="344157" y="374736"/>
                </a:cubicBezTo>
                <a:close/>
              </a:path>
            </a:pathLst>
          </a:custGeom>
          <a:gradFill>
            <a:gsLst>
              <a:gs pos="100000">
                <a:srgbClr val="007ECC"/>
              </a:gs>
              <a:gs pos="18000">
                <a:schemeClr val="bg2"/>
              </a:gs>
            </a:gsLst>
            <a:lin ang="0" scaled="0"/>
          </a:gradFill>
          <a:ln w="2423" cap="flat">
            <a:noFill/>
            <a:prstDash val="solid"/>
            <a:miter/>
          </a:ln>
        </p:spPr>
        <p:txBody>
          <a:bodyPr rtlCol="0" anchor="ctr"/>
          <a:lstStyle/>
          <a:p>
            <a:endParaRPr lang="en-IN"/>
          </a:p>
        </p:txBody>
      </p:sp>
    </p:spTree>
    <p:extLst>
      <p:ext uri="{BB962C8B-B14F-4D97-AF65-F5344CB8AC3E}">
        <p14:creationId xmlns:p14="http://schemas.microsoft.com/office/powerpoint/2010/main" val="2780562689"/>
      </p:ext>
    </p:extLst>
  </p:cSld>
  <p:clrMapOvr>
    <a:masterClrMapping/>
  </p:clrMapOvr>
  <p:extLst>
    <p:ext uri="{DCECCB84-F9BA-43D5-87BE-67443E8EF086}">
      <p15:sldGuideLst xmlns:p15="http://schemas.microsoft.com/office/powerpoint/2012/main">
        <p15:guide id="2" orient="horz" pos="2316" userDrawn="1">
          <p15:clr>
            <a:srgbClr val="FBAE40"/>
          </p15:clr>
        </p15:guide>
        <p15:guide id="3" orient="horz" pos="3113" userDrawn="1">
          <p15:clr>
            <a:srgbClr val="FBAE40"/>
          </p15:clr>
        </p15:guide>
        <p15:guide id="4" orient="horz" pos="392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ith Client Logo">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EEE80A-9B12-52E7-6C96-0C40466BCFF6}"/>
              </a:ext>
            </a:extLst>
          </p:cNvPr>
          <p:cNvGrpSpPr/>
          <p:nvPr userDrawn="1"/>
        </p:nvGrpSpPr>
        <p:grpSpPr>
          <a:xfrm>
            <a:off x="7096634" y="0"/>
            <a:ext cx="4993766" cy="6858000"/>
            <a:chOff x="6968490" y="0"/>
            <a:chExt cx="4993766" cy="6858000"/>
          </a:xfrm>
        </p:grpSpPr>
        <p:grpSp>
          <p:nvGrpSpPr>
            <p:cNvPr id="63" name="Graphic 4">
              <a:extLst>
                <a:ext uri="{FF2B5EF4-FFF2-40B4-BE49-F238E27FC236}">
                  <a16:creationId xmlns:a16="http://schemas.microsoft.com/office/drawing/2014/main" id="{61E15DBA-B41E-211D-4F39-C3235B2290AA}"/>
                </a:ext>
              </a:extLst>
            </p:cNvPr>
            <p:cNvGrpSpPr/>
            <p:nvPr/>
          </p:nvGrpSpPr>
          <p:grpSpPr>
            <a:xfrm>
              <a:off x="6968490" y="5715"/>
              <a:ext cx="4993766" cy="6795706"/>
              <a:chOff x="6968490" y="5715"/>
              <a:chExt cx="4993766" cy="6795706"/>
            </a:xfrm>
            <a:gradFill>
              <a:gsLst>
                <a:gs pos="0">
                  <a:schemeClr val="bg2"/>
                </a:gs>
                <a:gs pos="100000">
                  <a:schemeClr val="tx2"/>
                </a:gs>
              </a:gsLst>
              <a:lin ang="0" scaled="0"/>
            </a:gradFill>
          </p:grpSpPr>
          <p:sp>
            <p:nvSpPr>
              <p:cNvPr id="166" name="Freeform: Shape 165">
                <a:extLst>
                  <a:ext uri="{FF2B5EF4-FFF2-40B4-BE49-F238E27FC236}">
                    <a16:creationId xmlns:a16="http://schemas.microsoft.com/office/drawing/2014/main" id="{45611282-C482-C23F-858D-040C32259ACF}"/>
                  </a:ext>
                </a:extLst>
              </p:cNvPr>
              <p:cNvSpPr/>
              <p:nvPr/>
            </p:nvSpPr>
            <p:spPr>
              <a:xfrm>
                <a:off x="6968490" y="4608004"/>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3" name="Freeform: Shape 172">
                <a:extLst>
                  <a:ext uri="{FF2B5EF4-FFF2-40B4-BE49-F238E27FC236}">
                    <a16:creationId xmlns:a16="http://schemas.microsoft.com/office/drawing/2014/main" id="{D81475EE-51AC-5AD2-866A-CDF986B1C4C1}"/>
                  </a:ext>
                </a:extLst>
              </p:cNvPr>
              <p:cNvSpPr/>
              <p:nvPr/>
            </p:nvSpPr>
            <p:spPr>
              <a:xfrm>
                <a:off x="6968490" y="6614255"/>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6" name="Freeform: Shape 205">
                <a:extLst>
                  <a:ext uri="{FF2B5EF4-FFF2-40B4-BE49-F238E27FC236}">
                    <a16:creationId xmlns:a16="http://schemas.microsoft.com/office/drawing/2014/main" id="{9CB0E960-16A3-BEBB-FBF4-60324746D9EB}"/>
                  </a:ext>
                </a:extLst>
              </p:cNvPr>
              <p:cNvSpPr/>
              <p:nvPr/>
            </p:nvSpPr>
            <p:spPr>
              <a:xfrm>
                <a:off x="6968490" y="5109781"/>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2" name="Freeform: Shape 241">
                <a:extLst>
                  <a:ext uri="{FF2B5EF4-FFF2-40B4-BE49-F238E27FC236}">
                    <a16:creationId xmlns:a16="http://schemas.microsoft.com/office/drawing/2014/main" id="{F2CC5735-6623-943E-A2A1-86D0E1BF3669}"/>
                  </a:ext>
                </a:extLst>
              </p:cNvPr>
              <p:cNvSpPr/>
              <p:nvPr/>
            </p:nvSpPr>
            <p:spPr>
              <a:xfrm>
                <a:off x="6968490" y="6112763"/>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4" name="Freeform: Shape 333">
                <a:extLst>
                  <a:ext uri="{FF2B5EF4-FFF2-40B4-BE49-F238E27FC236}">
                    <a16:creationId xmlns:a16="http://schemas.microsoft.com/office/drawing/2014/main" id="{5470D344-6474-0350-B856-90D64B8F7EA6}"/>
                  </a:ext>
                </a:extLst>
              </p:cNvPr>
              <p:cNvSpPr/>
              <p:nvPr/>
            </p:nvSpPr>
            <p:spPr>
              <a:xfrm>
                <a:off x="6968490" y="5610987"/>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5" name="Freeform: Shape 334">
                <a:extLst>
                  <a:ext uri="{FF2B5EF4-FFF2-40B4-BE49-F238E27FC236}">
                    <a16:creationId xmlns:a16="http://schemas.microsoft.com/office/drawing/2014/main" id="{F0A6BE1C-074D-80B1-1C66-1EB0B5437D35}"/>
                  </a:ext>
                </a:extLst>
              </p:cNvPr>
              <p:cNvSpPr/>
              <p:nvPr/>
            </p:nvSpPr>
            <p:spPr>
              <a:xfrm>
                <a:off x="6968490" y="4106513"/>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6" name="Freeform: Shape 335">
                <a:extLst>
                  <a:ext uri="{FF2B5EF4-FFF2-40B4-BE49-F238E27FC236}">
                    <a16:creationId xmlns:a16="http://schemas.microsoft.com/office/drawing/2014/main" id="{93F182AF-10B0-6F24-515A-0AAE797BB581}"/>
                  </a:ext>
                </a:extLst>
              </p:cNvPr>
              <p:cNvSpPr/>
              <p:nvPr/>
            </p:nvSpPr>
            <p:spPr>
              <a:xfrm>
                <a:off x="6968490" y="3103530"/>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7" name="Freeform: Shape 336">
                <a:extLst>
                  <a:ext uri="{FF2B5EF4-FFF2-40B4-BE49-F238E27FC236}">
                    <a16:creationId xmlns:a16="http://schemas.microsoft.com/office/drawing/2014/main" id="{400E654C-EE4A-4C39-DD7C-EA2CEFD95BAE}"/>
                  </a:ext>
                </a:extLst>
              </p:cNvPr>
              <p:cNvSpPr/>
              <p:nvPr/>
            </p:nvSpPr>
            <p:spPr>
              <a:xfrm>
                <a:off x="6968490" y="2602039"/>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8" name="Freeform: Shape 337">
                <a:extLst>
                  <a:ext uri="{FF2B5EF4-FFF2-40B4-BE49-F238E27FC236}">
                    <a16:creationId xmlns:a16="http://schemas.microsoft.com/office/drawing/2014/main" id="{5C4ACF2F-D8B4-3EB1-2778-F9DEC5D90BBD}"/>
                  </a:ext>
                </a:extLst>
              </p:cNvPr>
              <p:cNvSpPr/>
              <p:nvPr/>
            </p:nvSpPr>
            <p:spPr>
              <a:xfrm>
                <a:off x="6968490" y="2100548"/>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9" name="Freeform: Shape 338">
                <a:extLst>
                  <a:ext uri="{FF2B5EF4-FFF2-40B4-BE49-F238E27FC236}">
                    <a16:creationId xmlns:a16="http://schemas.microsoft.com/office/drawing/2014/main" id="{D76FE2D5-E12E-D489-FABB-A5AFB67E97FF}"/>
                  </a:ext>
                </a:extLst>
              </p:cNvPr>
              <p:cNvSpPr/>
              <p:nvPr/>
            </p:nvSpPr>
            <p:spPr>
              <a:xfrm>
                <a:off x="6968490" y="3605022"/>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0" name="Freeform: Shape 339">
                <a:extLst>
                  <a:ext uri="{FF2B5EF4-FFF2-40B4-BE49-F238E27FC236}">
                    <a16:creationId xmlns:a16="http://schemas.microsoft.com/office/drawing/2014/main" id="{19AE1721-CC0B-409B-16FB-F2F55E8332BE}"/>
                  </a:ext>
                </a:extLst>
              </p:cNvPr>
              <p:cNvSpPr/>
              <p:nvPr/>
            </p:nvSpPr>
            <p:spPr>
              <a:xfrm>
                <a:off x="6968490" y="595788"/>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1" name="Freeform: Shape 340">
                <a:extLst>
                  <a:ext uri="{FF2B5EF4-FFF2-40B4-BE49-F238E27FC236}">
                    <a16:creationId xmlns:a16="http://schemas.microsoft.com/office/drawing/2014/main" id="{92322EA1-0735-9670-86B2-B79FDFB86AF6}"/>
                  </a:ext>
                </a:extLst>
              </p:cNvPr>
              <p:cNvSpPr/>
              <p:nvPr/>
            </p:nvSpPr>
            <p:spPr>
              <a:xfrm>
                <a:off x="6968490" y="94297"/>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0"/>
                      <a:pt x="42005" y="84010"/>
                    </a:cubicBezTo>
                    <a:cubicBezTo>
                      <a:pt x="65151" y="84010"/>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2" name="Freeform: Shape 341">
                <a:extLst>
                  <a:ext uri="{FF2B5EF4-FFF2-40B4-BE49-F238E27FC236}">
                    <a16:creationId xmlns:a16="http://schemas.microsoft.com/office/drawing/2014/main" id="{57810CC7-11EE-F35B-1421-21BAB06B6DA7}"/>
                  </a:ext>
                </a:extLst>
              </p:cNvPr>
              <p:cNvSpPr/>
              <p:nvPr/>
            </p:nvSpPr>
            <p:spPr>
              <a:xfrm>
                <a:off x="6968490" y="1599056"/>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574"/>
                      <a:pt x="0" y="42005"/>
                    </a:cubicBezTo>
                    <a:cubicBezTo>
                      <a:pt x="0" y="65437"/>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3" name="Freeform: Shape 342">
                <a:extLst>
                  <a:ext uri="{FF2B5EF4-FFF2-40B4-BE49-F238E27FC236}">
                    <a16:creationId xmlns:a16="http://schemas.microsoft.com/office/drawing/2014/main" id="{92CD1147-6A20-A0F3-AB6D-AB8376FA23B3}"/>
                  </a:ext>
                </a:extLst>
              </p:cNvPr>
              <p:cNvSpPr/>
              <p:nvPr/>
            </p:nvSpPr>
            <p:spPr>
              <a:xfrm>
                <a:off x="6968490" y="1097280"/>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4" name="Freeform: Shape 343">
                <a:extLst>
                  <a:ext uri="{FF2B5EF4-FFF2-40B4-BE49-F238E27FC236}">
                    <a16:creationId xmlns:a16="http://schemas.microsoft.com/office/drawing/2014/main" id="{E8646FD0-E3EC-F0BA-37F6-0BDEA7C278CA}"/>
                  </a:ext>
                </a:extLst>
              </p:cNvPr>
              <p:cNvSpPr/>
              <p:nvPr/>
            </p:nvSpPr>
            <p:spPr>
              <a:xfrm>
                <a:off x="7422832" y="2125408"/>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5" name="Freeform: Shape 344">
                <a:extLst>
                  <a:ext uri="{FF2B5EF4-FFF2-40B4-BE49-F238E27FC236}">
                    <a16:creationId xmlns:a16="http://schemas.microsoft.com/office/drawing/2014/main" id="{B0D990C5-5195-8599-4DA4-D8221F238F57}"/>
                  </a:ext>
                </a:extLst>
              </p:cNvPr>
              <p:cNvSpPr/>
              <p:nvPr/>
            </p:nvSpPr>
            <p:spPr>
              <a:xfrm>
                <a:off x="7422832" y="3558444"/>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6" name="Freeform: Shape 345">
                <a:extLst>
                  <a:ext uri="{FF2B5EF4-FFF2-40B4-BE49-F238E27FC236}">
                    <a16:creationId xmlns:a16="http://schemas.microsoft.com/office/drawing/2014/main" id="{86CF0452-D687-D312-D4A8-2B6333371C60}"/>
                  </a:ext>
                </a:extLst>
              </p:cNvPr>
              <p:cNvSpPr/>
              <p:nvPr/>
            </p:nvSpPr>
            <p:spPr>
              <a:xfrm>
                <a:off x="7422832" y="403593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7" name="Freeform: Shape 346">
                <a:extLst>
                  <a:ext uri="{FF2B5EF4-FFF2-40B4-BE49-F238E27FC236}">
                    <a16:creationId xmlns:a16="http://schemas.microsoft.com/office/drawing/2014/main" id="{D52BFD7F-1B18-E6AA-A1DA-34CA1F097F92}"/>
                  </a:ext>
                </a:extLst>
              </p:cNvPr>
              <p:cNvSpPr/>
              <p:nvPr/>
            </p:nvSpPr>
            <p:spPr>
              <a:xfrm>
                <a:off x="7422832" y="308067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8" name="Freeform: Shape 347">
                <a:extLst>
                  <a:ext uri="{FF2B5EF4-FFF2-40B4-BE49-F238E27FC236}">
                    <a16:creationId xmlns:a16="http://schemas.microsoft.com/office/drawing/2014/main" id="{B90F54D8-7A33-3CE8-DF87-29666454C1C8}"/>
                  </a:ext>
                </a:extLst>
              </p:cNvPr>
              <p:cNvSpPr/>
              <p:nvPr/>
            </p:nvSpPr>
            <p:spPr>
              <a:xfrm>
                <a:off x="7422832" y="21488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9" name="Freeform: Shape 348">
                <a:extLst>
                  <a:ext uri="{FF2B5EF4-FFF2-40B4-BE49-F238E27FC236}">
                    <a16:creationId xmlns:a16="http://schemas.microsoft.com/office/drawing/2014/main" id="{3B9BD3B1-595C-BCCD-9D39-F6C96C956E18}"/>
                  </a:ext>
                </a:extLst>
              </p:cNvPr>
              <p:cNvSpPr/>
              <p:nvPr/>
            </p:nvSpPr>
            <p:spPr>
              <a:xfrm>
                <a:off x="7422832" y="1170146"/>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0" name="Freeform: Shape 349">
                <a:extLst>
                  <a:ext uri="{FF2B5EF4-FFF2-40B4-BE49-F238E27FC236}">
                    <a16:creationId xmlns:a16="http://schemas.microsoft.com/office/drawing/2014/main" id="{ADF417B5-1275-98C4-195F-5AD11A21365B}"/>
                  </a:ext>
                </a:extLst>
              </p:cNvPr>
              <p:cNvSpPr/>
              <p:nvPr/>
            </p:nvSpPr>
            <p:spPr>
              <a:xfrm>
                <a:off x="7422832" y="164792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1" name="Freeform: Shape 350">
                <a:extLst>
                  <a:ext uri="{FF2B5EF4-FFF2-40B4-BE49-F238E27FC236}">
                    <a16:creationId xmlns:a16="http://schemas.microsoft.com/office/drawing/2014/main" id="{74B08B28-C16E-7B6F-6A38-3727ACAAD275}"/>
                  </a:ext>
                </a:extLst>
              </p:cNvPr>
              <p:cNvSpPr/>
              <p:nvPr/>
            </p:nvSpPr>
            <p:spPr>
              <a:xfrm>
                <a:off x="7422832" y="69237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2" name="Freeform: Shape 351">
                <a:extLst>
                  <a:ext uri="{FF2B5EF4-FFF2-40B4-BE49-F238E27FC236}">
                    <a16:creationId xmlns:a16="http://schemas.microsoft.com/office/drawing/2014/main" id="{EF8EF4E1-D3DD-63C5-93BD-75ACB10B668B}"/>
                  </a:ext>
                </a:extLst>
              </p:cNvPr>
              <p:cNvSpPr/>
              <p:nvPr/>
            </p:nvSpPr>
            <p:spPr>
              <a:xfrm>
                <a:off x="7422832" y="6424231"/>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3" name="Freeform: Shape 352">
                <a:extLst>
                  <a:ext uri="{FF2B5EF4-FFF2-40B4-BE49-F238E27FC236}">
                    <a16:creationId xmlns:a16="http://schemas.microsoft.com/office/drawing/2014/main" id="{3261C3BF-8935-7AC9-B15A-649500377EBF}"/>
                  </a:ext>
                </a:extLst>
              </p:cNvPr>
              <p:cNvSpPr/>
              <p:nvPr/>
            </p:nvSpPr>
            <p:spPr>
              <a:xfrm>
                <a:off x="7422832" y="5468969"/>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4"/>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4" name="Freeform: Shape 353">
                <a:extLst>
                  <a:ext uri="{FF2B5EF4-FFF2-40B4-BE49-F238E27FC236}">
                    <a16:creationId xmlns:a16="http://schemas.microsoft.com/office/drawing/2014/main" id="{AC6F09F8-39F7-860F-1933-BA9DBEC5A82A}"/>
                  </a:ext>
                </a:extLst>
              </p:cNvPr>
              <p:cNvSpPr/>
              <p:nvPr/>
            </p:nvSpPr>
            <p:spPr>
              <a:xfrm>
                <a:off x="7422832" y="499148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5" name="Freeform: Shape 354">
                <a:extLst>
                  <a:ext uri="{FF2B5EF4-FFF2-40B4-BE49-F238E27FC236}">
                    <a16:creationId xmlns:a16="http://schemas.microsoft.com/office/drawing/2014/main" id="{41FA297B-A044-FBE8-A511-A1BD4C4D3165}"/>
                  </a:ext>
                </a:extLst>
              </p:cNvPr>
              <p:cNvSpPr/>
              <p:nvPr/>
            </p:nvSpPr>
            <p:spPr>
              <a:xfrm>
                <a:off x="7422832" y="5946743"/>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6" name="Freeform: Shape 355">
                <a:extLst>
                  <a:ext uri="{FF2B5EF4-FFF2-40B4-BE49-F238E27FC236}">
                    <a16:creationId xmlns:a16="http://schemas.microsoft.com/office/drawing/2014/main" id="{F27BDFE9-5493-09D8-0EB5-BE754B884DF3}"/>
                  </a:ext>
                </a:extLst>
              </p:cNvPr>
              <p:cNvSpPr/>
              <p:nvPr/>
            </p:nvSpPr>
            <p:spPr>
              <a:xfrm>
                <a:off x="7422832" y="4513707"/>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7" name="Freeform: Shape 356">
                <a:extLst>
                  <a:ext uri="{FF2B5EF4-FFF2-40B4-BE49-F238E27FC236}">
                    <a16:creationId xmlns:a16="http://schemas.microsoft.com/office/drawing/2014/main" id="{EDC3D290-E68D-B3B2-E239-C06EE35ECCF4}"/>
                  </a:ext>
                </a:extLst>
              </p:cNvPr>
              <p:cNvSpPr/>
              <p:nvPr/>
            </p:nvSpPr>
            <p:spPr>
              <a:xfrm>
                <a:off x="7422832" y="260318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8" name="Freeform: Shape 357">
                <a:extLst>
                  <a:ext uri="{FF2B5EF4-FFF2-40B4-BE49-F238E27FC236}">
                    <a16:creationId xmlns:a16="http://schemas.microsoft.com/office/drawing/2014/main" id="{BC3F24D3-75F2-3ADE-5446-78A0CA8943D7}"/>
                  </a:ext>
                </a:extLst>
              </p:cNvPr>
              <p:cNvSpPr/>
              <p:nvPr/>
            </p:nvSpPr>
            <p:spPr>
              <a:xfrm>
                <a:off x="7856029" y="169421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9" name="Freeform: Shape 358">
                <a:extLst>
                  <a:ext uri="{FF2B5EF4-FFF2-40B4-BE49-F238E27FC236}">
                    <a16:creationId xmlns:a16="http://schemas.microsoft.com/office/drawing/2014/main" id="{C94EAB91-C9D5-D687-9350-A1B0C40BFD36}"/>
                  </a:ext>
                </a:extLst>
              </p:cNvPr>
              <p:cNvSpPr/>
              <p:nvPr/>
            </p:nvSpPr>
            <p:spPr>
              <a:xfrm>
                <a:off x="7856029" y="442369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0" name="Freeform: Shape 359">
                <a:extLst>
                  <a:ext uri="{FF2B5EF4-FFF2-40B4-BE49-F238E27FC236}">
                    <a16:creationId xmlns:a16="http://schemas.microsoft.com/office/drawing/2014/main" id="{F582FAC7-374E-D4C5-7D0F-BDE7472D16C2}"/>
                  </a:ext>
                </a:extLst>
              </p:cNvPr>
              <p:cNvSpPr/>
              <p:nvPr/>
            </p:nvSpPr>
            <p:spPr>
              <a:xfrm>
                <a:off x="7856029" y="214912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1" name="Freeform: Shape 360">
                <a:extLst>
                  <a:ext uri="{FF2B5EF4-FFF2-40B4-BE49-F238E27FC236}">
                    <a16:creationId xmlns:a16="http://schemas.microsoft.com/office/drawing/2014/main" id="{C2AE5C58-6B24-3D04-2239-B6320E146FA1}"/>
                  </a:ext>
                </a:extLst>
              </p:cNvPr>
              <p:cNvSpPr/>
              <p:nvPr/>
            </p:nvSpPr>
            <p:spPr>
              <a:xfrm>
                <a:off x="7856029" y="123929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2" name="Freeform: Shape 361">
                <a:extLst>
                  <a:ext uri="{FF2B5EF4-FFF2-40B4-BE49-F238E27FC236}">
                    <a16:creationId xmlns:a16="http://schemas.microsoft.com/office/drawing/2014/main" id="{374C9256-59DE-CF25-D5E8-C83627890F5D}"/>
                  </a:ext>
                </a:extLst>
              </p:cNvPr>
              <p:cNvSpPr/>
              <p:nvPr/>
            </p:nvSpPr>
            <p:spPr>
              <a:xfrm>
                <a:off x="7856029" y="78438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3" name="Freeform: Shape 362">
                <a:extLst>
                  <a:ext uri="{FF2B5EF4-FFF2-40B4-BE49-F238E27FC236}">
                    <a16:creationId xmlns:a16="http://schemas.microsoft.com/office/drawing/2014/main" id="{FE93965C-77DB-6CDC-27AB-32F6DAAFC7D3}"/>
                  </a:ext>
                </a:extLst>
              </p:cNvPr>
              <p:cNvSpPr/>
              <p:nvPr/>
            </p:nvSpPr>
            <p:spPr>
              <a:xfrm>
                <a:off x="7856029" y="351386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4" name="Freeform: Shape 363">
                <a:extLst>
                  <a:ext uri="{FF2B5EF4-FFF2-40B4-BE49-F238E27FC236}">
                    <a16:creationId xmlns:a16="http://schemas.microsoft.com/office/drawing/2014/main" id="{F96B6C67-A87A-A5F8-FADA-A20AF2441851}"/>
                  </a:ext>
                </a:extLst>
              </p:cNvPr>
              <p:cNvSpPr/>
              <p:nvPr/>
            </p:nvSpPr>
            <p:spPr>
              <a:xfrm>
                <a:off x="7856029" y="3968781"/>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5" name="Freeform: Shape 364">
                <a:extLst>
                  <a:ext uri="{FF2B5EF4-FFF2-40B4-BE49-F238E27FC236}">
                    <a16:creationId xmlns:a16="http://schemas.microsoft.com/office/drawing/2014/main" id="{3FE22FB2-51D8-DF49-DF57-CD50ECA71E09}"/>
                  </a:ext>
                </a:extLst>
              </p:cNvPr>
              <p:cNvSpPr/>
              <p:nvPr/>
            </p:nvSpPr>
            <p:spPr>
              <a:xfrm>
                <a:off x="7856029" y="329469"/>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8" name="Freeform: Shape 367">
                <a:extLst>
                  <a:ext uri="{FF2B5EF4-FFF2-40B4-BE49-F238E27FC236}">
                    <a16:creationId xmlns:a16="http://schemas.microsoft.com/office/drawing/2014/main" id="{D6F2008D-493D-F64B-6E55-E79945E1907D}"/>
                  </a:ext>
                </a:extLst>
              </p:cNvPr>
              <p:cNvSpPr/>
              <p:nvPr/>
            </p:nvSpPr>
            <p:spPr>
              <a:xfrm>
                <a:off x="7856029" y="305895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1" name="Freeform: Shape 370">
                <a:extLst>
                  <a:ext uri="{FF2B5EF4-FFF2-40B4-BE49-F238E27FC236}">
                    <a16:creationId xmlns:a16="http://schemas.microsoft.com/office/drawing/2014/main" id="{D11871F6-1830-2F31-46A3-F82986599268}"/>
                  </a:ext>
                </a:extLst>
              </p:cNvPr>
              <p:cNvSpPr/>
              <p:nvPr/>
            </p:nvSpPr>
            <p:spPr>
              <a:xfrm>
                <a:off x="7856029" y="260403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2" name="Freeform: Shape 371">
                <a:extLst>
                  <a:ext uri="{FF2B5EF4-FFF2-40B4-BE49-F238E27FC236}">
                    <a16:creationId xmlns:a16="http://schemas.microsoft.com/office/drawing/2014/main" id="{EAE32652-B46F-BDEC-FB37-E198A810B1F9}"/>
                  </a:ext>
                </a:extLst>
              </p:cNvPr>
              <p:cNvSpPr/>
              <p:nvPr/>
            </p:nvSpPr>
            <p:spPr>
              <a:xfrm>
                <a:off x="7856029" y="487860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60"/>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3" name="Freeform: Shape 372">
                <a:extLst>
                  <a:ext uri="{FF2B5EF4-FFF2-40B4-BE49-F238E27FC236}">
                    <a16:creationId xmlns:a16="http://schemas.microsoft.com/office/drawing/2014/main" id="{184CFADD-B218-7121-8494-5F1A4B4FEEFC}"/>
                  </a:ext>
                </a:extLst>
              </p:cNvPr>
              <p:cNvSpPr/>
              <p:nvPr/>
            </p:nvSpPr>
            <p:spPr>
              <a:xfrm>
                <a:off x="7856029" y="5333523"/>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4" name="Freeform: Shape 373">
                <a:extLst>
                  <a:ext uri="{FF2B5EF4-FFF2-40B4-BE49-F238E27FC236}">
                    <a16:creationId xmlns:a16="http://schemas.microsoft.com/office/drawing/2014/main" id="{DA1FEF2E-5950-9562-E959-967CA18D9D39}"/>
                  </a:ext>
                </a:extLst>
              </p:cNvPr>
              <p:cNvSpPr/>
              <p:nvPr/>
            </p:nvSpPr>
            <p:spPr>
              <a:xfrm>
                <a:off x="7856029" y="624335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5" name="Freeform: Shape 374">
                <a:extLst>
                  <a:ext uri="{FF2B5EF4-FFF2-40B4-BE49-F238E27FC236}">
                    <a16:creationId xmlns:a16="http://schemas.microsoft.com/office/drawing/2014/main" id="{FCEB9376-F426-AC52-0D13-C93DDCD0B85C}"/>
                  </a:ext>
                </a:extLst>
              </p:cNvPr>
              <p:cNvSpPr/>
              <p:nvPr/>
            </p:nvSpPr>
            <p:spPr>
              <a:xfrm>
                <a:off x="7856029" y="5788437"/>
                <a:ext cx="76009" cy="76009"/>
              </a:xfrm>
              <a:custGeom>
                <a:avLst/>
                <a:gdLst>
                  <a:gd name="connsiteX0" fmla="*/ 38005 w 76009"/>
                  <a:gd name="connsiteY0" fmla="*/ 0 h 76009"/>
                  <a:gd name="connsiteX1" fmla="*/ 0 w 76009"/>
                  <a:gd name="connsiteY1" fmla="*/ 38004 h 76009"/>
                  <a:gd name="connsiteX2" fmla="*/ 38005 w 76009"/>
                  <a:gd name="connsiteY2" fmla="*/ 76009 h 76009"/>
                  <a:gd name="connsiteX3" fmla="*/ 76009 w 76009"/>
                  <a:gd name="connsiteY3" fmla="*/ 38004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4"/>
                    </a:cubicBezTo>
                    <a:cubicBezTo>
                      <a:pt x="0" y="59150"/>
                      <a:pt x="17145" y="76009"/>
                      <a:pt x="38005" y="76009"/>
                    </a:cubicBezTo>
                    <a:cubicBezTo>
                      <a:pt x="58864" y="76009"/>
                      <a:pt x="76009" y="59150"/>
                      <a:pt x="76009" y="38004"/>
                    </a:cubicBezTo>
                    <a:cubicBezTo>
                      <a:pt x="76009" y="16859"/>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6" name="Freeform: Shape 375">
                <a:extLst>
                  <a:ext uri="{FF2B5EF4-FFF2-40B4-BE49-F238E27FC236}">
                    <a16:creationId xmlns:a16="http://schemas.microsoft.com/office/drawing/2014/main" id="{9C395203-E71A-CDF0-6902-82B63867FB76}"/>
                  </a:ext>
                </a:extLst>
              </p:cNvPr>
              <p:cNvSpPr/>
              <p:nvPr/>
            </p:nvSpPr>
            <p:spPr>
              <a:xfrm>
                <a:off x="7856029" y="669826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7" name="Freeform: Shape 376">
                <a:extLst>
                  <a:ext uri="{FF2B5EF4-FFF2-40B4-BE49-F238E27FC236}">
                    <a16:creationId xmlns:a16="http://schemas.microsoft.com/office/drawing/2014/main" id="{EAD18AD7-530B-7BBF-FEE4-15C14BF97610}"/>
                  </a:ext>
                </a:extLst>
              </p:cNvPr>
              <p:cNvSpPr/>
              <p:nvPr/>
            </p:nvSpPr>
            <p:spPr>
              <a:xfrm>
                <a:off x="8268081" y="5637847"/>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8" name="Freeform: Shape 377">
                <a:extLst>
                  <a:ext uri="{FF2B5EF4-FFF2-40B4-BE49-F238E27FC236}">
                    <a16:creationId xmlns:a16="http://schemas.microsoft.com/office/drawing/2014/main" id="{3624B96F-B5FB-4A0B-B309-CC069A487FC9}"/>
                  </a:ext>
                </a:extLst>
              </p:cNvPr>
              <p:cNvSpPr/>
              <p:nvPr/>
            </p:nvSpPr>
            <p:spPr>
              <a:xfrm>
                <a:off x="8268081" y="347157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9" name="Freeform: Shape 378">
                <a:extLst>
                  <a:ext uri="{FF2B5EF4-FFF2-40B4-BE49-F238E27FC236}">
                    <a16:creationId xmlns:a16="http://schemas.microsoft.com/office/drawing/2014/main" id="{C33365C4-9829-C592-2536-F71F9E6261EC}"/>
                  </a:ext>
                </a:extLst>
              </p:cNvPr>
              <p:cNvSpPr/>
              <p:nvPr/>
            </p:nvSpPr>
            <p:spPr>
              <a:xfrm>
                <a:off x="8268081" y="390477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0" name="Freeform: Shape 379">
                <a:extLst>
                  <a:ext uri="{FF2B5EF4-FFF2-40B4-BE49-F238E27FC236}">
                    <a16:creationId xmlns:a16="http://schemas.microsoft.com/office/drawing/2014/main" id="{E69F597A-F489-0D5E-00D8-91DFC7E98F62}"/>
                  </a:ext>
                </a:extLst>
              </p:cNvPr>
              <p:cNvSpPr/>
              <p:nvPr/>
            </p:nvSpPr>
            <p:spPr>
              <a:xfrm>
                <a:off x="8268081" y="303837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1" name="Freeform: Shape 380">
                <a:extLst>
                  <a:ext uri="{FF2B5EF4-FFF2-40B4-BE49-F238E27FC236}">
                    <a16:creationId xmlns:a16="http://schemas.microsoft.com/office/drawing/2014/main" id="{61EA6A83-01D7-A1B8-BEFF-A1904AD0B741}"/>
                  </a:ext>
                </a:extLst>
              </p:cNvPr>
              <p:cNvSpPr/>
              <p:nvPr/>
            </p:nvSpPr>
            <p:spPr>
              <a:xfrm>
                <a:off x="8268081" y="4338256"/>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2" name="Freeform: Shape 381">
                <a:extLst>
                  <a:ext uri="{FF2B5EF4-FFF2-40B4-BE49-F238E27FC236}">
                    <a16:creationId xmlns:a16="http://schemas.microsoft.com/office/drawing/2014/main" id="{CD36F4CF-DEBA-4490-EDC9-5A67DD64E0F6}"/>
                  </a:ext>
                </a:extLst>
              </p:cNvPr>
              <p:cNvSpPr/>
              <p:nvPr/>
            </p:nvSpPr>
            <p:spPr>
              <a:xfrm>
                <a:off x="8268081" y="5204650"/>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3" name="Freeform: Shape 382">
                <a:extLst>
                  <a:ext uri="{FF2B5EF4-FFF2-40B4-BE49-F238E27FC236}">
                    <a16:creationId xmlns:a16="http://schemas.microsoft.com/office/drawing/2014/main" id="{94D8D0A8-2821-634D-8434-05B82B15DE3F}"/>
                  </a:ext>
                </a:extLst>
              </p:cNvPr>
              <p:cNvSpPr/>
              <p:nvPr/>
            </p:nvSpPr>
            <p:spPr>
              <a:xfrm>
                <a:off x="8268081" y="477145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4" name="Freeform: Shape 383">
                <a:extLst>
                  <a:ext uri="{FF2B5EF4-FFF2-40B4-BE49-F238E27FC236}">
                    <a16:creationId xmlns:a16="http://schemas.microsoft.com/office/drawing/2014/main" id="{1F8A02EE-E7B1-9C54-D851-6925AA1574C9}"/>
                  </a:ext>
                </a:extLst>
              </p:cNvPr>
              <p:cNvSpPr/>
              <p:nvPr/>
            </p:nvSpPr>
            <p:spPr>
              <a:xfrm>
                <a:off x="8268081" y="2605182"/>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5" name="Freeform: Shape 384">
                <a:extLst>
                  <a:ext uri="{FF2B5EF4-FFF2-40B4-BE49-F238E27FC236}">
                    <a16:creationId xmlns:a16="http://schemas.microsoft.com/office/drawing/2014/main" id="{6D0B811F-6E5D-6876-A960-4C25290CD021}"/>
                  </a:ext>
                </a:extLst>
              </p:cNvPr>
              <p:cNvSpPr/>
              <p:nvPr/>
            </p:nvSpPr>
            <p:spPr>
              <a:xfrm>
                <a:off x="8268081" y="2171985"/>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6" name="Freeform: Shape 385">
                <a:extLst>
                  <a:ext uri="{FF2B5EF4-FFF2-40B4-BE49-F238E27FC236}">
                    <a16:creationId xmlns:a16="http://schemas.microsoft.com/office/drawing/2014/main" id="{DF90C1FB-4E68-9644-86D6-9DB99722AD49}"/>
                  </a:ext>
                </a:extLst>
              </p:cNvPr>
              <p:cNvSpPr/>
              <p:nvPr/>
            </p:nvSpPr>
            <p:spPr>
              <a:xfrm>
                <a:off x="8268081" y="43891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7" name="Freeform: Shape 386">
                <a:extLst>
                  <a:ext uri="{FF2B5EF4-FFF2-40B4-BE49-F238E27FC236}">
                    <a16:creationId xmlns:a16="http://schemas.microsoft.com/office/drawing/2014/main" id="{A26ABB85-D502-25C9-706D-382B747495F6}"/>
                  </a:ext>
                </a:extLst>
              </p:cNvPr>
              <p:cNvSpPr/>
              <p:nvPr/>
            </p:nvSpPr>
            <p:spPr>
              <a:xfrm>
                <a:off x="8302942" y="5715"/>
                <a:ext cx="3143" cy="28575"/>
              </a:xfrm>
              <a:custGeom>
                <a:avLst/>
                <a:gdLst>
                  <a:gd name="connsiteX0" fmla="*/ 1429 w 3143"/>
                  <a:gd name="connsiteY0" fmla="*/ 0 h 28575"/>
                  <a:gd name="connsiteX1" fmla="*/ 0 w 3143"/>
                  <a:gd name="connsiteY1" fmla="*/ 0 h 28575"/>
                  <a:gd name="connsiteX2" fmla="*/ 3143 w 3143"/>
                  <a:gd name="connsiteY2" fmla="*/ 0 h 28575"/>
                  <a:gd name="connsiteX3" fmla="*/ 1714 w 3143"/>
                  <a:gd name="connsiteY3" fmla="*/ 0 h 28575"/>
                </a:gdLst>
                <a:ahLst/>
                <a:cxnLst>
                  <a:cxn ang="0">
                    <a:pos x="connsiteX0" y="connsiteY0"/>
                  </a:cxn>
                  <a:cxn ang="0">
                    <a:pos x="connsiteX1" y="connsiteY1"/>
                  </a:cxn>
                  <a:cxn ang="0">
                    <a:pos x="connsiteX2" y="connsiteY2"/>
                  </a:cxn>
                  <a:cxn ang="0">
                    <a:pos x="connsiteX3" y="connsiteY3"/>
                  </a:cxn>
                </a:cxnLst>
                <a:rect l="l" t="t" r="r" b="b"/>
                <a:pathLst>
                  <a:path w="3143" h="28575">
                    <a:moveTo>
                      <a:pt x="1429" y="0"/>
                    </a:moveTo>
                    <a:cubicBezTo>
                      <a:pt x="1429" y="0"/>
                      <a:pt x="286" y="0"/>
                      <a:pt x="0" y="0"/>
                    </a:cubicBezTo>
                    <a:lnTo>
                      <a:pt x="3143" y="0"/>
                    </a:lnTo>
                    <a:cubicBezTo>
                      <a:pt x="3143" y="0"/>
                      <a:pt x="2000" y="0"/>
                      <a:pt x="1714"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8" name="Freeform: Shape 387">
                <a:extLst>
                  <a:ext uri="{FF2B5EF4-FFF2-40B4-BE49-F238E27FC236}">
                    <a16:creationId xmlns:a16="http://schemas.microsoft.com/office/drawing/2014/main" id="{3D9EA73E-F257-B1DC-F7E3-9651FFC2F5D7}"/>
                  </a:ext>
                </a:extLst>
              </p:cNvPr>
              <p:cNvSpPr/>
              <p:nvPr/>
            </p:nvSpPr>
            <p:spPr>
              <a:xfrm>
                <a:off x="8268081" y="6071044"/>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9" name="Freeform: Shape 388">
                <a:extLst>
                  <a:ext uri="{FF2B5EF4-FFF2-40B4-BE49-F238E27FC236}">
                    <a16:creationId xmlns:a16="http://schemas.microsoft.com/office/drawing/2014/main" id="{3E0720DB-302A-2BDE-6241-DBBF6F34287F}"/>
                  </a:ext>
                </a:extLst>
              </p:cNvPr>
              <p:cNvSpPr/>
              <p:nvPr/>
            </p:nvSpPr>
            <p:spPr>
              <a:xfrm>
                <a:off x="8268081" y="1738788"/>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0" name="Freeform: Shape 389">
                <a:extLst>
                  <a:ext uri="{FF2B5EF4-FFF2-40B4-BE49-F238E27FC236}">
                    <a16:creationId xmlns:a16="http://schemas.microsoft.com/office/drawing/2014/main" id="{BE38C237-0D0B-37C8-4167-57C5B1ADF911}"/>
                  </a:ext>
                </a:extLst>
              </p:cNvPr>
              <p:cNvSpPr/>
              <p:nvPr/>
            </p:nvSpPr>
            <p:spPr>
              <a:xfrm>
                <a:off x="8268081" y="87210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1" name="Freeform: Shape 390">
                <a:extLst>
                  <a:ext uri="{FF2B5EF4-FFF2-40B4-BE49-F238E27FC236}">
                    <a16:creationId xmlns:a16="http://schemas.microsoft.com/office/drawing/2014/main" id="{E9DE3033-D4CB-469E-DE75-750339E0FEA8}"/>
                  </a:ext>
                </a:extLst>
              </p:cNvPr>
              <p:cNvSpPr/>
              <p:nvPr/>
            </p:nvSpPr>
            <p:spPr>
              <a:xfrm>
                <a:off x="8268081" y="130530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2" name="Freeform: Shape 391">
                <a:extLst>
                  <a:ext uri="{FF2B5EF4-FFF2-40B4-BE49-F238E27FC236}">
                    <a16:creationId xmlns:a16="http://schemas.microsoft.com/office/drawing/2014/main" id="{BCBF2241-3A5C-1FAD-49E6-0681F05836D7}"/>
                  </a:ext>
                </a:extLst>
              </p:cNvPr>
              <p:cNvSpPr/>
              <p:nvPr/>
            </p:nvSpPr>
            <p:spPr>
              <a:xfrm>
                <a:off x="8268081" y="650424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3" name="Freeform: Shape 392">
                <a:extLst>
                  <a:ext uri="{FF2B5EF4-FFF2-40B4-BE49-F238E27FC236}">
                    <a16:creationId xmlns:a16="http://schemas.microsoft.com/office/drawing/2014/main" id="{0DCE9841-2F67-98A7-7D8D-43CAAD1A00FB}"/>
                  </a:ext>
                </a:extLst>
              </p:cNvPr>
              <p:cNvSpPr/>
              <p:nvPr/>
            </p:nvSpPr>
            <p:spPr>
              <a:xfrm>
                <a:off x="8660701" y="5907024"/>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4" name="Freeform: Shape 393">
                <a:extLst>
                  <a:ext uri="{FF2B5EF4-FFF2-40B4-BE49-F238E27FC236}">
                    <a16:creationId xmlns:a16="http://schemas.microsoft.com/office/drawing/2014/main" id="{6C14B550-F87C-E5C5-23BB-9F1094ED780E}"/>
                  </a:ext>
                </a:extLst>
              </p:cNvPr>
              <p:cNvSpPr/>
              <p:nvPr/>
            </p:nvSpPr>
            <p:spPr>
              <a:xfrm>
                <a:off x="8660701" y="1368171"/>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5" name="Freeform: Shape 394">
                <a:extLst>
                  <a:ext uri="{FF2B5EF4-FFF2-40B4-BE49-F238E27FC236}">
                    <a16:creationId xmlns:a16="http://schemas.microsoft.com/office/drawing/2014/main" id="{4B15C96A-1EE6-61A5-0CD5-DDBF185F2A0D}"/>
                  </a:ext>
                </a:extLst>
              </p:cNvPr>
              <p:cNvSpPr/>
              <p:nvPr/>
            </p:nvSpPr>
            <p:spPr>
              <a:xfrm>
                <a:off x="8660701" y="543210"/>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6" name="Freeform: Shape 395">
                <a:extLst>
                  <a:ext uri="{FF2B5EF4-FFF2-40B4-BE49-F238E27FC236}">
                    <a16:creationId xmlns:a16="http://schemas.microsoft.com/office/drawing/2014/main" id="{86104E73-19DA-A75A-5743-D8361AFF126F}"/>
                  </a:ext>
                </a:extLst>
              </p:cNvPr>
              <p:cNvSpPr/>
              <p:nvPr/>
            </p:nvSpPr>
            <p:spPr>
              <a:xfrm>
                <a:off x="8660701" y="955547"/>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7" name="Freeform: Shape 396">
                <a:extLst>
                  <a:ext uri="{FF2B5EF4-FFF2-40B4-BE49-F238E27FC236}">
                    <a16:creationId xmlns:a16="http://schemas.microsoft.com/office/drawing/2014/main" id="{88FAEE65-0CBA-226F-7379-6C18F216ECA7}"/>
                  </a:ext>
                </a:extLst>
              </p:cNvPr>
              <p:cNvSpPr/>
              <p:nvPr/>
            </p:nvSpPr>
            <p:spPr>
              <a:xfrm>
                <a:off x="8660701" y="130301"/>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8" name="Freeform: Shape 397">
                <a:extLst>
                  <a:ext uri="{FF2B5EF4-FFF2-40B4-BE49-F238E27FC236}">
                    <a16:creationId xmlns:a16="http://schemas.microsoft.com/office/drawing/2014/main" id="{4AF23B4D-FC25-292D-C1C2-ADB1CA2CB1AF}"/>
                  </a:ext>
                </a:extLst>
              </p:cNvPr>
              <p:cNvSpPr/>
              <p:nvPr/>
            </p:nvSpPr>
            <p:spPr>
              <a:xfrm>
                <a:off x="8660701" y="1780793"/>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9" name="Freeform: Shape 398">
                <a:extLst>
                  <a:ext uri="{FF2B5EF4-FFF2-40B4-BE49-F238E27FC236}">
                    <a16:creationId xmlns:a16="http://schemas.microsoft.com/office/drawing/2014/main" id="{72F11FDE-A91E-655C-D083-47BADEF65157}"/>
                  </a:ext>
                </a:extLst>
              </p:cNvPr>
              <p:cNvSpPr/>
              <p:nvPr/>
            </p:nvSpPr>
            <p:spPr>
              <a:xfrm>
                <a:off x="8660701" y="2606039"/>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0" name="Freeform: Shape 399">
                <a:extLst>
                  <a:ext uri="{FF2B5EF4-FFF2-40B4-BE49-F238E27FC236}">
                    <a16:creationId xmlns:a16="http://schemas.microsoft.com/office/drawing/2014/main" id="{58958483-022F-A63D-425D-1F32C972786E}"/>
                  </a:ext>
                </a:extLst>
              </p:cNvPr>
              <p:cNvSpPr/>
              <p:nvPr/>
            </p:nvSpPr>
            <p:spPr>
              <a:xfrm>
                <a:off x="8660701" y="301866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1" name="Freeform: Shape 400">
                <a:extLst>
                  <a:ext uri="{FF2B5EF4-FFF2-40B4-BE49-F238E27FC236}">
                    <a16:creationId xmlns:a16="http://schemas.microsoft.com/office/drawing/2014/main" id="{D4E77FA3-B4C2-0811-5F7A-707A86080F78}"/>
                  </a:ext>
                </a:extLst>
              </p:cNvPr>
              <p:cNvSpPr/>
              <p:nvPr/>
            </p:nvSpPr>
            <p:spPr>
              <a:xfrm>
                <a:off x="8660701" y="219341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2" name="Freeform: Shape 401">
                <a:extLst>
                  <a:ext uri="{FF2B5EF4-FFF2-40B4-BE49-F238E27FC236}">
                    <a16:creationId xmlns:a16="http://schemas.microsoft.com/office/drawing/2014/main" id="{B95BF763-2450-8968-8B7E-CBD7F7E347F3}"/>
                  </a:ext>
                </a:extLst>
              </p:cNvPr>
              <p:cNvSpPr/>
              <p:nvPr/>
            </p:nvSpPr>
            <p:spPr>
              <a:xfrm>
                <a:off x="8660701" y="3431286"/>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3" name="Freeform: Shape 402">
                <a:extLst>
                  <a:ext uri="{FF2B5EF4-FFF2-40B4-BE49-F238E27FC236}">
                    <a16:creationId xmlns:a16="http://schemas.microsoft.com/office/drawing/2014/main" id="{3D441E1B-7415-30EF-5622-1776C287403F}"/>
                  </a:ext>
                </a:extLst>
              </p:cNvPr>
              <p:cNvSpPr/>
              <p:nvPr/>
            </p:nvSpPr>
            <p:spPr>
              <a:xfrm>
                <a:off x="8660701" y="425653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4" name="Freeform: Shape 403">
                <a:extLst>
                  <a:ext uri="{FF2B5EF4-FFF2-40B4-BE49-F238E27FC236}">
                    <a16:creationId xmlns:a16="http://schemas.microsoft.com/office/drawing/2014/main" id="{FC5F48CF-EB57-42C3-7130-F7351F15743F}"/>
                  </a:ext>
                </a:extLst>
              </p:cNvPr>
              <p:cNvSpPr/>
              <p:nvPr/>
            </p:nvSpPr>
            <p:spPr>
              <a:xfrm>
                <a:off x="8660701" y="4669154"/>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5" name="Freeform: Shape 404">
                <a:extLst>
                  <a:ext uri="{FF2B5EF4-FFF2-40B4-BE49-F238E27FC236}">
                    <a16:creationId xmlns:a16="http://schemas.microsoft.com/office/drawing/2014/main" id="{267B0221-0DC6-C031-F25D-EE56ABCF481A}"/>
                  </a:ext>
                </a:extLst>
              </p:cNvPr>
              <p:cNvSpPr/>
              <p:nvPr/>
            </p:nvSpPr>
            <p:spPr>
              <a:xfrm>
                <a:off x="8660701" y="3843909"/>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6" name="Freeform: Shape 405">
                <a:extLst>
                  <a:ext uri="{FF2B5EF4-FFF2-40B4-BE49-F238E27FC236}">
                    <a16:creationId xmlns:a16="http://schemas.microsoft.com/office/drawing/2014/main" id="{EF649419-62D8-EB3C-880B-095B0AD24CD8}"/>
                  </a:ext>
                </a:extLst>
              </p:cNvPr>
              <p:cNvSpPr/>
              <p:nvPr/>
            </p:nvSpPr>
            <p:spPr>
              <a:xfrm>
                <a:off x="8660701" y="508177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7" name="Freeform: Shape 406">
                <a:extLst>
                  <a:ext uri="{FF2B5EF4-FFF2-40B4-BE49-F238E27FC236}">
                    <a16:creationId xmlns:a16="http://schemas.microsoft.com/office/drawing/2014/main" id="{6D2F87DF-DA90-9FC1-6DA7-F625892D858B}"/>
                  </a:ext>
                </a:extLst>
              </p:cNvPr>
              <p:cNvSpPr/>
              <p:nvPr/>
            </p:nvSpPr>
            <p:spPr>
              <a:xfrm>
                <a:off x="8660701" y="673227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8" name="Freeform: Shape 407">
                <a:extLst>
                  <a:ext uri="{FF2B5EF4-FFF2-40B4-BE49-F238E27FC236}">
                    <a16:creationId xmlns:a16="http://schemas.microsoft.com/office/drawing/2014/main" id="{A4B420E3-F6F4-ACE3-250E-96A7305A2D5E}"/>
                  </a:ext>
                </a:extLst>
              </p:cNvPr>
              <p:cNvSpPr/>
              <p:nvPr/>
            </p:nvSpPr>
            <p:spPr>
              <a:xfrm>
                <a:off x="8660701" y="549440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9" name="Freeform: Shape 408">
                <a:extLst>
                  <a:ext uri="{FF2B5EF4-FFF2-40B4-BE49-F238E27FC236}">
                    <a16:creationId xmlns:a16="http://schemas.microsoft.com/office/drawing/2014/main" id="{BE6D59F3-2668-3342-971C-8764C97BA6EE}"/>
                  </a:ext>
                </a:extLst>
              </p:cNvPr>
              <p:cNvSpPr/>
              <p:nvPr/>
            </p:nvSpPr>
            <p:spPr>
              <a:xfrm>
                <a:off x="8660701" y="631964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0" name="Freeform: Shape 409">
                <a:extLst>
                  <a:ext uri="{FF2B5EF4-FFF2-40B4-BE49-F238E27FC236}">
                    <a16:creationId xmlns:a16="http://schemas.microsoft.com/office/drawing/2014/main" id="{B3ADE929-A13E-11E0-E176-058F5EDE0047}"/>
                  </a:ext>
                </a:extLst>
              </p:cNvPr>
              <p:cNvSpPr/>
              <p:nvPr/>
            </p:nvSpPr>
            <p:spPr>
              <a:xfrm>
                <a:off x="9034748" y="4572000"/>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1" name="Freeform: Shape 410">
                <a:extLst>
                  <a:ext uri="{FF2B5EF4-FFF2-40B4-BE49-F238E27FC236}">
                    <a16:creationId xmlns:a16="http://schemas.microsoft.com/office/drawing/2014/main" id="{EF5A9E2D-2F7D-0B0E-C7D1-6A5F23A61335}"/>
                  </a:ext>
                </a:extLst>
              </p:cNvPr>
              <p:cNvSpPr/>
              <p:nvPr/>
            </p:nvSpPr>
            <p:spPr>
              <a:xfrm>
                <a:off x="9034748" y="1035272"/>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2" name="Freeform: Shape 411">
                <a:extLst>
                  <a:ext uri="{FF2B5EF4-FFF2-40B4-BE49-F238E27FC236}">
                    <a16:creationId xmlns:a16="http://schemas.microsoft.com/office/drawing/2014/main" id="{69391ECD-A3F8-85DE-3078-979BB5B5B614}"/>
                  </a:ext>
                </a:extLst>
              </p:cNvPr>
              <p:cNvSpPr/>
              <p:nvPr/>
            </p:nvSpPr>
            <p:spPr>
              <a:xfrm>
                <a:off x="9034748" y="142817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3" name="Freeform: Shape 412">
                <a:extLst>
                  <a:ext uri="{FF2B5EF4-FFF2-40B4-BE49-F238E27FC236}">
                    <a16:creationId xmlns:a16="http://schemas.microsoft.com/office/drawing/2014/main" id="{68F0A581-BD54-8218-D4A4-1F2955E417DE}"/>
                  </a:ext>
                </a:extLst>
              </p:cNvPr>
              <p:cNvSpPr/>
              <p:nvPr/>
            </p:nvSpPr>
            <p:spPr>
              <a:xfrm>
                <a:off x="9034748" y="64236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4" name="Freeform: Shape 413">
                <a:extLst>
                  <a:ext uri="{FF2B5EF4-FFF2-40B4-BE49-F238E27FC236}">
                    <a16:creationId xmlns:a16="http://schemas.microsoft.com/office/drawing/2014/main" id="{88EF1159-4BFA-1522-A37F-310406D8E929}"/>
                  </a:ext>
                </a:extLst>
              </p:cNvPr>
              <p:cNvSpPr/>
              <p:nvPr/>
            </p:nvSpPr>
            <p:spPr>
              <a:xfrm>
                <a:off x="9034748" y="249174"/>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5" name="Freeform: Shape 414">
                <a:extLst>
                  <a:ext uri="{FF2B5EF4-FFF2-40B4-BE49-F238E27FC236}">
                    <a16:creationId xmlns:a16="http://schemas.microsoft.com/office/drawing/2014/main" id="{602C01E7-DF1C-A2E0-4F6F-0F87A83E740D}"/>
                  </a:ext>
                </a:extLst>
              </p:cNvPr>
              <p:cNvSpPr/>
              <p:nvPr/>
            </p:nvSpPr>
            <p:spPr>
              <a:xfrm>
                <a:off x="9034748" y="3000089"/>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6" name="Freeform: Shape 415">
                <a:extLst>
                  <a:ext uri="{FF2B5EF4-FFF2-40B4-BE49-F238E27FC236}">
                    <a16:creationId xmlns:a16="http://schemas.microsoft.com/office/drawing/2014/main" id="{8062B35C-71A2-979D-7F86-B54DF7E6CE95}"/>
                  </a:ext>
                </a:extLst>
              </p:cNvPr>
              <p:cNvSpPr/>
              <p:nvPr/>
            </p:nvSpPr>
            <p:spPr>
              <a:xfrm>
                <a:off x="9034748" y="260718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7" name="Freeform: Shape 416">
                <a:extLst>
                  <a:ext uri="{FF2B5EF4-FFF2-40B4-BE49-F238E27FC236}">
                    <a16:creationId xmlns:a16="http://schemas.microsoft.com/office/drawing/2014/main" id="{79D5BE9F-2A12-E407-C0A3-E14C01F90CD9}"/>
                  </a:ext>
                </a:extLst>
              </p:cNvPr>
              <p:cNvSpPr/>
              <p:nvPr/>
            </p:nvSpPr>
            <p:spPr>
              <a:xfrm>
                <a:off x="9034748" y="221399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8" name="Freeform: Shape 417">
                <a:extLst>
                  <a:ext uri="{FF2B5EF4-FFF2-40B4-BE49-F238E27FC236}">
                    <a16:creationId xmlns:a16="http://schemas.microsoft.com/office/drawing/2014/main" id="{E5CA14BD-DAE0-C2FE-1549-FE6B1A8B4F8C}"/>
                  </a:ext>
                </a:extLst>
              </p:cNvPr>
              <p:cNvSpPr/>
              <p:nvPr/>
            </p:nvSpPr>
            <p:spPr>
              <a:xfrm>
                <a:off x="9034748" y="1821084"/>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4"/>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9" name="Freeform: Shape 418">
                <a:extLst>
                  <a:ext uri="{FF2B5EF4-FFF2-40B4-BE49-F238E27FC236}">
                    <a16:creationId xmlns:a16="http://schemas.microsoft.com/office/drawing/2014/main" id="{F079BAB8-F963-E019-B000-70382697C911}"/>
                  </a:ext>
                </a:extLst>
              </p:cNvPr>
              <p:cNvSpPr/>
              <p:nvPr/>
            </p:nvSpPr>
            <p:spPr>
              <a:xfrm>
                <a:off x="9034748" y="417880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0" name="Freeform: Shape 419">
                <a:extLst>
                  <a:ext uri="{FF2B5EF4-FFF2-40B4-BE49-F238E27FC236}">
                    <a16:creationId xmlns:a16="http://schemas.microsoft.com/office/drawing/2014/main" id="{0A02838F-F9E0-7F9C-AAF3-9F8926CD1A48}"/>
                  </a:ext>
                </a:extLst>
              </p:cNvPr>
              <p:cNvSpPr/>
              <p:nvPr/>
            </p:nvSpPr>
            <p:spPr>
              <a:xfrm>
                <a:off x="9034748" y="339299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1" name="Freeform: Shape 420">
                <a:extLst>
                  <a:ext uri="{FF2B5EF4-FFF2-40B4-BE49-F238E27FC236}">
                    <a16:creationId xmlns:a16="http://schemas.microsoft.com/office/drawing/2014/main" id="{C85FBD65-D857-CEF6-25AD-27295E544B6F}"/>
                  </a:ext>
                </a:extLst>
              </p:cNvPr>
              <p:cNvSpPr/>
              <p:nvPr/>
            </p:nvSpPr>
            <p:spPr>
              <a:xfrm>
                <a:off x="9034748" y="4964906"/>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2" name="Freeform: Shape 421">
                <a:extLst>
                  <a:ext uri="{FF2B5EF4-FFF2-40B4-BE49-F238E27FC236}">
                    <a16:creationId xmlns:a16="http://schemas.microsoft.com/office/drawing/2014/main" id="{C29F35BF-6FE1-8CCF-5F0A-48710DED1412}"/>
                  </a:ext>
                </a:extLst>
              </p:cNvPr>
              <p:cNvSpPr/>
              <p:nvPr/>
            </p:nvSpPr>
            <p:spPr>
              <a:xfrm>
                <a:off x="9034748" y="378590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3" name="Freeform: Shape 422">
                <a:extLst>
                  <a:ext uri="{FF2B5EF4-FFF2-40B4-BE49-F238E27FC236}">
                    <a16:creationId xmlns:a16="http://schemas.microsoft.com/office/drawing/2014/main" id="{1DB55E6C-96D6-7947-A819-D05D45B052B2}"/>
                  </a:ext>
                </a:extLst>
              </p:cNvPr>
              <p:cNvSpPr/>
              <p:nvPr/>
            </p:nvSpPr>
            <p:spPr>
              <a:xfrm>
                <a:off x="9034748" y="535781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4" name="Freeform: Shape 423">
                <a:extLst>
                  <a:ext uri="{FF2B5EF4-FFF2-40B4-BE49-F238E27FC236}">
                    <a16:creationId xmlns:a16="http://schemas.microsoft.com/office/drawing/2014/main" id="{3422762B-06CC-F474-5871-7CA9806E7466}"/>
                  </a:ext>
                </a:extLst>
              </p:cNvPr>
              <p:cNvSpPr/>
              <p:nvPr/>
            </p:nvSpPr>
            <p:spPr>
              <a:xfrm>
                <a:off x="9034748" y="614362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5" name="Freeform: Shape 424">
                <a:extLst>
                  <a:ext uri="{FF2B5EF4-FFF2-40B4-BE49-F238E27FC236}">
                    <a16:creationId xmlns:a16="http://schemas.microsoft.com/office/drawing/2014/main" id="{99076998-DE88-B8CD-F60B-87426E7C1316}"/>
                  </a:ext>
                </a:extLst>
              </p:cNvPr>
              <p:cNvSpPr/>
              <p:nvPr/>
            </p:nvSpPr>
            <p:spPr>
              <a:xfrm>
                <a:off x="9034748" y="6536816"/>
                <a:ext cx="65722" cy="65722"/>
              </a:xfrm>
              <a:custGeom>
                <a:avLst/>
                <a:gdLst>
                  <a:gd name="connsiteX0" fmla="*/ 32861 w 65722"/>
                  <a:gd name="connsiteY0" fmla="*/ 0 h 65722"/>
                  <a:gd name="connsiteX1" fmla="*/ 0 w 65722"/>
                  <a:gd name="connsiteY1" fmla="*/ 32862 h 65722"/>
                  <a:gd name="connsiteX2" fmla="*/ 32861 w 65722"/>
                  <a:gd name="connsiteY2" fmla="*/ 65723 h 65722"/>
                  <a:gd name="connsiteX3" fmla="*/ 65722 w 65722"/>
                  <a:gd name="connsiteY3" fmla="*/ 32862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2"/>
                    </a:cubicBezTo>
                    <a:cubicBezTo>
                      <a:pt x="0" y="50863"/>
                      <a:pt x="14573" y="65723"/>
                      <a:pt x="32861" y="65723"/>
                    </a:cubicBezTo>
                    <a:cubicBezTo>
                      <a:pt x="51149" y="65723"/>
                      <a:pt x="65722" y="51149"/>
                      <a:pt x="65722" y="32862"/>
                    </a:cubicBezTo>
                    <a:cubicBezTo>
                      <a:pt x="65722" y="14574"/>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6" name="Freeform: Shape 425">
                <a:extLst>
                  <a:ext uri="{FF2B5EF4-FFF2-40B4-BE49-F238E27FC236}">
                    <a16:creationId xmlns:a16="http://schemas.microsoft.com/office/drawing/2014/main" id="{FCD271B2-9F19-596A-0912-B1CB33CA4DA6}"/>
                  </a:ext>
                </a:extLst>
              </p:cNvPr>
              <p:cNvSpPr/>
              <p:nvPr/>
            </p:nvSpPr>
            <p:spPr>
              <a:xfrm>
                <a:off x="9034748" y="5750718"/>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7" name="Freeform: Shape 426">
                <a:extLst>
                  <a:ext uri="{FF2B5EF4-FFF2-40B4-BE49-F238E27FC236}">
                    <a16:creationId xmlns:a16="http://schemas.microsoft.com/office/drawing/2014/main" id="{F28948AA-FB0D-D102-66E8-E01807F24086}"/>
                  </a:ext>
                </a:extLst>
              </p:cNvPr>
              <p:cNvSpPr/>
              <p:nvPr/>
            </p:nvSpPr>
            <p:spPr>
              <a:xfrm>
                <a:off x="9390506" y="736663"/>
                <a:ext cx="62579" cy="62293"/>
              </a:xfrm>
              <a:custGeom>
                <a:avLst/>
                <a:gdLst>
                  <a:gd name="connsiteX0" fmla="*/ 31432 w 62579"/>
                  <a:gd name="connsiteY0" fmla="*/ 0 h 62293"/>
                  <a:gd name="connsiteX1" fmla="*/ 0 w 62579"/>
                  <a:gd name="connsiteY1" fmla="*/ 31147 h 62293"/>
                  <a:gd name="connsiteX2" fmla="*/ 31432 w 62579"/>
                  <a:gd name="connsiteY2" fmla="*/ 62293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3"/>
                      <a:pt x="31432" y="62293"/>
                    </a:cubicBezTo>
                    <a:cubicBezTo>
                      <a:pt x="48863" y="62293"/>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8" name="Freeform: Shape 427">
                <a:extLst>
                  <a:ext uri="{FF2B5EF4-FFF2-40B4-BE49-F238E27FC236}">
                    <a16:creationId xmlns:a16="http://schemas.microsoft.com/office/drawing/2014/main" id="{A4B4522B-1FE5-95A5-9224-B71FF855E751}"/>
                  </a:ext>
                </a:extLst>
              </p:cNvPr>
              <p:cNvSpPr/>
              <p:nvPr/>
            </p:nvSpPr>
            <p:spPr>
              <a:xfrm>
                <a:off x="9390506" y="6724554"/>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9" name="Freeform: Shape 428">
                <a:extLst>
                  <a:ext uri="{FF2B5EF4-FFF2-40B4-BE49-F238E27FC236}">
                    <a16:creationId xmlns:a16="http://schemas.microsoft.com/office/drawing/2014/main" id="{B6A0D996-D54E-DEA1-59BF-0ED225791D7B}"/>
                  </a:ext>
                </a:extLst>
              </p:cNvPr>
              <p:cNvSpPr/>
              <p:nvPr/>
            </p:nvSpPr>
            <p:spPr>
              <a:xfrm>
                <a:off x="9390506" y="5976175"/>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0" name="Freeform: Shape 429">
                <a:extLst>
                  <a:ext uri="{FF2B5EF4-FFF2-40B4-BE49-F238E27FC236}">
                    <a16:creationId xmlns:a16="http://schemas.microsoft.com/office/drawing/2014/main" id="{3562F48E-AE48-D7FA-4B45-BE2961C66C41}"/>
                  </a:ext>
                </a:extLst>
              </p:cNvPr>
              <p:cNvSpPr/>
              <p:nvPr/>
            </p:nvSpPr>
            <p:spPr>
              <a:xfrm>
                <a:off x="9390506" y="6350508"/>
                <a:ext cx="62579" cy="62578"/>
              </a:xfrm>
              <a:custGeom>
                <a:avLst/>
                <a:gdLst>
                  <a:gd name="connsiteX0" fmla="*/ 31432 w 62579"/>
                  <a:gd name="connsiteY0" fmla="*/ 0 h 62578"/>
                  <a:gd name="connsiteX1" fmla="*/ 0 w 62579"/>
                  <a:gd name="connsiteY1" fmla="*/ 31432 h 62578"/>
                  <a:gd name="connsiteX2" fmla="*/ 31432 w 62579"/>
                  <a:gd name="connsiteY2" fmla="*/ 62579 h 62578"/>
                  <a:gd name="connsiteX3" fmla="*/ 62579 w 62579"/>
                  <a:gd name="connsiteY3" fmla="*/ 31432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1" name="Freeform: Shape 430">
                <a:extLst>
                  <a:ext uri="{FF2B5EF4-FFF2-40B4-BE49-F238E27FC236}">
                    <a16:creationId xmlns:a16="http://schemas.microsoft.com/office/drawing/2014/main" id="{04BAB181-4177-C25F-889A-2547E9200336}"/>
                  </a:ext>
                </a:extLst>
              </p:cNvPr>
              <p:cNvSpPr/>
              <p:nvPr/>
            </p:nvSpPr>
            <p:spPr>
              <a:xfrm>
                <a:off x="9390506" y="5227796"/>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2" name="Freeform: Shape 431">
                <a:extLst>
                  <a:ext uri="{FF2B5EF4-FFF2-40B4-BE49-F238E27FC236}">
                    <a16:creationId xmlns:a16="http://schemas.microsoft.com/office/drawing/2014/main" id="{67BD46E6-745B-175A-66F4-74F1223129F3}"/>
                  </a:ext>
                </a:extLst>
              </p:cNvPr>
              <p:cNvSpPr/>
              <p:nvPr/>
            </p:nvSpPr>
            <p:spPr>
              <a:xfrm>
                <a:off x="9390506" y="5601842"/>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3" name="Freeform: Shape 432">
                <a:extLst>
                  <a:ext uri="{FF2B5EF4-FFF2-40B4-BE49-F238E27FC236}">
                    <a16:creationId xmlns:a16="http://schemas.microsoft.com/office/drawing/2014/main" id="{A7487A8F-04C6-A845-BABA-2918C3786846}"/>
                  </a:ext>
                </a:extLst>
              </p:cNvPr>
              <p:cNvSpPr/>
              <p:nvPr/>
            </p:nvSpPr>
            <p:spPr>
              <a:xfrm>
                <a:off x="9390506" y="4479131"/>
                <a:ext cx="62579" cy="62864"/>
              </a:xfrm>
              <a:custGeom>
                <a:avLst/>
                <a:gdLst>
                  <a:gd name="connsiteX0" fmla="*/ 31432 w 62579"/>
                  <a:gd name="connsiteY0" fmla="*/ 0 h 62864"/>
                  <a:gd name="connsiteX1" fmla="*/ 0 w 62579"/>
                  <a:gd name="connsiteY1" fmla="*/ 31433 h 62864"/>
                  <a:gd name="connsiteX2" fmla="*/ 31432 w 62579"/>
                  <a:gd name="connsiteY2" fmla="*/ 62865 h 62864"/>
                  <a:gd name="connsiteX3" fmla="*/ 62579 w 62579"/>
                  <a:gd name="connsiteY3" fmla="*/ 31433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3"/>
                    </a:cubicBezTo>
                    <a:cubicBezTo>
                      <a:pt x="0" y="48863"/>
                      <a:pt x="14002" y="62865"/>
                      <a:pt x="31432" y="62865"/>
                    </a:cubicBezTo>
                    <a:cubicBezTo>
                      <a:pt x="48863" y="62865"/>
                      <a:pt x="62579" y="48863"/>
                      <a:pt x="62579" y="31433"/>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4" name="Freeform: Shape 433">
                <a:extLst>
                  <a:ext uri="{FF2B5EF4-FFF2-40B4-BE49-F238E27FC236}">
                    <a16:creationId xmlns:a16="http://schemas.microsoft.com/office/drawing/2014/main" id="{3582B185-CD30-BD3F-7DAD-177975AD3FC4}"/>
                  </a:ext>
                </a:extLst>
              </p:cNvPr>
              <p:cNvSpPr/>
              <p:nvPr/>
            </p:nvSpPr>
            <p:spPr>
              <a:xfrm>
                <a:off x="9390506" y="3730751"/>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5" name="Freeform: Shape 434">
                <a:extLst>
                  <a:ext uri="{FF2B5EF4-FFF2-40B4-BE49-F238E27FC236}">
                    <a16:creationId xmlns:a16="http://schemas.microsoft.com/office/drawing/2014/main" id="{4E14DFC0-B223-B6F0-1FE7-DD5209E1D23C}"/>
                  </a:ext>
                </a:extLst>
              </p:cNvPr>
              <p:cNvSpPr/>
              <p:nvPr/>
            </p:nvSpPr>
            <p:spPr>
              <a:xfrm>
                <a:off x="9390506" y="4853463"/>
                <a:ext cx="62579" cy="62578"/>
              </a:xfrm>
              <a:custGeom>
                <a:avLst/>
                <a:gdLst>
                  <a:gd name="connsiteX0" fmla="*/ 31432 w 62579"/>
                  <a:gd name="connsiteY0" fmla="*/ 0 h 62578"/>
                  <a:gd name="connsiteX1" fmla="*/ 0 w 62579"/>
                  <a:gd name="connsiteY1" fmla="*/ 31147 h 62578"/>
                  <a:gd name="connsiteX2" fmla="*/ 31432 w 62579"/>
                  <a:gd name="connsiteY2" fmla="*/ 62579 h 62578"/>
                  <a:gd name="connsiteX3" fmla="*/ 62579 w 62579"/>
                  <a:gd name="connsiteY3" fmla="*/ 31147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147"/>
                    </a:cubicBezTo>
                    <a:cubicBezTo>
                      <a:pt x="0" y="48291"/>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6" name="Freeform: Shape 435">
                <a:extLst>
                  <a:ext uri="{FF2B5EF4-FFF2-40B4-BE49-F238E27FC236}">
                    <a16:creationId xmlns:a16="http://schemas.microsoft.com/office/drawing/2014/main" id="{DCCE0771-7562-2BE8-1D00-788117392E46}"/>
                  </a:ext>
                </a:extLst>
              </p:cNvPr>
              <p:cNvSpPr/>
              <p:nvPr/>
            </p:nvSpPr>
            <p:spPr>
              <a:xfrm>
                <a:off x="9390506" y="4104798"/>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7" name="Freeform: Shape 436">
                <a:extLst>
                  <a:ext uri="{FF2B5EF4-FFF2-40B4-BE49-F238E27FC236}">
                    <a16:creationId xmlns:a16="http://schemas.microsoft.com/office/drawing/2014/main" id="{8C2E1C75-5510-4E44-5228-8C36BE7DA192}"/>
                  </a:ext>
                </a:extLst>
              </p:cNvPr>
              <p:cNvSpPr/>
              <p:nvPr/>
            </p:nvSpPr>
            <p:spPr>
              <a:xfrm>
                <a:off x="9390506" y="362331"/>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8" name="Freeform: Shape 437">
                <a:extLst>
                  <a:ext uri="{FF2B5EF4-FFF2-40B4-BE49-F238E27FC236}">
                    <a16:creationId xmlns:a16="http://schemas.microsoft.com/office/drawing/2014/main" id="{97E30405-1190-589C-1267-6F027A43E56C}"/>
                  </a:ext>
                </a:extLst>
              </p:cNvPr>
              <p:cNvSpPr/>
              <p:nvPr/>
            </p:nvSpPr>
            <p:spPr>
              <a:xfrm>
                <a:off x="9390506" y="2608040"/>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9" name="Freeform: Shape 438">
                <a:extLst>
                  <a:ext uri="{FF2B5EF4-FFF2-40B4-BE49-F238E27FC236}">
                    <a16:creationId xmlns:a16="http://schemas.microsoft.com/office/drawing/2014/main" id="{442D1BB2-7A1B-847F-E8F4-85C9E75E0C0B}"/>
                  </a:ext>
                </a:extLst>
              </p:cNvPr>
              <p:cNvSpPr/>
              <p:nvPr/>
            </p:nvSpPr>
            <p:spPr>
              <a:xfrm>
                <a:off x="9390506" y="223370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0" name="Freeform: Shape 439">
                <a:extLst>
                  <a:ext uri="{FF2B5EF4-FFF2-40B4-BE49-F238E27FC236}">
                    <a16:creationId xmlns:a16="http://schemas.microsoft.com/office/drawing/2014/main" id="{30368903-82A2-8552-92AE-F4F3B1D37B1A}"/>
                  </a:ext>
                </a:extLst>
              </p:cNvPr>
              <p:cNvSpPr/>
              <p:nvPr/>
            </p:nvSpPr>
            <p:spPr>
              <a:xfrm>
                <a:off x="9390506" y="298208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1" name="Freeform: Shape 440">
                <a:extLst>
                  <a:ext uri="{FF2B5EF4-FFF2-40B4-BE49-F238E27FC236}">
                    <a16:creationId xmlns:a16="http://schemas.microsoft.com/office/drawing/2014/main" id="{A69A5F7D-7A3B-15C1-AB83-D303CB3E32F7}"/>
                  </a:ext>
                </a:extLst>
              </p:cNvPr>
              <p:cNvSpPr/>
              <p:nvPr/>
            </p:nvSpPr>
            <p:spPr>
              <a:xfrm>
                <a:off x="9390506" y="1859375"/>
                <a:ext cx="62579" cy="62864"/>
              </a:xfrm>
              <a:custGeom>
                <a:avLst/>
                <a:gdLst>
                  <a:gd name="connsiteX0" fmla="*/ 31432 w 62579"/>
                  <a:gd name="connsiteY0" fmla="*/ 0 h 62864"/>
                  <a:gd name="connsiteX1" fmla="*/ 0 w 62579"/>
                  <a:gd name="connsiteY1" fmla="*/ 31432 h 62864"/>
                  <a:gd name="connsiteX2" fmla="*/ 31432 w 62579"/>
                  <a:gd name="connsiteY2" fmla="*/ 62865 h 62864"/>
                  <a:gd name="connsiteX3" fmla="*/ 62579 w 62579"/>
                  <a:gd name="connsiteY3" fmla="*/ 31432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2"/>
                    </a:cubicBezTo>
                    <a:cubicBezTo>
                      <a:pt x="0" y="48863"/>
                      <a:pt x="14002" y="62865"/>
                      <a:pt x="31432" y="62865"/>
                    </a:cubicBezTo>
                    <a:cubicBezTo>
                      <a:pt x="48863" y="62865"/>
                      <a:pt x="62579" y="48863"/>
                      <a:pt x="62579" y="31432"/>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2" name="Freeform: Shape 441">
                <a:extLst>
                  <a:ext uri="{FF2B5EF4-FFF2-40B4-BE49-F238E27FC236}">
                    <a16:creationId xmlns:a16="http://schemas.microsoft.com/office/drawing/2014/main" id="{AD1FB708-A382-1316-EDA2-D21F25170C5C}"/>
                  </a:ext>
                </a:extLst>
              </p:cNvPr>
              <p:cNvSpPr/>
              <p:nvPr/>
            </p:nvSpPr>
            <p:spPr>
              <a:xfrm>
                <a:off x="9390506" y="1110996"/>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8"/>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3" name="Freeform: Shape 442">
                <a:extLst>
                  <a:ext uri="{FF2B5EF4-FFF2-40B4-BE49-F238E27FC236}">
                    <a16:creationId xmlns:a16="http://schemas.microsoft.com/office/drawing/2014/main" id="{8CCF613D-B605-9228-1510-61BD283F09CE}"/>
                  </a:ext>
                </a:extLst>
              </p:cNvPr>
              <p:cNvSpPr/>
              <p:nvPr/>
            </p:nvSpPr>
            <p:spPr>
              <a:xfrm>
                <a:off x="9390506" y="3356419"/>
                <a:ext cx="62579" cy="62293"/>
              </a:xfrm>
              <a:custGeom>
                <a:avLst/>
                <a:gdLst>
                  <a:gd name="connsiteX0" fmla="*/ 31432 w 62579"/>
                  <a:gd name="connsiteY0" fmla="*/ 0 h 62293"/>
                  <a:gd name="connsiteX1" fmla="*/ 0 w 62579"/>
                  <a:gd name="connsiteY1" fmla="*/ 31147 h 62293"/>
                  <a:gd name="connsiteX2" fmla="*/ 31432 w 62579"/>
                  <a:gd name="connsiteY2" fmla="*/ 62294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4"/>
                      <a:pt x="31432" y="62294"/>
                    </a:cubicBezTo>
                    <a:cubicBezTo>
                      <a:pt x="48863" y="62294"/>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4" name="Freeform: Shape 443">
                <a:extLst>
                  <a:ext uri="{FF2B5EF4-FFF2-40B4-BE49-F238E27FC236}">
                    <a16:creationId xmlns:a16="http://schemas.microsoft.com/office/drawing/2014/main" id="{BB2C4531-6596-6BE5-9760-3A6C5E02ABFA}"/>
                  </a:ext>
                </a:extLst>
              </p:cNvPr>
              <p:cNvSpPr/>
              <p:nvPr/>
            </p:nvSpPr>
            <p:spPr>
              <a:xfrm>
                <a:off x="9390506" y="1485042"/>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5" name="Freeform: Shape 444">
                <a:extLst>
                  <a:ext uri="{FF2B5EF4-FFF2-40B4-BE49-F238E27FC236}">
                    <a16:creationId xmlns:a16="http://schemas.microsoft.com/office/drawing/2014/main" id="{1668CA33-2CD6-67C8-49FF-81FC7127E62F}"/>
                  </a:ext>
                </a:extLst>
              </p:cNvPr>
              <p:cNvSpPr/>
              <p:nvPr/>
            </p:nvSpPr>
            <p:spPr>
              <a:xfrm>
                <a:off x="9729977" y="1183005"/>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6" name="Freeform: Shape 445">
                <a:extLst>
                  <a:ext uri="{FF2B5EF4-FFF2-40B4-BE49-F238E27FC236}">
                    <a16:creationId xmlns:a16="http://schemas.microsoft.com/office/drawing/2014/main" id="{DF3A7ED3-0412-61CA-8650-DA50B36559E5}"/>
                  </a:ext>
                </a:extLst>
              </p:cNvPr>
              <p:cNvSpPr/>
              <p:nvPr/>
            </p:nvSpPr>
            <p:spPr>
              <a:xfrm>
                <a:off x="9729977" y="826674"/>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7" name="Freeform: Shape 446">
                <a:extLst>
                  <a:ext uri="{FF2B5EF4-FFF2-40B4-BE49-F238E27FC236}">
                    <a16:creationId xmlns:a16="http://schemas.microsoft.com/office/drawing/2014/main" id="{A65F44D8-1556-CBE3-FAC2-21C4A7A82757}"/>
                  </a:ext>
                </a:extLst>
              </p:cNvPr>
              <p:cNvSpPr/>
              <p:nvPr/>
            </p:nvSpPr>
            <p:spPr>
              <a:xfrm>
                <a:off x="9729977" y="1539335"/>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8" name="Freeform: Shape 447">
                <a:extLst>
                  <a:ext uri="{FF2B5EF4-FFF2-40B4-BE49-F238E27FC236}">
                    <a16:creationId xmlns:a16="http://schemas.microsoft.com/office/drawing/2014/main" id="{F0090F7E-04FE-513C-72AC-B554F80EE62D}"/>
                  </a:ext>
                </a:extLst>
              </p:cNvPr>
              <p:cNvSpPr/>
              <p:nvPr/>
            </p:nvSpPr>
            <p:spPr>
              <a:xfrm>
                <a:off x="9729977" y="47005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9" name="Freeform: Shape 448">
                <a:extLst>
                  <a:ext uri="{FF2B5EF4-FFF2-40B4-BE49-F238E27FC236}">
                    <a16:creationId xmlns:a16="http://schemas.microsoft.com/office/drawing/2014/main" id="{0AA478E6-F254-A564-7312-D8B28A1EB12C}"/>
                  </a:ext>
                </a:extLst>
              </p:cNvPr>
              <p:cNvSpPr/>
              <p:nvPr/>
            </p:nvSpPr>
            <p:spPr>
              <a:xfrm>
                <a:off x="9729977" y="189595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0" name="Freeform: Shape 449">
                <a:extLst>
                  <a:ext uri="{FF2B5EF4-FFF2-40B4-BE49-F238E27FC236}">
                    <a16:creationId xmlns:a16="http://schemas.microsoft.com/office/drawing/2014/main" id="{EDC99108-E224-1B14-FB19-11EBA92866FD}"/>
                  </a:ext>
                </a:extLst>
              </p:cNvPr>
              <p:cNvSpPr/>
              <p:nvPr/>
            </p:nvSpPr>
            <p:spPr>
              <a:xfrm>
                <a:off x="9729977" y="26086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1" name="Freeform: Shape 450">
                <a:extLst>
                  <a:ext uri="{FF2B5EF4-FFF2-40B4-BE49-F238E27FC236}">
                    <a16:creationId xmlns:a16="http://schemas.microsoft.com/office/drawing/2014/main" id="{53E1E573-7882-D32B-4030-4E9EA1691CCF}"/>
                  </a:ext>
                </a:extLst>
              </p:cNvPr>
              <p:cNvSpPr/>
              <p:nvPr/>
            </p:nvSpPr>
            <p:spPr>
              <a:xfrm>
                <a:off x="9729977" y="11372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2" name="Freeform: Shape 451">
                <a:extLst>
                  <a:ext uri="{FF2B5EF4-FFF2-40B4-BE49-F238E27FC236}">
                    <a16:creationId xmlns:a16="http://schemas.microsoft.com/office/drawing/2014/main" id="{D6BA4925-541C-19C5-ACF8-9F8FD6AB0BAF}"/>
                  </a:ext>
                </a:extLst>
              </p:cNvPr>
              <p:cNvSpPr/>
              <p:nvPr/>
            </p:nvSpPr>
            <p:spPr>
              <a:xfrm>
                <a:off x="9729977" y="225228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3" name="Freeform: Shape 452">
                <a:extLst>
                  <a:ext uri="{FF2B5EF4-FFF2-40B4-BE49-F238E27FC236}">
                    <a16:creationId xmlns:a16="http://schemas.microsoft.com/office/drawing/2014/main" id="{659817F9-D679-3842-1FE4-97B66402484D}"/>
                  </a:ext>
                </a:extLst>
              </p:cNvPr>
              <p:cNvSpPr/>
              <p:nvPr/>
            </p:nvSpPr>
            <p:spPr>
              <a:xfrm>
                <a:off x="9729977" y="296522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4" name="Freeform: Shape 453">
                <a:extLst>
                  <a:ext uri="{FF2B5EF4-FFF2-40B4-BE49-F238E27FC236}">
                    <a16:creationId xmlns:a16="http://schemas.microsoft.com/office/drawing/2014/main" id="{AF4AF002-89AA-E1CC-B64E-1978F6EA6791}"/>
                  </a:ext>
                </a:extLst>
              </p:cNvPr>
              <p:cNvSpPr/>
              <p:nvPr/>
            </p:nvSpPr>
            <p:spPr>
              <a:xfrm>
                <a:off x="9729977" y="54601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5" name="Freeform: Shape 454">
                <a:extLst>
                  <a:ext uri="{FF2B5EF4-FFF2-40B4-BE49-F238E27FC236}">
                    <a16:creationId xmlns:a16="http://schemas.microsoft.com/office/drawing/2014/main" id="{2736FA52-EDDC-74AB-AEDE-C216B439836F}"/>
                  </a:ext>
                </a:extLst>
              </p:cNvPr>
              <p:cNvSpPr/>
              <p:nvPr/>
            </p:nvSpPr>
            <p:spPr>
              <a:xfrm>
                <a:off x="9729977" y="6529387"/>
                <a:ext cx="59436" cy="59721"/>
              </a:xfrm>
              <a:custGeom>
                <a:avLst/>
                <a:gdLst>
                  <a:gd name="connsiteX0" fmla="*/ 29718 w 59436"/>
                  <a:gd name="connsiteY0" fmla="*/ 0 h 59721"/>
                  <a:gd name="connsiteX1" fmla="*/ 0 w 59436"/>
                  <a:gd name="connsiteY1" fmla="*/ 30004 h 59721"/>
                  <a:gd name="connsiteX2" fmla="*/ 29718 w 59436"/>
                  <a:gd name="connsiteY2" fmla="*/ 59722 h 59721"/>
                  <a:gd name="connsiteX3" fmla="*/ 59436 w 59436"/>
                  <a:gd name="connsiteY3" fmla="*/ 30004 h 59721"/>
                  <a:gd name="connsiteX4" fmla="*/ 29718 w 59436"/>
                  <a:gd name="connsiteY4" fmla="*/ 0 h 59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721">
                    <a:moveTo>
                      <a:pt x="29718" y="0"/>
                    </a:moveTo>
                    <a:cubicBezTo>
                      <a:pt x="13145" y="0"/>
                      <a:pt x="0" y="13430"/>
                      <a:pt x="0" y="30004"/>
                    </a:cubicBezTo>
                    <a:cubicBezTo>
                      <a:pt x="0" y="46577"/>
                      <a:pt x="13430" y="59722"/>
                      <a:pt x="29718" y="59722"/>
                    </a:cubicBezTo>
                    <a:cubicBezTo>
                      <a:pt x="46006" y="59722"/>
                      <a:pt x="59436" y="46291"/>
                      <a:pt x="59436" y="30004"/>
                    </a:cubicBezTo>
                    <a:cubicBezTo>
                      <a:pt x="59436" y="13716"/>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6" name="Freeform: Shape 455">
                <a:extLst>
                  <a:ext uri="{FF2B5EF4-FFF2-40B4-BE49-F238E27FC236}">
                    <a16:creationId xmlns:a16="http://schemas.microsoft.com/office/drawing/2014/main" id="{0308CEDA-C5BB-98D6-0C09-172E046FA012}"/>
                  </a:ext>
                </a:extLst>
              </p:cNvPr>
              <p:cNvSpPr/>
              <p:nvPr/>
            </p:nvSpPr>
            <p:spPr>
              <a:xfrm>
                <a:off x="9729977" y="61730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7" name="Freeform: Shape 456">
                <a:extLst>
                  <a:ext uri="{FF2B5EF4-FFF2-40B4-BE49-F238E27FC236}">
                    <a16:creationId xmlns:a16="http://schemas.microsoft.com/office/drawing/2014/main" id="{2AF02A4D-2696-5311-C035-1B272847EE43}"/>
                  </a:ext>
                </a:extLst>
              </p:cNvPr>
              <p:cNvSpPr/>
              <p:nvPr/>
            </p:nvSpPr>
            <p:spPr>
              <a:xfrm>
                <a:off x="9729977" y="367817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8" name="Freeform: Shape 457">
                <a:extLst>
                  <a:ext uri="{FF2B5EF4-FFF2-40B4-BE49-F238E27FC236}">
                    <a16:creationId xmlns:a16="http://schemas.microsoft.com/office/drawing/2014/main" id="{8309F5E6-8D25-8CE7-0661-A033894A3DE3}"/>
                  </a:ext>
                </a:extLst>
              </p:cNvPr>
              <p:cNvSpPr/>
              <p:nvPr/>
            </p:nvSpPr>
            <p:spPr>
              <a:xfrm>
                <a:off x="9729977" y="439083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9" name="Freeform: Shape 458">
                <a:extLst>
                  <a:ext uri="{FF2B5EF4-FFF2-40B4-BE49-F238E27FC236}">
                    <a16:creationId xmlns:a16="http://schemas.microsoft.com/office/drawing/2014/main" id="{6C6FD0CD-9864-A8DE-E962-FDE7B860517D}"/>
                  </a:ext>
                </a:extLst>
              </p:cNvPr>
              <p:cNvSpPr/>
              <p:nvPr/>
            </p:nvSpPr>
            <p:spPr>
              <a:xfrm>
                <a:off x="9729977" y="403450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0" name="Freeform: Shape 459">
                <a:extLst>
                  <a:ext uri="{FF2B5EF4-FFF2-40B4-BE49-F238E27FC236}">
                    <a16:creationId xmlns:a16="http://schemas.microsoft.com/office/drawing/2014/main" id="{AEA1FEA4-863B-CF3D-3C0E-451F7405EA48}"/>
                  </a:ext>
                </a:extLst>
              </p:cNvPr>
              <p:cNvSpPr/>
              <p:nvPr/>
            </p:nvSpPr>
            <p:spPr>
              <a:xfrm>
                <a:off x="9729977" y="33215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1" name="Freeform: Shape 460">
                <a:extLst>
                  <a:ext uri="{FF2B5EF4-FFF2-40B4-BE49-F238E27FC236}">
                    <a16:creationId xmlns:a16="http://schemas.microsoft.com/office/drawing/2014/main" id="{5CE8707C-6A4B-E0CF-1351-3C46616CCAB5}"/>
                  </a:ext>
                </a:extLst>
              </p:cNvPr>
              <p:cNvSpPr/>
              <p:nvPr/>
            </p:nvSpPr>
            <p:spPr>
              <a:xfrm>
                <a:off x="9729977" y="5816726"/>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2" name="Freeform: Shape 461">
                <a:extLst>
                  <a:ext uri="{FF2B5EF4-FFF2-40B4-BE49-F238E27FC236}">
                    <a16:creationId xmlns:a16="http://schemas.microsoft.com/office/drawing/2014/main" id="{53771340-E7AA-23A0-81E0-D4635C94FF0A}"/>
                  </a:ext>
                </a:extLst>
              </p:cNvPr>
              <p:cNvSpPr/>
              <p:nvPr/>
            </p:nvSpPr>
            <p:spPr>
              <a:xfrm>
                <a:off x="9729977" y="474745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3" name="Freeform: Shape 462">
                <a:extLst>
                  <a:ext uri="{FF2B5EF4-FFF2-40B4-BE49-F238E27FC236}">
                    <a16:creationId xmlns:a16="http://schemas.microsoft.com/office/drawing/2014/main" id="{CA6103E8-5AA2-B4AC-C0AD-BA1C43AAE044}"/>
                  </a:ext>
                </a:extLst>
              </p:cNvPr>
              <p:cNvSpPr/>
              <p:nvPr/>
            </p:nvSpPr>
            <p:spPr>
              <a:xfrm>
                <a:off x="9729977" y="510378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4" name="Freeform: Shape 463">
                <a:extLst>
                  <a:ext uri="{FF2B5EF4-FFF2-40B4-BE49-F238E27FC236}">
                    <a16:creationId xmlns:a16="http://schemas.microsoft.com/office/drawing/2014/main" id="{B0CFF064-5964-DCC3-40B3-27FFCB7D119E}"/>
                  </a:ext>
                </a:extLst>
              </p:cNvPr>
              <p:cNvSpPr/>
              <p:nvPr/>
            </p:nvSpPr>
            <p:spPr>
              <a:xfrm>
                <a:off x="10052875" y="912399"/>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5" name="Freeform: Shape 464">
                <a:extLst>
                  <a:ext uri="{FF2B5EF4-FFF2-40B4-BE49-F238E27FC236}">
                    <a16:creationId xmlns:a16="http://schemas.microsoft.com/office/drawing/2014/main" id="{86FF7AFF-05E6-0F24-C9A8-FC0D878F2BC9}"/>
                  </a:ext>
                </a:extLst>
              </p:cNvPr>
              <p:cNvSpPr/>
              <p:nvPr/>
            </p:nvSpPr>
            <p:spPr>
              <a:xfrm>
                <a:off x="10052875" y="1251870"/>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6" name="Freeform: Shape 465">
                <a:extLst>
                  <a:ext uri="{FF2B5EF4-FFF2-40B4-BE49-F238E27FC236}">
                    <a16:creationId xmlns:a16="http://schemas.microsoft.com/office/drawing/2014/main" id="{9F490060-451E-2E91-8632-F0FF89057334}"/>
                  </a:ext>
                </a:extLst>
              </p:cNvPr>
              <p:cNvSpPr/>
              <p:nvPr/>
            </p:nvSpPr>
            <p:spPr>
              <a:xfrm>
                <a:off x="10052875" y="572643"/>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7" name="Freeform: Shape 466">
                <a:extLst>
                  <a:ext uri="{FF2B5EF4-FFF2-40B4-BE49-F238E27FC236}">
                    <a16:creationId xmlns:a16="http://schemas.microsoft.com/office/drawing/2014/main" id="{1A2304F8-4803-2795-746B-16B522C9D9B5}"/>
                  </a:ext>
                </a:extLst>
              </p:cNvPr>
              <p:cNvSpPr/>
              <p:nvPr/>
            </p:nvSpPr>
            <p:spPr>
              <a:xfrm>
                <a:off x="10052875" y="2948939"/>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8" name="Freeform: Shape 467">
                <a:extLst>
                  <a:ext uri="{FF2B5EF4-FFF2-40B4-BE49-F238E27FC236}">
                    <a16:creationId xmlns:a16="http://schemas.microsoft.com/office/drawing/2014/main" id="{A8C5F0AF-69EB-EE55-BD15-DF419447CFEF}"/>
                  </a:ext>
                </a:extLst>
              </p:cNvPr>
              <p:cNvSpPr/>
              <p:nvPr/>
            </p:nvSpPr>
            <p:spPr>
              <a:xfrm>
                <a:off x="10052875" y="260946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9" name="Freeform: Shape 468">
                <a:extLst>
                  <a:ext uri="{FF2B5EF4-FFF2-40B4-BE49-F238E27FC236}">
                    <a16:creationId xmlns:a16="http://schemas.microsoft.com/office/drawing/2014/main" id="{17A1B18C-23A2-0F06-E7C1-7A61E1E78A21}"/>
                  </a:ext>
                </a:extLst>
              </p:cNvPr>
              <p:cNvSpPr/>
              <p:nvPr/>
            </p:nvSpPr>
            <p:spPr>
              <a:xfrm>
                <a:off x="10052875" y="226999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0" name="Freeform: Shape 469">
                <a:extLst>
                  <a:ext uri="{FF2B5EF4-FFF2-40B4-BE49-F238E27FC236}">
                    <a16:creationId xmlns:a16="http://schemas.microsoft.com/office/drawing/2014/main" id="{0C37C35A-9FFF-FD33-BACF-CF8AF5B22B12}"/>
                  </a:ext>
                </a:extLst>
              </p:cNvPr>
              <p:cNvSpPr/>
              <p:nvPr/>
            </p:nvSpPr>
            <p:spPr>
              <a:xfrm>
                <a:off x="10052875" y="1930526"/>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1" name="Freeform: Shape 470">
                <a:extLst>
                  <a:ext uri="{FF2B5EF4-FFF2-40B4-BE49-F238E27FC236}">
                    <a16:creationId xmlns:a16="http://schemas.microsoft.com/office/drawing/2014/main" id="{97E5591F-5B7E-8F8A-9112-7FF680A66256}"/>
                  </a:ext>
                </a:extLst>
              </p:cNvPr>
              <p:cNvSpPr/>
              <p:nvPr/>
            </p:nvSpPr>
            <p:spPr>
              <a:xfrm>
                <a:off x="10052875" y="1591056"/>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2" name="Freeform: Shape 471">
                <a:extLst>
                  <a:ext uri="{FF2B5EF4-FFF2-40B4-BE49-F238E27FC236}">
                    <a16:creationId xmlns:a16="http://schemas.microsoft.com/office/drawing/2014/main" id="{E92D76B6-D0AB-C091-E95D-66989C38D98B}"/>
                  </a:ext>
                </a:extLst>
              </p:cNvPr>
              <p:cNvSpPr/>
              <p:nvPr/>
            </p:nvSpPr>
            <p:spPr>
              <a:xfrm>
                <a:off x="10052875" y="23345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3" name="Freeform: Shape 472">
                <a:extLst>
                  <a:ext uri="{FF2B5EF4-FFF2-40B4-BE49-F238E27FC236}">
                    <a16:creationId xmlns:a16="http://schemas.microsoft.com/office/drawing/2014/main" id="{633E92AA-3279-E76E-DF86-3FF78E2B3BD9}"/>
                  </a:ext>
                </a:extLst>
              </p:cNvPr>
              <p:cNvSpPr/>
              <p:nvPr/>
            </p:nvSpPr>
            <p:spPr>
              <a:xfrm>
                <a:off x="10052875" y="600417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4" name="Freeform: Shape 473">
                <a:extLst>
                  <a:ext uri="{FF2B5EF4-FFF2-40B4-BE49-F238E27FC236}">
                    <a16:creationId xmlns:a16="http://schemas.microsoft.com/office/drawing/2014/main" id="{3B3FDFC4-DF10-2D1E-44BD-AC86E4888909}"/>
                  </a:ext>
                </a:extLst>
              </p:cNvPr>
              <p:cNvSpPr/>
              <p:nvPr/>
            </p:nvSpPr>
            <p:spPr>
              <a:xfrm>
                <a:off x="10052875" y="6683121"/>
                <a:ext cx="56578" cy="56863"/>
              </a:xfrm>
              <a:custGeom>
                <a:avLst/>
                <a:gdLst>
                  <a:gd name="connsiteX0" fmla="*/ 28289 w 56578"/>
                  <a:gd name="connsiteY0" fmla="*/ 0 h 56863"/>
                  <a:gd name="connsiteX1" fmla="*/ 0 w 56578"/>
                  <a:gd name="connsiteY1" fmla="*/ 28575 h 56863"/>
                  <a:gd name="connsiteX2" fmla="*/ 28289 w 56578"/>
                  <a:gd name="connsiteY2" fmla="*/ 56864 h 56863"/>
                  <a:gd name="connsiteX3" fmla="*/ 56579 w 56578"/>
                  <a:gd name="connsiteY3" fmla="*/ 28575 h 56863"/>
                  <a:gd name="connsiteX4" fmla="*/ 28289 w 56578"/>
                  <a:gd name="connsiteY4" fmla="*/ 0 h 5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3">
                    <a:moveTo>
                      <a:pt x="28289" y="0"/>
                    </a:moveTo>
                    <a:cubicBezTo>
                      <a:pt x="12573" y="0"/>
                      <a:pt x="0" y="12573"/>
                      <a:pt x="0" y="28575"/>
                    </a:cubicBezTo>
                    <a:cubicBezTo>
                      <a:pt x="0" y="44577"/>
                      <a:pt x="12859" y="56864"/>
                      <a:pt x="28289" y="56864"/>
                    </a:cubicBezTo>
                    <a:cubicBezTo>
                      <a:pt x="43720" y="56864"/>
                      <a:pt x="56579" y="44005"/>
                      <a:pt x="56579" y="28575"/>
                    </a:cubicBezTo>
                    <a:cubicBezTo>
                      <a:pt x="56579" y="13144"/>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5" name="Freeform: Shape 474">
                <a:extLst>
                  <a:ext uri="{FF2B5EF4-FFF2-40B4-BE49-F238E27FC236}">
                    <a16:creationId xmlns:a16="http://schemas.microsoft.com/office/drawing/2014/main" id="{9D165544-7253-38C2-EE38-4C6FE4A9EDBE}"/>
                  </a:ext>
                </a:extLst>
              </p:cNvPr>
              <p:cNvSpPr/>
              <p:nvPr/>
            </p:nvSpPr>
            <p:spPr>
              <a:xfrm>
                <a:off x="10052875" y="3288411"/>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6" name="Freeform: Shape 475">
                <a:extLst>
                  <a:ext uri="{FF2B5EF4-FFF2-40B4-BE49-F238E27FC236}">
                    <a16:creationId xmlns:a16="http://schemas.microsoft.com/office/drawing/2014/main" id="{6822A910-8F1C-FB8F-540A-EEF23070BCE9}"/>
                  </a:ext>
                </a:extLst>
              </p:cNvPr>
              <p:cNvSpPr/>
              <p:nvPr/>
            </p:nvSpPr>
            <p:spPr>
              <a:xfrm>
                <a:off x="10052875" y="3967352"/>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859"/>
                      <a:pt x="0" y="28289"/>
                    </a:cubicBezTo>
                    <a:cubicBezTo>
                      <a:pt x="0" y="43720"/>
                      <a:pt x="12859" y="56864"/>
                      <a:pt x="28289" y="56864"/>
                    </a:cubicBezTo>
                    <a:cubicBezTo>
                      <a:pt x="43720" y="56864"/>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7" name="Freeform: Shape 476">
                <a:extLst>
                  <a:ext uri="{FF2B5EF4-FFF2-40B4-BE49-F238E27FC236}">
                    <a16:creationId xmlns:a16="http://schemas.microsoft.com/office/drawing/2014/main" id="{E6F90CB2-2704-5AFE-3463-3B2E916AF7B3}"/>
                  </a:ext>
                </a:extLst>
              </p:cNvPr>
              <p:cNvSpPr/>
              <p:nvPr/>
            </p:nvSpPr>
            <p:spPr>
              <a:xfrm>
                <a:off x="10052875" y="4985765"/>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6"/>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8" name="Freeform: Shape 477">
                <a:extLst>
                  <a:ext uri="{FF2B5EF4-FFF2-40B4-BE49-F238E27FC236}">
                    <a16:creationId xmlns:a16="http://schemas.microsoft.com/office/drawing/2014/main" id="{D35A1FF4-CA93-F6DB-71D7-952B7475C184}"/>
                  </a:ext>
                </a:extLst>
              </p:cNvPr>
              <p:cNvSpPr/>
              <p:nvPr/>
            </p:nvSpPr>
            <p:spPr>
              <a:xfrm>
                <a:off x="10052875" y="4646295"/>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9" name="Freeform: Shape 478">
                <a:extLst>
                  <a:ext uri="{FF2B5EF4-FFF2-40B4-BE49-F238E27FC236}">
                    <a16:creationId xmlns:a16="http://schemas.microsoft.com/office/drawing/2014/main" id="{B1B1B3B0-FE38-270B-A8FE-73D57D14885F}"/>
                  </a:ext>
                </a:extLst>
              </p:cNvPr>
              <p:cNvSpPr/>
              <p:nvPr/>
            </p:nvSpPr>
            <p:spPr>
              <a:xfrm>
                <a:off x="10052875" y="4306824"/>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0" name="Freeform: Shape 479">
                <a:extLst>
                  <a:ext uri="{FF2B5EF4-FFF2-40B4-BE49-F238E27FC236}">
                    <a16:creationId xmlns:a16="http://schemas.microsoft.com/office/drawing/2014/main" id="{DAD9C969-223B-6830-1274-0D3C7E971699}"/>
                  </a:ext>
                </a:extLst>
              </p:cNvPr>
              <p:cNvSpPr/>
              <p:nvPr/>
            </p:nvSpPr>
            <p:spPr>
              <a:xfrm>
                <a:off x="10052875" y="3627881"/>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1" name="Freeform: Shape 480">
                <a:extLst>
                  <a:ext uri="{FF2B5EF4-FFF2-40B4-BE49-F238E27FC236}">
                    <a16:creationId xmlns:a16="http://schemas.microsoft.com/office/drawing/2014/main" id="{D5D86EF4-DD36-EEDC-D5F6-7C33518B79BB}"/>
                  </a:ext>
                </a:extLst>
              </p:cNvPr>
              <p:cNvSpPr/>
              <p:nvPr/>
            </p:nvSpPr>
            <p:spPr>
              <a:xfrm>
                <a:off x="10052875" y="6343650"/>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2" name="Freeform: Shape 481">
                <a:extLst>
                  <a:ext uri="{FF2B5EF4-FFF2-40B4-BE49-F238E27FC236}">
                    <a16:creationId xmlns:a16="http://schemas.microsoft.com/office/drawing/2014/main" id="{38C04EA2-D91A-1F0F-3891-C6EBC5A40284}"/>
                  </a:ext>
                </a:extLst>
              </p:cNvPr>
              <p:cNvSpPr/>
              <p:nvPr/>
            </p:nvSpPr>
            <p:spPr>
              <a:xfrm>
                <a:off x="10052875" y="566470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3" name="Freeform: Shape 482">
                <a:extLst>
                  <a:ext uri="{FF2B5EF4-FFF2-40B4-BE49-F238E27FC236}">
                    <a16:creationId xmlns:a16="http://schemas.microsoft.com/office/drawing/2014/main" id="{6ECC12E6-37EA-D252-E5B5-E76B79D4DEC0}"/>
                  </a:ext>
                </a:extLst>
              </p:cNvPr>
              <p:cNvSpPr/>
              <p:nvPr/>
            </p:nvSpPr>
            <p:spPr>
              <a:xfrm>
                <a:off x="10052875" y="532523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4" name="Freeform: Shape 483">
                <a:extLst>
                  <a:ext uri="{FF2B5EF4-FFF2-40B4-BE49-F238E27FC236}">
                    <a16:creationId xmlns:a16="http://schemas.microsoft.com/office/drawing/2014/main" id="{CFC3278D-41DE-E849-1F10-0CB9DBF43F5F}"/>
                  </a:ext>
                </a:extLst>
              </p:cNvPr>
              <p:cNvSpPr/>
              <p:nvPr/>
            </p:nvSpPr>
            <p:spPr>
              <a:xfrm>
                <a:off x="10360342" y="293350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5" name="Freeform: Shape 484">
                <a:extLst>
                  <a:ext uri="{FF2B5EF4-FFF2-40B4-BE49-F238E27FC236}">
                    <a16:creationId xmlns:a16="http://schemas.microsoft.com/office/drawing/2014/main" id="{25E47A20-EA8C-FC4D-ACA3-3525FF06ECDE}"/>
                  </a:ext>
                </a:extLst>
              </p:cNvPr>
              <p:cNvSpPr/>
              <p:nvPr/>
            </p:nvSpPr>
            <p:spPr>
              <a:xfrm>
                <a:off x="10360342" y="347186"/>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2"/>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6" name="Freeform: Shape 485">
                <a:extLst>
                  <a:ext uri="{FF2B5EF4-FFF2-40B4-BE49-F238E27FC236}">
                    <a16:creationId xmlns:a16="http://schemas.microsoft.com/office/drawing/2014/main" id="{19FC5950-EB62-8E8E-474A-03B724873B9F}"/>
                  </a:ext>
                </a:extLst>
              </p:cNvPr>
              <p:cNvSpPr/>
              <p:nvPr/>
            </p:nvSpPr>
            <p:spPr>
              <a:xfrm>
                <a:off x="10360342" y="1640490"/>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7" name="Freeform: Shape 486">
                <a:extLst>
                  <a:ext uri="{FF2B5EF4-FFF2-40B4-BE49-F238E27FC236}">
                    <a16:creationId xmlns:a16="http://schemas.microsoft.com/office/drawing/2014/main" id="{56A7EB71-B18E-FBC9-9974-C3D4A0CE35EB}"/>
                  </a:ext>
                </a:extLst>
              </p:cNvPr>
              <p:cNvSpPr/>
              <p:nvPr/>
            </p:nvSpPr>
            <p:spPr>
              <a:xfrm>
                <a:off x="10360342" y="993838"/>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8" name="Freeform: Shape 487">
                <a:extLst>
                  <a:ext uri="{FF2B5EF4-FFF2-40B4-BE49-F238E27FC236}">
                    <a16:creationId xmlns:a16="http://schemas.microsoft.com/office/drawing/2014/main" id="{6D16D3D0-63BB-4DF9-44E8-FF37835835B3}"/>
                  </a:ext>
                </a:extLst>
              </p:cNvPr>
              <p:cNvSpPr/>
              <p:nvPr/>
            </p:nvSpPr>
            <p:spPr>
              <a:xfrm>
                <a:off x="10360342" y="1963674"/>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9" name="Freeform: Shape 488">
                <a:extLst>
                  <a:ext uri="{FF2B5EF4-FFF2-40B4-BE49-F238E27FC236}">
                    <a16:creationId xmlns:a16="http://schemas.microsoft.com/office/drawing/2014/main" id="{B9F544FD-3EC3-1AA6-79FB-A13D1C5C8BB3}"/>
                  </a:ext>
                </a:extLst>
              </p:cNvPr>
              <p:cNvSpPr/>
              <p:nvPr/>
            </p:nvSpPr>
            <p:spPr>
              <a:xfrm>
                <a:off x="10360342" y="2610326"/>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0" name="Freeform: Shape 489">
                <a:extLst>
                  <a:ext uri="{FF2B5EF4-FFF2-40B4-BE49-F238E27FC236}">
                    <a16:creationId xmlns:a16="http://schemas.microsoft.com/office/drawing/2014/main" id="{2CA71F93-ECA3-0211-4020-14337CCB5F81}"/>
                  </a:ext>
                </a:extLst>
              </p:cNvPr>
              <p:cNvSpPr/>
              <p:nvPr/>
            </p:nvSpPr>
            <p:spPr>
              <a:xfrm>
                <a:off x="10360342" y="2287143"/>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1" name="Freeform: Shape 490">
                <a:extLst>
                  <a:ext uri="{FF2B5EF4-FFF2-40B4-BE49-F238E27FC236}">
                    <a16:creationId xmlns:a16="http://schemas.microsoft.com/office/drawing/2014/main" id="{D8B55F35-9ECB-F112-6B44-872B07610701}"/>
                  </a:ext>
                </a:extLst>
              </p:cNvPr>
              <p:cNvSpPr/>
              <p:nvPr/>
            </p:nvSpPr>
            <p:spPr>
              <a:xfrm>
                <a:off x="10360342" y="1317021"/>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2" name="Freeform: Shape 491">
                <a:extLst>
                  <a:ext uri="{FF2B5EF4-FFF2-40B4-BE49-F238E27FC236}">
                    <a16:creationId xmlns:a16="http://schemas.microsoft.com/office/drawing/2014/main" id="{0CE31BB0-F0AB-768D-DD9D-7D7DE4F437EF}"/>
                  </a:ext>
                </a:extLst>
              </p:cNvPr>
              <p:cNvSpPr/>
              <p:nvPr/>
            </p:nvSpPr>
            <p:spPr>
              <a:xfrm>
                <a:off x="10360342" y="325697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3" name="Freeform: Shape 492">
                <a:extLst>
                  <a:ext uri="{FF2B5EF4-FFF2-40B4-BE49-F238E27FC236}">
                    <a16:creationId xmlns:a16="http://schemas.microsoft.com/office/drawing/2014/main" id="{8B38D7B9-4A7F-5192-45F3-33AC4E74C1C8}"/>
                  </a:ext>
                </a:extLst>
              </p:cNvPr>
              <p:cNvSpPr/>
              <p:nvPr/>
            </p:nvSpPr>
            <p:spPr>
              <a:xfrm>
                <a:off x="10360342" y="3580161"/>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4" name="Freeform: Shape 493">
                <a:extLst>
                  <a:ext uri="{FF2B5EF4-FFF2-40B4-BE49-F238E27FC236}">
                    <a16:creationId xmlns:a16="http://schemas.microsoft.com/office/drawing/2014/main" id="{2D55785B-8F7F-D1D3-FA1E-C672B2306796}"/>
                  </a:ext>
                </a:extLst>
              </p:cNvPr>
              <p:cNvSpPr/>
              <p:nvPr/>
            </p:nvSpPr>
            <p:spPr>
              <a:xfrm>
                <a:off x="10360342" y="648966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5" name="Freeform: Shape 494">
                <a:extLst>
                  <a:ext uri="{FF2B5EF4-FFF2-40B4-BE49-F238E27FC236}">
                    <a16:creationId xmlns:a16="http://schemas.microsoft.com/office/drawing/2014/main" id="{ED3A038A-AB0D-566A-F3E8-94B4DA866834}"/>
                  </a:ext>
                </a:extLst>
              </p:cNvPr>
              <p:cNvSpPr/>
              <p:nvPr/>
            </p:nvSpPr>
            <p:spPr>
              <a:xfrm>
                <a:off x="10360342" y="3903630"/>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6" name="Freeform: Shape 495">
                <a:extLst>
                  <a:ext uri="{FF2B5EF4-FFF2-40B4-BE49-F238E27FC236}">
                    <a16:creationId xmlns:a16="http://schemas.microsoft.com/office/drawing/2014/main" id="{725F166A-EC85-8363-90B7-5933FB56ACC1}"/>
                  </a:ext>
                </a:extLst>
              </p:cNvPr>
              <p:cNvSpPr/>
              <p:nvPr/>
            </p:nvSpPr>
            <p:spPr>
              <a:xfrm>
                <a:off x="10360342" y="4226813"/>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7" name="Freeform: Shape 496">
                <a:extLst>
                  <a:ext uri="{FF2B5EF4-FFF2-40B4-BE49-F238E27FC236}">
                    <a16:creationId xmlns:a16="http://schemas.microsoft.com/office/drawing/2014/main" id="{7E8FE1DA-86C6-498A-2253-6AE65CCDB12D}"/>
                  </a:ext>
                </a:extLst>
              </p:cNvPr>
              <p:cNvSpPr/>
              <p:nvPr/>
            </p:nvSpPr>
            <p:spPr>
              <a:xfrm>
                <a:off x="10360342" y="4549997"/>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8" name="Freeform: Shape 497">
                <a:extLst>
                  <a:ext uri="{FF2B5EF4-FFF2-40B4-BE49-F238E27FC236}">
                    <a16:creationId xmlns:a16="http://schemas.microsoft.com/office/drawing/2014/main" id="{6679FB17-198C-BD53-29CA-FF29611A5A06}"/>
                  </a:ext>
                </a:extLst>
              </p:cNvPr>
              <p:cNvSpPr/>
              <p:nvPr/>
            </p:nvSpPr>
            <p:spPr>
              <a:xfrm>
                <a:off x="10360342" y="4873180"/>
                <a:ext cx="54292" cy="54292"/>
              </a:xfrm>
              <a:custGeom>
                <a:avLst/>
                <a:gdLst>
                  <a:gd name="connsiteX0" fmla="*/ 27146 w 54292"/>
                  <a:gd name="connsiteY0" fmla="*/ 0 h 54292"/>
                  <a:gd name="connsiteX1" fmla="*/ 0 w 54292"/>
                  <a:gd name="connsiteY1" fmla="*/ 27147 h 54292"/>
                  <a:gd name="connsiteX2" fmla="*/ 27146 w 54292"/>
                  <a:gd name="connsiteY2" fmla="*/ 54293 h 54292"/>
                  <a:gd name="connsiteX3" fmla="*/ 54293 w 54292"/>
                  <a:gd name="connsiteY3" fmla="*/ 27147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7"/>
                    </a:cubicBezTo>
                    <a:cubicBezTo>
                      <a:pt x="0" y="42291"/>
                      <a:pt x="12001" y="54293"/>
                      <a:pt x="27146" y="54293"/>
                    </a:cubicBezTo>
                    <a:cubicBezTo>
                      <a:pt x="42291" y="54293"/>
                      <a:pt x="54293" y="42291"/>
                      <a:pt x="54293" y="27147"/>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9" name="Freeform: Shape 498">
                <a:extLst>
                  <a:ext uri="{FF2B5EF4-FFF2-40B4-BE49-F238E27FC236}">
                    <a16:creationId xmlns:a16="http://schemas.microsoft.com/office/drawing/2014/main" id="{C6180A8E-A175-6614-A955-DBFD2E50C656}"/>
                  </a:ext>
                </a:extLst>
              </p:cNvPr>
              <p:cNvSpPr/>
              <p:nvPr/>
            </p:nvSpPr>
            <p:spPr>
              <a:xfrm>
                <a:off x="10360342" y="519664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0" name="Freeform: Shape 499">
                <a:extLst>
                  <a:ext uri="{FF2B5EF4-FFF2-40B4-BE49-F238E27FC236}">
                    <a16:creationId xmlns:a16="http://schemas.microsoft.com/office/drawing/2014/main" id="{4CAF0E80-A110-3220-3865-D60F7800C7BD}"/>
                  </a:ext>
                </a:extLst>
              </p:cNvPr>
              <p:cNvSpPr/>
              <p:nvPr/>
            </p:nvSpPr>
            <p:spPr>
              <a:xfrm>
                <a:off x="10360342" y="6166485"/>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1" name="Freeform: Shape 500">
                <a:extLst>
                  <a:ext uri="{FF2B5EF4-FFF2-40B4-BE49-F238E27FC236}">
                    <a16:creationId xmlns:a16="http://schemas.microsoft.com/office/drawing/2014/main" id="{8DD3EB49-1DBF-BE00-5A9C-9DD46496731A}"/>
                  </a:ext>
                </a:extLst>
              </p:cNvPr>
              <p:cNvSpPr/>
              <p:nvPr/>
            </p:nvSpPr>
            <p:spPr>
              <a:xfrm>
                <a:off x="10360342" y="5843301"/>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2" name="Freeform: Shape 501">
                <a:extLst>
                  <a:ext uri="{FF2B5EF4-FFF2-40B4-BE49-F238E27FC236}">
                    <a16:creationId xmlns:a16="http://schemas.microsoft.com/office/drawing/2014/main" id="{AF100BDA-E5FF-62B5-50F8-425A6FDBD17B}"/>
                  </a:ext>
                </a:extLst>
              </p:cNvPr>
              <p:cNvSpPr/>
              <p:nvPr/>
            </p:nvSpPr>
            <p:spPr>
              <a:xfrm>
                <a:off x="10360342" y="5519832"/>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3" name="Freeform: Shape 502">
                <a:extLst>
                  <a:ext uri="{FF2B5EF4-FFF2-40B4-BE49-F238E27FC236}">
                    <a16:creationId xmlns:a16="http://schemas.microsoft.com/office/drawing/2014/main" id="{3542C016-DE27-B056-23EC-3030255ED63D}"/>
                  </a:ext>
                </a:extLst>
              </p:cNvPr>
              <p:cNvSpPr/>
              <p:nvPr/>
            </p:nvSpPr>
            <p:spPr>
              <a:xfrm>
                <a:off x="10360342" y="670655"/>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4" name="Freeform: Shape 503">
                <a:extLst>
                  <a:ext uri="{FF2B5EF4-FFF2-40B4-BE49-F238E27FC236}">
                    <a16:creationId xmlns:a16="http://schemas.microsoft.com/office/drawing/2014/main" id="{D69D9B3A-A29C-E56F-E7FC-B89C4EEEBB60}"/>
                  </a:ext>
                </a:extLst>
              </p:cNvPr>
              <p:cNvSpPr/>
              <p:nvPr/>
            </p:nvSpPr>
            <p:spPr>
              <a:xfrm>
                <a:off x="10653522" y="5074062"/>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5" name="Freeform: Shape 504">
                <a:extLst>
                  <a:ext uri="{FF2B5EF4-FFF2-40B4-BE49-F238E27FC236}">
                    <a16:creationId xmlns:a16="http://schemas.microsoft.com/office/drawing/2014/main" id="{62174F2D-8717-C0BE-172D-7698C2900A91}"/>
                  </a:ext>
                </a:extLst>
              </p:cNvPr>
              <p:cNvSpPr/>
              <p:nvPr/>
            </p:nvSpPr>
            <p:spPr>
              <a:xfrm>
                <a:off x="10653522" y="476631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6" name="Freeform: Shape 505">
                <a:extLst>
                  <a:ext uri="{FF2B5EF4-FFF2-40B4-BE49-F238E27FC236}">
                    <a16:creationId xmlns:a16="http://schemas.microsoft.com/office/drawing/2014/main" id="{95528248-869F-1E4A-9D31-AA7F1EB3D9E4}"/>
                  </a:ext>
                </a:extLst>
              </p:cNvPr>
              <p:cNvSpPr/>
              <p:nvPr/>
            </p:nvSpPr>
            <p:spPr>
              <a:xfrm>
                <a:off x="10653522" y="5382101"/>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5"/>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7" name="Freeform: Shape 506">
                <a:extLst>
                  <a:ext uri="{FF2B5EF4-FFF2-40B4-BE49-F238E27FC236}">
                    <a16:creationId xmlns:a16="http://schemas.microsoft.com/office/drawing/2014/main" id="{2CE79FE1-3DD8-B481-2C0C-768A9B74038B}"/>
                  </a:ext>
                </a:extLst>
              </p:cNvPr>
              <p:cNvSpPr/>
              <p:nvPr/>
            </p:nvSpPr>
            <p:spPr>
              <a:xfrm>
                <a:off x="10653522" y="568985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8" name="Freeform: Shape 507">
                <a:extLst>
                  <a:ext uri="{FF2B5EF4-FFF2-40B4-BE49-F238E27FC236}">
                    <a16:creationId xmlns:a16="http://schemas.microsoft.com/office/drawing/2014/main" id="{9AB26171-2F95-7A26-F27D-90D85FDD1D59}"/>
                  </a:ext>
                </a:extLst>
              </p:cNvPr>
              <p:cNvSpPr/>
              <p:nvPr/>
            </p:nvSpPr>
            <p:spPr>
              <a:xfrm>
                <a:off x="10653522" y="384248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9" name="Freeform: Shape 508">
                <a:extLst>
                  <a:ext uri="{FF2B5EF4-FFF2-40B4-BE49-F238E27FC236}">
                    <a16:creationId xmlns:a16="http://schemas.microsoft.com/office/drawing/2014/main" id="{F32DAF82-74BB-3446-E940-271ADAE7CC17}"/>
                  </a:ext>
                </a:extLst>
              </p:cNvPr>
              <p:cNvSpPr/>
              <p:nvPr/>
            </p:nvSpPr>
            <p:spPr>
              <a:xfrm>
                <a:off x="10653522" y="3534727"/>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0" name="Freeform: Shape 509">
                <a:extLst>
                  <a:ext uri="{FF2B5EF4-FFF2-40B4-BE49-F238E27FC236}">
                    <a16:creationId xmlns:a16="http://schemas.microsoft.com/office/drawing/2014/main" id="{A3E034FA-8FF9-40E4-AEA3-3AD4FB11F932}"/>
                  </a:ext>
                </a:extLst>
              </p:cNvPr>
              <p:cNvSpPr/>
              <p:nvPr/>
            </p:nvSpPr>
            <p:spPr>
              <a:xfrm>
                <a:off x="10653522" y="5997892"/>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1" name="Freeform: Shape 510">
                <a:extLst>
                  <a:ext uri="{FF2B5EF4-FFF2-40B4-BE49-F238E27FC236}">
                    <a16:creationId xmlns:a16="http://schemas.microsoft.com/office/drawing/2014/main" id="{44B51778-0BE2-1AC6-FF36-77C7CE8442BC}"/>
                  </a:ext>
                </a:extLst>
              </p:cNvPr>
              <p:cNvSpPr/>
              <p:nvPr/>
            </p:nvSpPr>
            <p:spPr>
              <a:xfrm>
                <a:off x="10653522" y="4150518"/>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39719"/>
                      <a:pt x="51435" y="25717"/>
                    </a:cubicBezTo>
                    <a:cubicBezTo>
                      <a:pt x="51435" y="11716"/>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2" name="Freeform: Shape 511">
                <a:extLst>
                  <a:ext uri="{FF2B5EF4-FFF2-40B4-BE49-F238E27FC236}">
                    <a16:creationId xmlns:a16="http://schemas.microsoft.com/office/drawing/2014/main" id="{26D568E3-D797-BCBF-30B8-F541258080E9}"/>
                  </a:ext>
                </a:extLst>
              </p:cNvPr>
              <p:cNvSpPr/>
              <p:nvPr/>
            </p:nvSpPr>
            <p:spPr>
              <a:xfrm>
                <a:off x="10653522" y="4458271"/>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3" name="Freeform: Shape 512">
                <a:extLst>
                  <a:ext uri="{FF2B5EF4-FFF2-40B4-BE49-F238E27FC236}">
                    <a16:creationId xmlns:a16="http://schemas.microsoft.com/office/drawing/2014/main" id="{53E5116C-5BD1-B189-552B-D7D02DE2A7AB}"/>
                  </a:ext>
                </a:extLst>
              </p:cNvPr>
              <p:cNvSpPr/>
              <p:nvPr/>
            </p:nvSpPr>
            <p:spPr>
              <a:xfrm>
                <a:off x="10653522" y="3226688"/>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4" name="Freeform: Shape 513">
                <a:extLst>
                  <a:ext uri="{FF2B5EF4-FFF2-40B4-BE49-F238E27FC236}">
                    <a16:creationId xmlns:a16="http://schemas.microsoft.com/office/drawing/2014/main" id="{402F33E2-50D3-0AE1-AF25-7C10764543E0}"/>
                  </a:ext>
                </a:extLst>
              </p:cNvPr>
              <p:cNvSpPr/>
              <p:nvPr/>
            </p:nvSpPr>
            <p:spPr>
              <a:xfrm>
                <a:off x="10653522" y="661368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5" name="Freeform: Shape 514">
                <a:extLst>
                  <a:ext uri="{FF2B5EF4-FFF2-40B4-BE49-F238E27FC236}">
                    <a16:creationId xmlns:a16="http://schemas.microsoft.com/office/drawing/2014/main" id="{329903CC-F418-7508-9127-D909751096EE}"/>
                  </a:ext>
                </a:extLst>
              </p:cNvPr>
              <p:cNvSpPr/>
              <p:nvPr/>
            </p:nvSpPr>
            <p:spPr>
              <a:xfrm>
                <a:off x="10653522" y="6305930"/>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6" name="Freeform: Shape 515">
                <a:extLst>
                  <a:ext uri="{FF2B5EF4-FFF2-40B4-BE49-F238E27FC236}">
                    <a16:creationId xmlns:a16="http://schemas.microsoft.com/office/drawing/2014/main" id="{D84A5C97-9CC6-1509-8EB8-6385971A984A}"/>
                  </a:ext>
                </a:extLst>
              </p:cNvPr>
              <p:cNvSpPr/>
              <p:nvPr/>
            </p:nvSpPr>
            <p:spPr>
              <a:xfrm>
                <a:off x="10653522" y="76352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7" name="Freeform: Shape 516">
                <a:extLst>
                  <a:ext uri="{FF2B5EF4-FFF2-40B4-BE49-F238E27FC236}">
                    <a16:creationId xmlns:a16="http://schemas.microsoft.com/office/drawing/2014/main" id="{CAEAB3F9-9954-F3FD-CC32-90B08ADFB850}"/>
                  </a:ext>
                </a:extLst>
              </p:cNvPr>
              <p:cNvSpPr/>
              <p:nvPr/>
            </p:nvSpPr>
            <p:spPr>
              <a:xfrm>
                <a:off x="10653522" y="14773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8" name="Freeform: Shape 517">
                <a:extLst>
                  <a:ext uri="{FF2B5EF4-FFF2-40B4-BE49-F238E27FC236}">
                    <a16:creationId xmlns:a16="http://schemas.microsoft.com/office/drawing/2014/main" id="{D0882CB6-7C99-77E5-86AF-B02C2F39E30B}"/>
                  </a:ext>
                </a:extLst>
              </p:cNvPr>
              <p:cNvSpPr/>
              <p:nvPr/>
            </p:nvSpPr>
            <p:spPr>
              <a:xfrm>
                <a:off x="10653522" y="2918936"/>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9" name="Freeform: Shape 518">
                <a:extLst>
                  <a:ext uri="{FF2B5EF4-FFF2-40B4-BE49-F238E27FC236}">
                    <a16:creationId xmlns:a16="http://schemas.microsoft.com/office/drawing/2014/main" id="{E88B92E6-811B-7543-7B4D-22633A659A08}"/>
                  </a:ext>
                </a:extLst>
              </p:cNvPr>
              <p:cNvSpPr/>
              <p:nvPr/>
            </p:nvSpPr>
            <p:spPr>
              <a:xfrm>
                <a:off x="10653522" y="1995106"/>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0" name="Freeform: Shape 519">
                <a:extLst>
                  <a:ext uri="{FF2B5EF4-FFF2-40B4-BE49-F238E27FC236}">
                    <a16:creationId xmlns:a16="http://schemas.microsoft.com/office/drawing/2014/main" id="{089EE0A6-7C63-8111-75F5-4BD6570D5C58}"/>
                  </a:ext>
                </a:extLst>
              </p:cNvPr>
              <p:cNvSpPr/>
              <p:nvPr/>
            </p:nvSpPr>
            <p:spPr>
              <a:xfrm>
                <a:off x="10653522" y="455771"/>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1" name="Freeform: Shape 520">
                <a:extLst>
                  <a:ext uri="{FF2B5EF4-FFF2-40B4-BE49-F238E27FC236}">
                    <a16:creationId xmlns:a16="http://schemas.microsoft.com/office/drawing/2014/main" id="{DC45DBE7-9BE5-9E09-F983-48EC8552E2B8}"/>
                  </a:ext>
                </a:extLst>
              </p:cNvPr>
              <p:cNvSpPr/>
              <p:nvPr/>
            </p:nvSpPr>
            <p:spPr>
              <a:xfrm>
                <a:off x="10653522" y="1687353"/>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2" name="Freeform: Shape 521">
                <a:extLst>
                  <a:ext uri="{FF2B5EF4-FFF2-40B4-BE49-F238E27FC236}">
                    <a16:creationId xmlns:a16="http://schemas.microsoft.com/office/drawing/2014/main" id="{0BE78449-65B1-8009-7BB8-C7611FD44727}"/>
                  </a:ext>
                </a:extLst>
              </p:cNvPr>
              <p:cNvSpPr/>
              <p:nvPr/>
            </p:nvSpPr>
            <p:spPr>
              <a:xfrm>
                <a:off x="10653522" y="2610897"/>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3" name="Freeform: Shape 522">
                <a:extLst>
                  <a:ext uri="{FF2B5EF4-FFF2-40B4-BE49-F238E27FC236}">
                    <a16:creationId xmlns:a16="http://schemas.microsoft.com/office/drawing/2014/main" id="{D7162794-9226-C3DF-B515-E4266C155DA9}"/>
                  </a:ext>
                </a:extLst>
              </p:cNvPr>
              <p:cNvSpPr/>
              <p:nvPr/>
            </p:nvSpPr>
            <p:spPr>
              <a:xfrm>
                <a:off x="10653522" y="2303144"/>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4" name="Freeform: Shape 523">
                <a:extLst>
                  <a:ext uri="{FF2B5EF4-FFF2-40B4-BE49-F238E27FC236}">
                    <a16:creationId xmlns:a16="http://schemas.microsoft.com/office/drawing/2014/main" id="{A032535D-C822-ED80-AEF8-5661AD85864D}"/>
                  </a:ext>
                </a:extLst>
              </p:cNvPr>
              <p:cNvSpPr/>
              <p:nvPr/>
            </p:nvSpPr>
            <p:spPr>
              <a:xfrm>
                <a:off x="10653522" y="107156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5" name="Freeform: Shape 524">
                <a:extLst>
                  <a:ext uri="{FF2B5EF4-FFF2-40B4-BE49-F238E27FC236}">
                    <a16:creationId xmlns:a16="http://schemas.microsoft.com/office/drawing/2014/main" id="{7EE687AC-7E3D-F958-FF55-8171C3C0850A}"/>
                  </a:ext>
                </a:extLst>
              </p:cNvPr>
              <p:cNvSpPr/>
              <p:nvPr/>
            </p:nvSpPr>
            <p:spPr>
              <a:xfrm>
                <a:off x="10653522" y="1379315"/>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6" name="Freeform: Shape 525">
                <a:extLst>
                  <a:ext uri="{FF2B5EF4-FFF2-40B4-BE49-F238E27FC236}">
                    <a16:creationId xmlns:a16="http://schemas.microsoft.com/office/drawing/2014/main" id="{9C6496EE-BFC9-DB0E-40A4-AEEC63F76E55}"/>
                  </a:ext>
                </a:extLst>
              </p:cNvPr>
              <p:cNvSpPr/>
              <p:nvPr/>
            </p:nvSpPr>
            <p:spPr>
              <a:xfrm>
                <a:off x="10932413" y="85210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7" name="Freeform: Shape 526">
                <a:extLst>
                  <a:ext uri="{FF2B5EF4-FFF2-40B4-BE49-F238E27FC236}">
                    <a16:creationId xmlns:a16="http://schemas.microsoft.com/office/drawing/2014/main" id="{05B5CDA5-8F31-834F-261D-F5AE1DF2FCD4}"/>
                  </a:ext>
                </a:extLst>
              </p:cNvPr>
              <p:cNvSpPr/>
              <p:nvPr/>
            </p:nvSpPr>
            <p:spPr>
              <a:xfrm>
                <a:off x="10932413" y="265747"/>
                <a:ext cx="49149" cy="49149"/>
              </a:xfrm>
              <a:custGeom>
                <a:avLst/>
                <a:gdLst>
                  <a:gd name="connsiteX0" fmla="*/ 24575 w 49149"/>
                  <a:gd name="connsiteY0" fmla="*/ 0 h 49149"/>
                  <a:gd name="connsiteX1" fmla="*/ 0 w 49149"/>
                  <a:gd name="connsiteY1" fmla="*/ 24574 h 49149"/>
                  <a:gd name="connsiteX2" fmla="*/ 24575 w 49149"/>
                  <a:gd name="connsiteY2" fmla="*/ 49149 h 49149"/>
                  <a:gd name="connsiteX3" fmla="*/ 49149 w 49149"/>
                  <a:gd name="connsiteY3" fmla="*/ 24574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4"/>
                    </a:cubicBezTo>
                    <a:cubicBezTo>
                      <a:pt x="0" y="38291"/>
                      <a:pt x="10859" y="49149"/>
                      <a:pt x="24575" y="49149"/>
                    </a:cubicBezTo>
                    <a:cubicBezTo>
                      <a:pt x="38290" y="49149"/>
                      <a:pt x="49149" y="38291"/>
                      <a:pt x="49149" y="24574"/>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8" name="Freeform: Shape 527">
                <a:extLst>
                  <a:ext uri="{FF2B5EF4-FFF2-40B4-BE49-F238E27FC236}">
                    <a16:creationId xmlns:a16="http://schemas.microsoft.com/office/drawing/2014/main" id="{41AABBA6-AEA4-F2BD-BBCE-D8F73DB91FC0}"/>
                  </a:ext>
                </a:extLst>
              </p:cNvPr>
              <p:cNvSpPr/>
              <p:nvPr/>
            </p:nvSpPr>
            <p:spPr>
              <a:xfrm>
                <a:off x="10932414" y="558927"/>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9" name="Freeform: Shape 528">
                <a:extLst>
                  <a:ext uri="{FF2B5EF4-FFF2-40B4-BE49-F238E27FC236}">
                    <a16:creationId xmlns:a16="http://schemas.microsoft.com/office/drawing/2014/main" id="{DE815291-FEB7-3C19-0D1B-8A0965301163}"/>
                  </a:ext>
                </a:extLst>
              </p:cNvPr>
              <p:cNvSpPr/>
              <p:nvPr/>
            </p:nvSpPr>
            <p:spPr>
              <a:xfrm>
                <a:off x="10932414" y="1145571"/>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0" name="Freeform: Shape 529">
                <a:extLst>
                  <a:ext uri="{FF2B5EF4-FFF2-40B4-BE49-F238E27FC236}">
                    <a16:creationId xmlns:a16="http://schemas.microsoft.com/office/drawing/2014/main" id="{C4AC3518-0932-672B-F0FE-E8481D0F8477}"/>
                  </a:ext>
                </a:extLst>
              </p:cNvPr>
              <p:cNvSpPr/>
              <p:nvPr/>
            </p:nvSpPr>
            <p:spPr>
              <a:xfrm>
                <a:off x="10932413" y="231857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1"/>
                      <a:pt x="10859" y="49149"/>
                      <a:pt x="24575" y="49149"/>
                    </a:cubicBezTo>
                    <a:cubicBezTo>
                      <a:pt x="38290" y="49149"/>
                      <a:pt x="49149" y="38291"/>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1" name="Freeform: Shape 530">
                <a:extLst>
                  <a:ext uri="{FF2B5EF4-FFF2-40B4-BE49-F238E27FC236}">
                    <a16:creationId xmlns:a16="http://schemas.microsoft.com/office/drawing/2014/main" id="{4BC78EC9-8F89-FA42-BB1A-FABE7DC66FC4}"/>
                  </a:ext>
                </a:extLst>
              </p:cNvPr>
              <p:cNvSpPr/>
              <p:nvPr/>
            </p:nvSpPr>
            <p:spPr>
              <a:xfrm>
                <a:off x="10932413" y="173193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2" name="Freeform: Shape 531">
                <a:extLst>
                  <a:ext uri="{FF2B5EF4-FFF2-40B4-BE49-F238E27FC236}">
                    <a16:creationId xmlns:a16="http://schemas.microsoft.com/office/drawing/2014/main" id="{7E8D5EA1-7441-FEF0-4346-6144529C484F}"/>
                  </a:ext>
                </a:extLst>
              </p:cNvPr>
              <p:cNvSpPr/>
              <p:nvPr/>
            </p:nvSpPr>
            <p:spPr>
              <a:xfrm>
                <a:off x="10932413" y="261175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3" name="Freeform: Shape 532">
                <a:extLst>
                  <a:ext uri="{FF2B5EF4-FFF2-40B4-BE49-F238E27FC236}">
                    <a16:creationId xmlns:a16="http://schemas.microsoft.com/office/drawing/2014/main" id="{F4C90673-B0F4-C77A-645A-E4D5CE29E548}"/>
                  </a:ext>
                </a:extLst>
              </p:cNvPr>
              <p:cNvSpPr/>
              <p:nvPr/>
            </p:nvSpPr>
            <p:spPr>
              <a:xfrm>
                <a:off x="10932413" y="2025110"/>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4" name="Freeform: Shape 533">
                <a:extLst>
                  <a:ext uri="{FF2B5EF4-FFF2-40B4-BE49-F238E27FC236}">
                    <a16:creationId xmlns:a16="http://schemas.microsoft.com/office/drawing/2014/main" id="{C9116BD1-8F7F-3681-1BD1-54428035EDAB}"/>
                  </a:ext>
                </a:extLst>
              </p:cNvPr>
              <p:cNvSpPr/>
              <p:nvPr/>
            </p:nvSpPr>
            <p:spPr>
              <a:xfrm>
                <a:off x="10932413" y="143875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5" name="Freeform: Shape 534">
                <a:extLst>
                  <a:ext uri="{FF2B5EF4-FFF2-40B4-BE49-F238E27FC236}">
                    <a16:creationId xmlns:a16="http://schemas.microsoft.com/office/drawing/2014/main" id="{FE08637C-C479-D8E3-3605-02E1107EF058}"/>
                  </a:ext>
                </a:extLst>
              </p:cNvPr>
              <p:cNvSpPr/>
              <p:nvPr/>
            </p:nvSpPr>
            <p:spPr>
              <a:xfrm>
                <a:off x="10932413" y="2904934"/>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005"/>
                      <a:pt x="49149" y="24574"/>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6" name="Freeform: Shape 535">
                <a:extLst>
                  <a:ext uri="{FF2B5EF4-FFF2-40B4-BE49-F238E27FC236}">
                    <a16:creationId xmlns:a16="http://schemas.microsoft.com/office/drawing/2014/main" id="{54E44104-CEB9-AE81-3E44-0076C109E0E5}"/>
                  </a:ext>
                </a:extLst>
              </p:cNvPr>
              <p:cNvSpPr/>
              <p:nvPr/>
            </p:nvSpPr>
            <p:spPr>
              <a:xfrm>
                <a:off x="10932413" y="642366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7" name="Freeform: Shape 536">
                <a:extLst>
                  <a:ext uri="{FF2B5EF4-FFF2-40B4-BE49-F238E27FC236}">
                    <a16:creationId xmlns:a16="http://schemas.microsoft.com/office/drawing/2014/main" id="{70D89010-0A0A-D192-F91C-C98ACE0FE385}"/>
                  </a:ext>
                </a:extLst>
              </p:cNvPr>
              <p:cNvSpPr/>
              <p:nvPr/>
            </p:nvSpPr>
            <p:spPr>
              <a:xfrm>
                <a:off x="10932413" y="613048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8" name="Freeform: Shape 537">
                <a:extLst>
                  <a:ext uri="{FF2B5EF4-FFF2-40B4-BE49-F238E27FC236}">
                    <a16:creationId xmlns:a16="http://schemas.microsoft.com/office/drawing/2014/main" id="{6FC500C0-8C2A-475C-08EA-E62E7B990A37}"/>
                  </a:ext>
                </a:extLst>
              </p:cNvPr>
              <p:cNvSpPr/>
              <p:nvPr/>
            </p:nvSpPr>
            <p:spPr>
              <a:xfrm>
                <a:off x="10932413" y="583730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9" name="Freeform: Shape 538">
                <a:extLst>
                  <a:ext uri="{FF2B5EF4-FFF2-40B4-BE49-F238E27FC236}">
                    <a16:creationId xmlns:a16="http://schemas.microsoft.com/office/drawing/2014/main" id="{7AD10FF7-D5B1-145B-E6D2-60E0CE8B8DEA}"/>
                  </a:ext>
                </a:extLst>
              </p:cNvPr>
              <p:cNvSpPr/>
              <p:nvPr/>
            </p:nvSpPr>
            <p:spPr>
              <a:xfrm>
                <a:off x="10932413" y="6717125"/>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290"/>
                      <a:pt x="49149" y="24574"/>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0" name="Freeform: Shape 539">
                <a:extLst>
                  <a:ext uri="{FF2B5EF4-FFF2-40B4-BE49-F238E27FC236}">
                    <a16:creationId xmlns:a16="http://schemas.microsoft.com/office/drawing/2014/main" id="{A4FE89C8-A3A5-1C8C-B657-DC59B7424718}"/>
                  </a:ext>
                </a:extLst>
              </p:cNvPr>
              <p:cNvSpPr/>
              <p:nvPr/>
            </p:nvSpPr>
            <p:spPr>
              <a:xfrm>
                <a:off x="10932414" y="3198114"/>
                <a:ext cx="49149" cy="49148"/>
              </a:xfrm>
              <a:custGeom>
                <a:avLst/>
                <a:gdLst>
                  <a:gd name="connsiteX0" fmla="*/ 49149 w 49149"/>
                  <a:gd name="connsiteY0" fmla="*/ 24574 h 49148"/>
                  <a:gd name="connsiteX1" fmla="*/ 24574 w 49149"/>
                  <a:gd name="connsiteY1" fmla="*/ 49149 h 49148"/>
                  <a:gd name="connsiteX2" fmla="*/ 0 w 49149"/>
                  <a:gd name="connsiteY2" fmla="*/ 24574 h 49148"/>
                  <a:gd name="connsiteX3" fmla="*/ 24574 w 49149"/>
                  <a:gd name="connsiteY3" fmla="*/ 0 h 49148"/>
                  <a:gd name="connsiteX4" fmla="*/ 49149 w 49149"/>
                  <a:gd name="connsiteY4" fmla="*/ 24574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4"/>
                    </a:moveTo>
                    <a:cubicBezTo>
                      <a:pt x="49149" y="38147"/>
                      <a:pt x="38146" y="49149"/>
                      <a:pt x="24574" y="49149"/>
                    </a:cubicBezTo>
                    <a:cubicBezTo>
                      <a:pt x="11002" y="49149"/>
                      <a:pt x="0" y="38147"/>
                      <a:pt x="0" y="24574"/>
                    </a:cubicBezTo>
                    <a:cubicBezTo>
                      <a:pt x="0" y="11002"/>
                      <a:pt x="11002" y="0"/>
                      <a:pt x="24574" y="0"/>
                    </a:cubicBezTo>
                    <a:cubicBezTo>
                      <a:pt x="38146" y="0"/>
                      <a:pt x="49149" y="11002"/>
                      <a:pt x="49149" y="24574"/>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1" name="Freeform: Shape 540">
                <a:extLst>
                  <a:ext uri="{FF2B5EF4-FFF2-40B4-BE49-F238E27FC236}">
                    <a16:creationId xmlns:a16="http://schemas.microsoft.com/office/drawing/2014/main" id="{01805617-4A10-0985-D65F-53B6C4144E8B}"/>
                  </a:ext>
                </a:extLst>
              </p:cNvPr>
              <p:cNvSpPr/>
              <p:nvPr/>
            </p:nvSpPr>
            <p:spPr>
              <a:xfrm>
                <a:off x="10932413" y="554412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2" name="Freeform: Shape 541">
                <a:extLst>
                  <a:ext uri="{FF2B5EF4-FFF2-40B4-BE49-F238E27FC236}">
                    <a16:creationId xmlns:a16="http://schemas.microsoft.com/office/drawing/2014/main" id="{B6017988-F594-C07B-85D2-B9A43FDF1439}"/>
                  </a:ext>
                </a:extLst>
              </p:cNvPr>
              <p:cNvSpPr/>
              <p:nvPr/>
            </p:nvSpPr>
            <p:spPr>
              <a:xfrm>
                <a:off x="10932413" y="3784758"/>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3" name="Freeform: Shape 542">
                <a:extLst>
                  <a:ext uri="{FF2B5EF4-FFF2-40B4-BE49-F238E27FC236}">
                    <a16:creationId xmlns:a16="http://schemas.microsoft.com/office/drawing/2014/main" id="{DC1DF789-E9E7-79F8-F693-9FD17C1CDF79}"/>
                  </a:ext>
                </a:extLst>
              </p:cNvPr>
              <p:cNvSpPr/>
              <p:nvPr/>
            </p:nvSpPr>
            <p:spPr>
              <a:xfrm>
                <a:off x="10932413" y="4077938"/>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4"/>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4" name="Freeform: Shape 543">
                <a:extLst>
                  <a:ext uri="{FF2B5EF4-FFF2-40B4-BE49-F238E27FC236}">
                    <a16:creationId xmlns:a16="http://schemas.microsoft.com/office/drawing/2014/main" id="{EC3E3F2A-D8A3-ADD8-57AA-BC0487D711D1}"/>
                  </a:ext>
                </a:extLst>
              </p:cNvPr>
              <p:cNvSpPr/>
              <p:nvPr/>
            </p:nvSpPr>
            <p:spPr>
              <a:xfrm>
                <a:off x="10932413" y="3491293"/>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5" name="Freeform: Shape 544">
                <a:extLst>
                  <a:ext uri="{FF2B5EF4-FFF2-40B4-BE49-F238E27FC236}">
                    <a16:creationId xmlns:a16="http://schemas.microsoft.com/office/drawing/2014/main" id="{9FA67BA3-6B79-48AF-08E0-CBD3A37B367A}"/>
                  </a:ext>
                </a:extLst>
              </p:cNvPr>
              <p:cNvSpPr/>
              <p:nvPr/>
            </p:nvSpPr>
            <p:spPr>
              <a:xfrm>
                <a:off x="10932413" y="525094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6" name="Freeform: Shape 545">
                <a:extLst>
                  <a:ext uri="{FF2B5EF4-FFF2-40B4-BE49-F238E27FC236}">
                    <a16:creationId xmlns:a16="http://schemas.microsoft.com/office/drawing/2014/main" id="{512B0307-61C0-7841-403F-F51461179077}"/>
                  </a:ext>
                </a:extLst>
              </p:cNvPr>
              <p:cNvSpPr/>
              <p:nvPr/>
            </p:nvSpPr>
            <p:spPr>
              <a:xfrm>
                <a:off x="10932413" y="437111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7" name="Freeform: Shape 546">
                <a:extLst>
                  <a:ext uri="{FF2B5EF4-FFF2-40B4-BE49-F238E27FC236}">
                    <a16:creationId xmlns:a16="http://schemas.microsoft.com/office/drawing/2014/main" id="{DE7DB611-3E16-25B2-E9C9-A2A3897BF7CB}"/>
                  </a:ext>
                </a:extLst>
              </p:cNvPr>
              <p:cNvSpPr/>
              <p:nvPr/>
            </p:nvSpPr>
            <p:spPr>
              <a:xfrm>
                <a:off x="10932413" y="466429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8" name="Freeform: Shape 547">
                <a:extLst>
                  <a:ext uri="{FF2B5EF4-FFF2-40B4-BE49-F238E27FC236}">
                    <a16:creationId xmlns:a16="http://schemas.microsoft.com/office/drawing/2014/main" id="{E4057FEA-79E8-C06F-F5DB-AF39D4E6EE7A}"/>
                  </a:ext>
                </a:extLst>
              </p:cNvPr>
              <p:cNvSpPr/>
              <p:nvPr/>
            </p:nvSpPr>
            <p:spPr>
              <a:xfrm>
                <a:off x="10932413" y="495747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9" name="Freeform: Shape 548">
                <a:extLst>
                  <a:ext uri="{FF2B5EF4-FFF2-40B4-BE49-F238E27FC236}">
                    <a16:creationId xmlns:a16="http://schemas.microsoft.com/office/drawing/2014/main" id="{A02F00AC-0F85-F6E4-8A57-AD9E6E1A28B1}"/>
                  </a:ext>
                </a:extLst>
              </p:cNvPr>
              <p:cNvSpPr/>
              <p:nvPr/>
            </p:nvSpPr>
            <p:spPr>
              <a:xfrm>
                <a:off x="11198161" y="65751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0" name="Freeform: Shape 549">
                <a:extLst>
                  <a:ext uri="{FF2B5EF4-FFF2-40B4-BE49-F238E27FC236}">
                    <a16:creationId xmlns:a16="http://schemas.microsoft.com/office/drawing/2014/main" id="{DD86DF74-D189-9D30-BB32-C7E44AFE524F}"/>
                  </a:ext>
                </a:extLst>
              </p:cNvPr>
              <p:cNvSpPr/>
              <p:nvPr/>
            </p:nvSpPr>
            <p:spPr>
              <a:xfrm>
                <a:off x="11198161" y="1215866"/>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1" name="Freeform: Shape 550">
                <a:extLst>
                  <a:ext uri="{FF2B5EF4-FFF2-40B4-BE49-F238E27FC236}">
                    <a16:creationId xmlns:a16="http://schemas.microsoft.com/office/drawing/2014/main" id="{9F9F26CA-A5C1-663B-B8AD-AA41D48BC284}"/>
                  </a:ext>
                </a:extLst>
              </p:cNvPr>
              <p:cNvSpPr/>
              <p:nvPr/>
            </p:nvSpPr>
            <p:spPr>
              <a:xfrm>
                <a:off x="11198161" y="149532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2" name="Freeform: Shape 551">
                <a:extLst>
                  <a:ext uri="{FF2B5EF4-FFF2-40B4-BE49-F238E27FC236}">
                    <a16:creationId xmlns:a16="http://schemas.microsoft.com/office/drawing/2014/main" id="{F5D2635B-4D70-648C-17A3-62289B0D4283}"/>
                  </a:ext>
                </a:extLst>
              </p:cNvPr>
              <p:cNvSpPr/>
              <p:nvPr/>
            </p:nvSpPr>
            <p:spPr>
              <a:xfrm>
                <a:off x="11198161" y="205397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3" name="Freeform: Shape 552">
                <a:extLst>
                  <a:ext uri="{FF2B5EF4-FFF2-40B4-BE49-F238E27FC236}">
                    <a16:creationId xmlns:a16="http://schemas.microsoft.com/office/drawing/2014/main" id="{690EDA28-3A00-D488-13F1-DB11CCD7B27C}"/>
                  </a:ext>
                </a:extLst>
              </p:cNvPr>
              <p:cNvSpPr/>
              <p:nvPr/>
            </p:nvSpPr>
            <p:spPr>
              <a:xfrm>
                <a:off x="11198161" y="2612326"/>
                <a:ext cx="46862" cy="46577"/>
              </a:xfrm>
              <a:custGeom>
                <a:avLst/>
                <a:gdLst>
                  <a:gd name="connsiteX0" fmla="*/ 23431 w 46862"/>
                  <a:gd name="connsiteY0" fmla="*/ 0 h 46577"/>
                  <a:gd name="connsiteX1" fmla="*/ 0 w 46862"/>
                  <a:gd name="connsiteY1" fmla="*/ 23146 h 46577"/>
                  <a:gd name="connsiteX2" fmla="*/ 23431 w 46862"/>
                  <a:gd name="connsiteY2" fmla="*/ 46577 h 46577"/>
                  <a:gd name="connsiteX3" fmla="*/ 46863 w 46862"/>
                  <a:gd name="connsiteY3" fmla="*/ 23146 h 46577"/>
                  <a:gd name="connsiteX4" fmla="*/ 23431 w 46862"/>
                  <a:gd name="connsiteY4" fmla="*/ 0 h 4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577">
                    <a:moveTo>
                      <a:pt x="23431" y="0"/>
                    </a:moveTo>
                    <a:cubicBezTo>
                      <a:pt x="10573" y="0"/>
                      <a:pt x="0" y="10287"/>
                      <a:pt x="0" y="23146"/>
                    </a:cubicBezTo>
                    <a:cubicBezTo>
                      <a:pt x="0" y="36005"/>
                      <a:pt x="10573" y="46577"/>
                      <a:pt x="23431" y="46577"/>
                    </a:cubicBezTo>
                    <a:cubicBezTo>
                      <a:pt x="36290" y="46577"/>
                      <a:pt x="46863" y="36005"/>
                      <a:pt x="46863" y="23146"/>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4" name="Freeform: Shape 553">
                <a:extLst>
                  <a:ext uri="{FF2B5EF4-FFF2-40B4-BE49-F238E27FC236}">
                    <a16:creationId xmlns:a16="http://schemas.microsoft.com/office/drawing/2014/main" id="{803F8CA5-69B4-C709-1274-6A68D0559C49}"/>
                  </a:ext>
                </a:extLst>
              </p:cNvPr>
              <p:cNvSpPr/>
              <p:nvPr/>
            </p:nvSpPr>
            <p:spPr>
              <a:xfrm>
                <a:off x="11198161" y="2891504"/>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5" name="Freeform: Shape 554">
                <a:extLst>
                  <a:ext uri="{FF2B5EF4-FFF2-40B4-BE49-F238E27FC236}">
                    <a16:creationId xmlns:a16="http://schemas.microsoft.com/office/drawing/2014/main" id="{C1DDF1D3-D76E-E662-F59B-E842566A13C2}"/>
                  </a:ext>
                </a:extLst>
              </p:cNvPr>
              <p:cNvSpPr/>
              <p:nvPr/>
            </p:nvSpPr>
            <p:spPr>
              <a:xfrm>
                <a:off x="11198161" y="1774507"/>
                <a:ext cx="46862" cy="46863"/>
              </a:xfrm>
              <a:custGeom>
                <a:avLst/>
                <a:gdLst>
                  <a:gd name="connsiteX0" fmla="*/ 23431 w 46862"/>
                  <a:gd name="connsiteY0" fmla="*/ 0 h 46863"/>
                  <a:gd name="connsiteX1" fmla="*/ 0 w 46862"/>
                  <a:gd name="connsiteY1" fmla="*/ 23431 h 46863"/>
                  <a:gd name="connsiteX2" fmla="*/ 23431 w 46862"/>
                  <a:gd name="connsiteY2" fmla="*/ 46863 h 46863"/>
                  <a:gd name="connsiteX3" fmla="*/ 46863 w 46862"/>
                  <a:gd name="connsiteY3" fmla="*/ 23431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6" name="Freeform: Shape 555">
                <a:extLst>
                  <a:ext uri="{FF2B5EF4-FFF2-40B4-BE49-F238E27FC236}">
                    <a16:creationId xmlns:a16="http://schemas.microsoft.com/office/drawing/2014/main" id="{5F4F85CB-91A2-375E-637D-31AFD88B2D7C}"/>
                  </a:ext>
                </a:extLst>
              </p:cNvPr>
              <p:cNvSpPr/>
              <p:nvPr/>
            </p:nvSpPr>
            <p:spPr>
              <a:xfrm>
                <a:off x="11198161" y="378047"/>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7" name="Freeform: Shape 556">
                <a:extLst>
                  <a:ext uri="{FF2B5EF4-FFF2-40B4-BE49-F238E27FC236}">
                    <a16:creationId xmlns:a16="http://schemas.microsoft.com/office/drawing/2014/main" id="{01438496-C637-D839-2606-9C0A71D3EDE8}"/>
                  </a:ext>
                </a:extLst>
              </p:cNvPr>
              <p:cNvSpPr/>
              <p:nvPr/>
            </p:nvSpPr>
            <p:spPr>
              <a:xfrm>
                <a:off x="11198161" y="233314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8" name="Freeform: Shape 557">
                <a:extLst>
                  <a:ext uri="{FF2B5EF4-FFF2-40B4-BE49-F238E27FC236}">
                    <a16:creationId xmlns:a16="http://schemas.microsoft.com/office/drawing/2014/main" id="{918B7410-7912-8AFA-9A47-0A9758778A31}"/>
                  </a:ext>
                </a:extLst>
              </p:cNvPr>
              <p:cNvSpPr/>
              <p:nvPr/>
            </p:nvSpPr>
            <p:spPr>
              <a:xfrm>
                <a:off x="11198161" y="98869"/>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2"/>
                    </a:cubicBezTo>
                    <a:cubicBezTo>
                      <a:pt x="0" y="36576"/>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9" name="Freeform: Shape 558">
                <a:extLst>
                  <a:ext uri="{FF2B5EF4-FFF2-40B4-BE49-F238E27FC236}">
                    <a16:creationId xmlns:a16="http://schemas.microsoft.com/office/drawing/2014/main" id="{57FA5BDA-6D9F-E4D7-214F-0300F2A40749}"/>
                  </a:ext>
                </a:extLst>
              </p:cNvPr>
              <p:cNvSpPr/>
              <p:nvPr/>
            </p:nvSpPr>
            <p:spPr>
              <a:xfrm>
                <a:off x="11198161" y="3170682"/>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1"/>
                      <a:pt x="10490" y="0"/>
                      <a:pt x="23431" y="0"/>
                    </a:cubicBezTo>
                    <a:cubicBezTo>
                      <a:pt x="36372" y="0"/>
                      <a:pt x="46863" y="10491"/>
                      <a:pt x="46863" y="23431"/>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0" name="Freeform: Shape 559">
                <a:extLst>
                  <a:ext uri="{FF2B5EF4-FFF2-40B4-BE49-F238E27FC236}">
                    <a16:creationId xmlns:a16="http://schemas.microsoft.com/office/drawing/2014/main" id="{780398E8-7E7B-F3FD-C94F-0312E4079BA1}"/>
                  </a:ext>
                </a:extLst>
              </p:cNvPr>
              <p:cNvSpPr/>
              <p:nvPr/>
            </p:nvSpPr>
            <p:spPr>
              <a:xfrm>
                <a:off x="11198161" y="93668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1" name="Freeform: Shape 560">
                <a:extLst>
                  <a:ext uri="{FF2B5EF4-FFF2-40B4-BE49-F238E27FC236}">
                    <a16:creationId xmlns:a16="http://schemas.microsoft.com/office/drawing/2014/main" id="{5777CD51-5C9D-509C-322C-6B80CB302587}"/>
                  </a:ext>
                </a:extLst>
              </p:cNvPr>
              <p:cNvSpPr/>
              <p:nvPr/>
            </p:nvSpPr>
            <p:spPr>
              <a:xfrm>
                <a:off x="11198161" y="6522243"/>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2" name="Freeform: Shape 561">
                <a:extLst>
                  <a:ext uri="{FF2B5EF4-FFF2-40B4-BE49-F238E27FC236}">
                    <a16:creationId xmlns:a16="http://schemas.microsoft.com/office/drawing/2014/main" id="{1CF3B7F2-E7E1-985F-9E6F-7FD6294DBB65}"/>
                  </a:ext>
                </a:extLst>
              </p:cNvPr>
              <p:cNvSpPr/>
              <p:nvPr/>
            </p:nvSpPr>
            <p:spPr>
              <a:xfrm>
                <a:off x="11198161" y="6242780"/>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0"/>
                      <a:pt x="10490" y="0"/>
                      <a:pt x="23431" y="0"/>
                    </a:cubicBezTo>
                    <a:cubicBezTo>
                      <a:pt x="36372" y="0"/>
                      <a:pt x="46863" y="10490"/>
                      <a:pt x="46863" y="23431"/>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3" name="Freeform: Shape 562">
                <a:extLst>
                  <a:ext uri="{FF2B5EF4-FFF2-40B4-BE49-F238E27FC236}">
                    <a16:creationId xmlns:a16="http://schemas.microsoft.com/office/drawing/2014/main" id="{EE277238-9DC9-6D51-6A7D-127A7243E9A4}"/>
                  </a:ext>
                </a:extLst>
              </p:cNvPr>
              <p:cNvSpPr/>
              <p:nvPr/>
            </p:nvSpPr>
            <p:spPr>
              <a:xfrm>
                <a:off x="11198161" y="5963602"/>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4" name="Freeform: Shape 563">
                <a:extLst>
                  <a:ext uri="{FF2B5EF4-FFF2-40B4-BE49-F238E27FC236}">
                    <a16:creationId xmlns:a16="http://schemas.microsoft.com/office/drawing/2014/main" id="{E9D37979-AFE8-A982-5E25-102E3D111627}"/>
                  </a:ext>
                </a:extLst>
              </p:cNvPr>
              <p:cNvSpPr/>
              <p:nvPr/>
            </p:nvSpPr>
            <p:spPr>
              <a:xfrm>
                <a:off x="11198161" y="4008786"/>
                <a:ext cx="46862" cy="46862"/>
              </a:xfrm>
              <a:custGeom>
                <a:avLst/>
                <a:gdLst>
                  <a:gd name="connsiteX0" fmla="*/ 46863 w 46862"/>
                  <a:gd name="connsiteY0" fmla="*/ 23432 h 46862"/>
                  <a:gd name="connsiteX1" fmla="*/ 23431 w 46862"/>
                  <a:gd name="connsiteY1" fmla="*/ 46863 h 46862"/>
                  <a:gd name="connsiteX2" fmla="*/ 0 w 46862"/>
                  <a:gd name="connsiteY2" fmla="*/ 23432 h 46862"/>
                  <a:gd name="connsiteX3" fmla="*/ 23431 w 46862"/>
                  <a:gd name="connsiteY3" fmla="*/ 0 h 46862"/>
                  <a:gd name="connsiteX4" fmla="*/ 46863 w 46862"/>
                  <a:gd name="connsiteY4" fmla="*/ 23432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2"/>
                    </a:moveTo>
                    <a:cubicBezTo>
                      <a:pt x="46863" y="36373"/>
                      <a:pt x="36372" y="46863"/>
                      <a:pt x="23431" y="46863"/>
                    </a:cubicBezTo>
                    <a:cubicBezTo>
                      <a:pt x="10490" y="46863"/>
                      <a:pt x="0" y="36373"/>
                      <a:pt x="0" y="23432"/>
                    </a:cubicBezTo>
                    <a:cubicBezTo>
                      <a:pt x="0" y="10490"/>
                      <a:pt x="10490" y="0"/>
                      <a:pt x="23431" y="0"/>
                    </a:cubicBezTo>
                    <a:cubicBezTo>
                      <a:pt x="36372" y="0"/>
                      <a:pt x="46863" y="10490"/>
                      <a:pt x="46863" y="23432"/>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5" name="Freeform: Shape 564">
                <a:extLst>
                  <a:ext uri="{FF2B5EF4-FFF2-40B4-BE49-F238E27FC236}">
                    <a16:creationId xmlns:a16="http://schemas.microsoft.com/office/drawing/2014/main" id="{25B65BED-6444-4F94-B5BF-6785DDE817D2}"/>
                  </a:ext>
                </a:extLst>
              </p:cNvPr>
              <p:cNvSpPr/>
              <p:nvPr/>
            </p:nvSpPr>
            <p:spPr>
              <a:xfrm>
                <a:off x="11198161" y="372960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1"/>
                    </a:cubicBezTo>
                    <a:cubicBezTo>
                      <a:pt x="0" y="36576"/>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6" name="Freeform: Shape 565">
                <a:extLst>
                  <a:ext uri="{FF2B5EF4-FFF2-40B4-BE49-F238E27FC236}">
                    <a16:creationId xmlns:a16="http://schemas.microsoft.com/office/drawing/2014/main" id="{3E066E7B-556F-675F-0C27-9797B1E2BCC1}"/>
                  </a:ext>
                </a:extLst>
              </p:cNvPr>
              <p:cNvSpPr/>
              <p:nvPr/>
            </p:nvSpPr>
            <p:spPr>
              <a:xfrm>
                <a:off x="11198161" y="345014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7" name="Freeform: Shape 566">
                <a:extLst>
                  <a:ext uri="{FF2B5EF4-FFF2-40B4-BE49-F238E27FC236}">
                    <a16:creationId xmlns:a16="http://schemas.microsoft.com/office/drawing/2014/main" id="{3BCDBD73-DF93-80C8-8C7F-9F305F3FBB47}"/>
                  </a:ext>
                </a:extLst>
              </p:cNvPr>
              <p:cNvSpPr/>
              <p:nvPr/>
            </p:nvSpPr>
            <p:spPr>
              <a:xfrm>
                <a:off x="11198161" y="5684424"/>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576"/>
                      <a:pt x="46863" y="23432"/>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8" name="Freeform: Shape 567">
                <a:extLst>
                  <a:ext uri="{FF2B5EF4-FFF2-40B4-BE49-F238E27FC236}">
                    <a16:creationId xmlns:a16="http://schemas.microsoft.com/office/drawing/2014/main" id="{9F79D631-9DD7-4F3C-0D47-79F7A123850E}"/>
                  </a:ext>
                </a:extLst>
              </p:cNvPr>
              <p:cNvSpPr/>
              <p:nvPr/>
            </p:nvSpPr>
            <p:spPr>
              <a:xfrm>
                <a:off x="11198161" y="4287964"/>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9" name="Freeform: Shape 568">
                <a:extLst>
                  <a:ext uri="{FF2B5EF4-FFF2-40B4-BE49-F238E27FC236}">
                    <a16:creationId xmlns:a16="http://schemas.microsoft.com/office/drawing/2014/main" id="{998565BE-AF40-6DE0-BAE4-FEAF8C13D6EB}"/>
                  </a:ext>
                </a:extLst>
              </p:cNvPr>
              <p:cNvSpPr/>
              <p:nvPr/>
            </p:nvSpPr>
            <p:spPr>
              <a:xfrm>
                <a:off x="11198161" y="484660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0" name="Freeform: Shape 569">
                <a:extLst>
                  <a:ext uri="{FF2B5EF4-FFF2-40B4-BE49-F238E27FC236}">
                    <a16:creationId xmlns:a16="http://schemas.microsoft.com/office/drawing/2014/main" id="{8C9DDC0C-E947-0BFB-E92A-6A95F2000B20}"/>
                  </a:ext>
                </a:extLst>
              </p:cNvPr>
              <p:cNvSpPr/>
              <p:nvPr/>
            </p:nvSpPr>
            <p:spPr>
              <a:xfrm>
                <a:off x="11198161" y="5404961"/>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1" name="Freeform: Shape 570">
                <a:extLst>
                  <a:ext uri="{FF2B5EF4-FFF2-40B4-BE49-F238E27FC236}">
                    <a16:creationId xmlns:a16="http://schemas.microsoft.com/office/drawing/2014/main" id="{9354CEC2-29BE-29FB-1C98-8A48EC622F0F}"/>
                  </a:ext>
                </a:extLst>
              </p:cNvPr>
              <p:cNvSpPr/>
              <p:nvPr/>
            </p:nvSpPr>
            <p:spPr>
              <a:xfrm>
                <a:off x="11198161" y="4567142"/>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2" name="Freeform: Shape 571">
                <a:extLst>
                  <a:ext uri="{FF2B5EF4-FFF2-40B4-BE49-F238E27FC236}">
                    <a16:creationId xmlns:a16="http://schemas.microsoft.com/office/drawing/2014/main" id="{366218A2-D9A6-DDB0-D269-C561FE7ED623}"/>
                  </a:ext>
                </a:extLst>
              </p:cNvPr>
              <p:cNvSpPr/>
              <p:nvPr/>
            </p:nvSpPr>
            <p:spPr>
              <a:xfrm>
                <a:off x="11198161" y="5125783"/>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3" name="Freeform: Shape 572">
                <a:extLst>
                  <a:ext uri="{FF2B5EF4-FFF2-40B4-BE49-F238E27FC236}">
                    <a16:creationId xmlns:a16="http://schemas.microsoft.com/office/drawing/2014/main" id="{B1300652-DD04-98F4-9ECA-4F5E405AD88C}"/>
                  </a:ext>
                </a:extLst>
              </p:cNvPr>
              <p:cNvSpPr/>
              <p:nvPr/>
            </p:nvSpPr>
            <p:spPr>
              <a:xfrm>
                <a:off x="11451336" y="1549050"/>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4" name="Freeform: Shape 573">
                <a:extLst>
                  <a:ext uri="{FF2B5EF4-FFF2-40B4-BE49-F238E27FC236}">
                    <a16:creationId xmlns:a16="http://schemas.microsoft.com/office/drawing/2014/main" id="{AC40C733-3B0A-43A1-5090-FC9D6461375F}"/>
                  </a:ext>
                </a:extLst>
              </p:cNvPr>
              <p:cNvSpPr/>
              <p:nvPr/>
            </p:nvSpPr>
            <p:spPr>
              <a:xfrm>
                <a:off x="11451336" y="12830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5" name="Freeform: Shape 574">
                <a:extLst>
                  <a:ext uri="{FF2B5EF4-FFF2-40B4-BE49-F238E27FC236}">
                    <a16:creationId xmlns:a16="http://schemas.microsoft.com/office/drawing/2014/main" id="{656D3331-E809-5521-EB20-E07F8A8CE53C}"/>
                  </a:ext>
                </a:extLst>
              </p:cNvPr>
              <p:cNvSpPr/>
              <p:nvPr/>
            </p:nvSpPr>
            <p:spPr>
              <a:xfrm>
                <a:off x="11451336" y="1017269"/>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6" name="Freeform: Shape 575">
                <a:extLst>
                  <a:ext uri="{FF2B5EF4-FFF2-40B4-BE49-F238E27FC236}">
                    <a16:creationId xmlns:a16="http://schemas.microsoft.com/office/drawing/2014/main" id="{27CA87BF-44FF-0657-3794-090BD061AD04}"/>
                  </a:ext>
                </a:extLst>
              </p:cNvPr>
              <p:cNvSpPr/>
              <p:nvPr/>
            </p:nvSpPr>
            <p:spPr>
              <a:xfrm>
                <a:off x="11451336" y="234686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7" name="Freeform: Shape 576">
                <a:extLst>
                  <a:ext uri="{FF2B5EF4-FFF2-40B4-BE49-F238E27FC236}">
                    <a16:creationId xmlns:a16="http://schemas.microsoft.com/office/drawing/2014/main" id="{880BAE68-8D5F-EE22-E0A6-C255CF45B229}"/>
                  </a:ext>
                </a:extLst>
              </p:cNvPr>
              <p:cNvSpPr/>
              <p:nvPr/>
            </p:nvSpPr>
            <p:spPr>
              <a:xfrm>
                <a:off x="11451336" y="261289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8" name="Freeform: Shape 577">
                <a:extLst>
                  <a:ext uri="{FF2B5EF4-FFF2-40B4-BE49-F238E27FC236}">
                    <a16:creationId xmlns:a16="http://schemas.microsoft.com/office/drawing/2014/main" id="{EF297896-30DF-443A-3477-2BAE2A8EF42A}"/>
                  </a:ext>
                </a:extLst>
              </p:cNvPr>
              <p:cNvSpPr/>
              <p:nvPr/>
            </p:nvSpPr>
            <p:spPr>
              <a:xfrm>
                <a:off x="11451336" y="485203"/>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9" name="Freeform: Shape 578">
                <a:extLst>
                  <a:ext uri="{FF2B5EF4-FFF2-40B4-BE49-F238E27FC236}">
                    <a16:creationId xmlns:a16="http://schemas.microsoft.com/office/drawing/2014/main" id="{7B14AF39-01D8-58D6-CCAF-A02D667BE7CE}"/>
                  </a:ext>
                </a:extLst>
              </p:cNvPr>
              <p:cNvSpPr/>
              <p:nvPr/>
            </p:nvSpPr>
            <p:spPr>
              <a:xfrm>
                <a:off x="11451336" y="20811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0" name="Freeform: Shape 579">
                <a:extLst>
                  <a:ext uri="{FF2B5EF4-FFF2-40B4-BE49-F238E27FC236}">
                    <a16:creationId xmlns:a16="http://schemas.microsoft.com/office/drawing/2014/main" id="{38B941CA-4ABB-79ED-8D53-3D3EE091A08C}"/>
                  </a:ext>
                </a:extLst>
              </p:cNvPr>
              <p:cNvSpPr/>
              <p:nvPr/>
            </p:nvSpPr>
            <p:spPr>
              <a:xfrm>
                <a:off x="11451336" y="181508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1" name="Freeform: Shape 580">
                <a:extLst>
                  <a:ext uri="{FF2B5EF4-FFF2-40B4-BE49-F238E27FC236}">
                    <a16:creationId xmlns:a16="http://schemas.microsoft.com/office/drawing/2014/main" id="{04620134-AF3A-6088-1FC2-824E2C00BE76}"/>
                  </a:ext>
                </a:extLst>
              </p:cNvPr>
              <p:cNvSpPr/>
              <p:nvPr/>
            </p:nvSpPr>
            <p:spPr>
              <a:xfrm>
                <a:off x="11451336" y="2878931"/>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2" name="Freeform: Shape 581">
                <a:extLst>
                  <a:ext uri="{FF2B5EF4-FFF2-40B4-BE49-F238E27FC236}">
                    <a16:creationId xmlns:a16="http://schemas.microsoft.com/office/drawing/2014/main" id="{5020B7A4-55F0-6378-58EF-CD6215DDAD23}"/>
                  </a:ext>
                </a:extLst>
              </p:cNvPr>
              <p:cNvSpPr/>
              <p:nvPr/>
            </p:nvSpPr>
            <p:spPr>
              <a:xfrm>
                <a:off x="11451336" y="219170"/>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3" name="Freeform: Shape 582">
                <a:extLst>
                  <a:ext uri="{FF2B5EF4-FFF2-40B4-BE49-F238E27FC236}">
                    <a16:creationId xmlns:a16="http://schemas.microsoft.com/office/drawing/2014/main" id="{B68F6925-1319-EA7A-66D5-DB7DC921533C}"/>
                  </a:ext>
                </a:extLst>
              </p:cNvPr>
              <p:cNvSpPr/>
              <p:nvPr/>
            </p:nvSpPr>
            <p:spPr>
              <a:xfrm>
                <a:off x="11451336" y="660253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4" name="Freeform: Shape 583">
                <a:extLst>
                  <a:ext uri="{FF2B5EF4-FFF2-40B4-BE49-F238E27FC236}">
                    <a16:creationId xmlns:a16="http://schemas.microsoft.com/office/drawing/2014/main" id="{90C69F89-03D8-1760-B7BD-27CB32D43AFB}"/>
                  </a:ext>
                </a:extLst>
              </p:cNvPr>
              <p:cNvSpPr/>
              <p:nvPr/>
            </p:nvSpPr>
            <p:spPr>
              <a:xfrm>
                <a:off x="11451336" y="633650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5" name="Freeform: Shape 584">
                <a:extLst>
                  <a:ext uri="{FF2B5EF4-FFF2-40B4-BE49-F238E27FC236}">
                    <a16:creationId xmlns:a16="http://schemas.microsoft.com/office/drawing/2014/main" id="{E086B908-36E0-590B-85AC-E6C56881F2F5}"/>
                  </a:ext>
                </a:extLst>
              </p:cNvPr>
              <p:cNvSpPr/>
              <p:nvPr/>
            </p:nvSpPr>
            <p:spPr>
              <a:xfrm>
                <a:off x="11451336" y="607075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6" name="Freeform: Shape 585">
                <a:extLst>
                  <a:ext uri="{FF2B5EF4-FFF2-40B4-BE49-F238E27FC236}">
                    <a16:creationId xmlns:a16="http://schemas.microsoft.com/office/drawing/2014/main" id="{83E22322-FE4D-C17D-B27A-81D642028FDD}"/>
                  </a:ext>
                </a:extLst>
              </p:cNvPr>
              <p:cNvSpPr/>
              <p:nvPr/>
            </p:nvSpPr>
            <p:spPr>
              <a:xfrm>
                <a:off x="11451336" y="58047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7" name="Freeform: Shape 586">
                <a:extLst>
                  <a:ext uri="{FF2B5EF4-FFF2-40B4-BE49-F238E27FC236}">
                    <a16:creationId xmlns:a16="http://schemas.microsoft.com/office/drawing/2014/main" id="{FA3FA912-8C23-8325-A510-80C2BB14AC8E}"/>
                  </a:ext>
                </a:extLst>
              </p:cNvPr>
              <p:cNvSpPr/>
              <p:nvPr/>
            </p:nvSpPr>
            <p:spPr>
              <a:xfrm>
                <a:off x="11451336" y="5538692"/>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8" name="Freeform: Shape 587">
                <a:extLst>
                  <a:ext uri="{FF2B5EF4-FFF2-40B4-BE49-F238E27FC236}">
                    <a16:creationId xmlns:a16="http://schemas.microsoft.com/office/drawing/2014/main" id="{9897E664-5DD6-046C-054C-C23419C5DF73}"/>
                  </a:ext>
                </a:extLst>
              </p:cNvPr>
              <p:cNvSpPr/>
              <p:nvPr/>
            </p:nvSpPr>
            <p:spPr>
              <a:xfrm>
                <a:off x="11451336" y="4208811"/>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9" name="Freeform: Shape 588">
                <a:extLst>
                  <a:ext uri="{FF2B5EF4-FFF2-40B4-BE49-F238E27FC236}">
                    <a16:creationId xmlns:a16="http://schemas.microsoft.com/office/drawing/2014/main" id="{D66DFC97-6FB6-7662-B46C-6ADA232060A9}"/>
                  </a:ext>
                </a:extLst>
              </p:cNvPr>
              <p:cNvSpPr/>
              <p:nvPr/>
            </p:nvSpPr>
            <p:spPr>
              <a:xfrm>
                <a:off x="11451336" y="39427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0" name="Freeform: Shape 589">
                <a:extLst>
                  <a:ext uri="{FF2B5EF4-FFF2-40B4-BE49-F238E27FC236}">
                    <a16:creationId xmlns:a16="http://schemas.microsoft.com/office/drawing/2014/main" id="{971264FA-1BB0-62D6-9FF3-BC610947A839}"/>
                  </a:ext>
                </a:extLst>
              </p:cNvPr>
              <p:cNvSpPr/>
              <p:nvPr/>
            </p:nvSpPr>
            <p:spPr>
              <a:xfrm>
                <a:off x="11451336" y="527265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1" name="Freeform: Shape 590">
                <a:extLst>
                  <a:ext uri="{FF2B5EF4-FFF2-40B4-BE49-F238E27FC236}">
                    <a16:creationId xmlns:a16="http://schemas.microsoft.com/office/drawing/2014/main" id="{27E180D6-F6AE-15C5-63EF-2C000124D74B}"/>
                  </a:ext>
                </a:extLst>
              </p:cNvPr>
              <p:cNvSpPr/>
              <p:nvPr/>
            </p:nvSpPr>
            <p:spPr>
              <a:xfrm>
                <a:off x="11451336" y="3144964"/>
                <a:ext cx="44576" cy="44577"/>
              </a:xfrm>
              <a:custGeom>
                <a:avLst/>
                <a:gdLst>
                  <a:gd name="connsiteX0" fmla="*/ 22288 w 44576"/>
                  <a:gd name="connsiteY0" fmla="*/ 0 h 44577"/>
                  <a:gd name="connsiteX1" fmla="*/ 0 w 44576"/>
                  <a:gd name="connsiteY1" fmla="*/ 22288 h 44577"/>
                  <a:gd name="connsiteX2" fmla="*/ 22288 w 44576"/>
                  <a:gd name="connsiteY2" fmla="*/ 44577 h 44577"/>
                  <a:gd name="connsiteX3" fmla="*/ 44577 w 44576"/>
                  <a:gd name="connsiteY3" fmla="*/ 22288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2" name="Freeform: Shape 591">
                <a:extLst>
                  <a:ext uri="{FF2B5EF4-FFF2-40B4-BE49-F238E27FC236}">
                    <a16:creationId xmlns:a16="http://schemas.microsoft.com/office/drawing/2014/main" id="{943DB54C-3BC6-0262-91A3-ED5C6A4025EC}"/>
                  </a:ext>
                </a:extLst>
              </p:cNvPr>
              <p:cNvSpPr/>
              <p:nvPr/>
            </p:nvSpPr>
            <p:spPr>
              <a:xfrm>
                <a:off x="11451336" y="341099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3" name="Freeform: Shape 592">
                <a:extLst>
                  <a:ext uri="{FF2B5EF4-FFF2-40B4-BE49-F238E27FC236}">
                    <a16:creationId xmlns:a16="http://schemas.microsoft.com/office/drawing/2014/main" id="{8E81E5B9-D4A4-3E50-E0E8-B928DF4C9FC0}"/>
                  </a:ext>
                </a:extLst>
              </p:cNvPr>
              <p:cNvSpPr/>
              <p:nvPr/>
            </p:nvSpPr>
            <p:spPr>
              <a:xfrm>
                <a:off x="11451336" y="36767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4" name="Freeform: Shape 593">
                <a:extLst>
                  <a:ext uri="{FF2B5EF4-FFF2-40B4-BE49-F238E27FC236}">
                    <a16:creationId xmlns:a16="http://schemas.microsoft.com/office/drawing/2014/main" id="{F6940157-6326-AB9C-2D81-400973C9C5F0}"/>
                  </a:ext>
                </a:extLst>
              </p:cNvPr>
              <p:cNvSpPr/>
              <p:nvPr/>
            </p:nvSpPr>
            <p:spPr>
              <a:xfrm>
                <a:off x="11451336" y="44748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5" name="Freeform: Shape 594">
                <a:extLst>
                  <a:ext uri="{FF2B5EF4-FFF2-40B4-BE49-F238E27FC236}">
                    <a16:creationId xmlns:a16="http://schemas.microsoft.com/office/drawing/2014/main" id="{54C9CC53-8EC0-659A-2AC2-D14318BB960B}"/>
                  </a:ext>
                </a:extLst>
              </p:cNvPr>
              <p:cNvSpPr/>
              <p:nvPr/>
            </p:nvSpPr>
            <p:spPr>
              <a:xfrm>
                <a:off x="11451336" y="50066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6" name="Freeform: Shape 595">
                <a:extLst>
                  <a:ext uri="{FF2B5EF4-FFF2-40B4-BE49-F238E27FC236}">
                    <a16:creationId xmlns:a16="http://schemas.microsoft.com/office/drawing/2014/main" id="{9B37F14C-EDD2-67D7-A5B5-512F96BEE73E}"/>
                  </a:ext>
                </a:extLst>
              </p:cNvPr>
              <p:cNvSpPr/>
              <p:nvPr/>
            </p:nvSpPr>
            <p:spPr>
              <a:xfrm>
                <a:off x="11451336" y="47408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7" name="Freeform: Shape 596">
                <a:extLst>
                  <a:ext uri="{FF2B5EF4-FFF2-40B4-BE49-F238E27FC236}">
                    <a16:creationId xmlns:a16="http://schemas.microsoft.com/office/drawing/2014/main" id="{34F0E052-5443-1CC4-D915-A5E4E3124FF3}"/>
                  </a:ext>
                </a:extLst>
              </p:cNvPr>
              <p:cNvSpPr/>
              <p:nvPr/>
            </p:nvSpPr>
            <p:spPr>
              <a:xfrm>
                <a:off x="11451336" y="75123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8" name="Freeform: Shape 597">
                <a:extLst>
                  <a:ext uri="{FF2B5EF4-FFF2-40B4-BE49-F238E27FC236}">
                    <a16:creationId xmlns:a16="http://schemas.microsoft.com/office/drawing/2014/main" id="{C4806B3E-C2A3-DC8B-1E8A-D92DF41AC0AD}"/>
                  </a:ext>
                </a:extLst>
              </p:cNvPr>
              <p:cNvSpPr/>
              <p:nvPr/>
            </p:nvSpPr>
            <p:spPr>
              <a:xfrm>
                <a:off x="11692509" y="1347025"/>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9" name="Freeform: Shape 598">
                <a:extLst>
                  <a:ext uri="{FF2B5EF4-FFF2-40B4-BE49-F238E27FC236}">
                    <a16:creationId xmlns:a16="http://schemas.microsoft.com/office/drawing/2014/main" id="{FCCE402C-3CB6-6CED-C8D5-4FEE7FE35D1B}"/>
                  </a:ext>
                </a:extLst>
              </p:cNvPr>
              <p:cNvSpPr/>
              <p:nvPr/>
            </p:nvSpPr>
            <p:spPr>
              <a:xfrm>
                <a:off x="11692509" y="185366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0" name="Freeform: Shape 599">
                <a:extLst>
                  <a:ext uri="{FF2B5EF4-FFF2-40B4-BE49-F238E27FC236}">
                    <a16:creationId xmlns:a16="http://schemas.microsoft.com/office/drawing/2014/main" id="{E0EAF3DE-1F5A-9192-21C6-E2CA09E61406}"/>
                  </a:ext>
                </a:extLst>
              </p:cNvPr>
              <p:cNvSpPr/>
              <p:nvPr/>
            </p:nvSpPr>
            <p:spPr>
              <a:xfrm>
                <a:off x="11692509" y="1600485"/>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1" name="Freeform: Shape 600">
                <a:extLst>
                  <a:ext uri="{FF2B5EF4-FFF2-40B4-BE49-F238E27FC236}">
                    <a16:creationId xmlns:a16="http://schemas.microsoft.com/office/drawing/2014/main" id="{FF3656F7-CBDC-2428-D489-7FA299CB0726}"/>
                  </a:ext>
                </a:extLst>
              </p:cNvPr>
              <p:cNvSpPr/>
              <p:nvPr/>
            </p:nvSpPr>
            <p:spPr>
              <a:xfrm>
                <a:off x="11692509" y="1093850"/>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2" name="Freeform: Shape 601">
                <a:extLst>
                  <a:ext uri="{FF2B5EF4-FFF2-40B4-BE49-F238E27FC236}">
                    <a16:creationId xmlns:a16="http://schemas.microsoft.com/office/drawing/2014/main" id="{951F0EA9-1BEF-DF3C-1513-988F67E05F34}"/>
                  </a:ext>
                </a:extLst>
              </p:cNvPr>
              <p:cNvSpPr/>
              <p:nvPr/>
            </p:nvSpPr>
            <p:spPr>
              <a:xfrm>
                <a:off x="11692509" y="2613469"/>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3" name="Freeform: Shape 602">
                <a:extLst>
                  <a:ext uri="{FF2B5EF4-FFF2-40B4-BE49-F238E27FC236}">
                    <a16:creationId xmlns:a16="http://schemas.microsoft.com/office/drawing/2014/main" id="{305C56FB-F903-83A7-94BF-09E175859333}"/>
                  </a:ext>
                </a:extLst>
              </p:cNvPr>
              <p:cNvSpPr/>
              <p:nvPr/>
            </p:nvSpPr>
            <p:spPr>
              <a:xfrm>
                <a:off x="11692509" y="84039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4" name="Freeform: Shape 603">
                <a:extLst>
                  <a:ext uri="{FF2B5EF4-FFF2-40B4-BE49-F238E27FC236}">
                    <a16:creationId xmlns:a16="http://schemas.microsoft.com/office/drawing/2014/main" id="{637BC5F7-D6DA-99EE-53CD-5CD170B2CC05}"/>
                  </a:ext>
                </a:extLst>
              </p:cNvPr>
              <p:cNvSpPr/>
              <p:nvPr/>
            </p:nvSpPr>
            <p:spPr>
              <a:xfrm>
                <a:off x="11692509" y="210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5" name="Freeform: Shape 604">
                <a:extLst>
                  <a:ext uri="{FF2B5EF4-FFF2-40B4-BE49-F238E27FC236}">
                    <a16:creationId xmlns:a16="http://schemas.microsoft.com/office/drawing/2014/main" id="{D844BC54-DD87-9F3A-60FA-0DACF0A6B490}"/>
                  </a:ext>
                </a:extLst>
              </p:cNvPr>
              <p:cNvSpPr/>
              <p:nvPr/>
            </p:nvSpPr>
            <p:spPr>
              <a:xfrm>
                <a:off x="11692509" y="2866929"/>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6" name="Freeform: Shape 605">
                <a:extLst>
                  <a:ext uri="{FF2B5EF4-FFF2-40B4-BE49-F238E27FC236}">
                    <a16:creationId xmlns:a16="http://schemas.microsoft.com/office/drawing/2014/main" id="{1FC06845-DA10-3807-7787-48D8540A796A}"/>
                  </a:ext>
                </a:extLst>
              </p:cNvPr>
              <p:cNvSpPr/>
              <p:nvPr/>
            </p:nvSpPr>
            <p:spPr>
              <a:xfrm>
                <a:off x="11692509" y="2360294"/>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7" name="Freeform: Shape 606">
                <a:extLst>
                  <a:ext uri="{FF2B5EF4-FFF2-40B4-BE49-F238E27FC236}">
                    <a16:creationId xmlns:a16="http://schemas.microsoft.com/office/drawing/2014/main" id="{F4359746-C78F-0D5C-B6A1-BABAFD66E87F}"/>
                  </a:ext>
                </a:extLst>
              </p:cNvPr>
              <p:cNvSpPr/>
              <p:nvPr/>
            </p:nvSpPr>
            <p:spPr>
              <a:xfrm>
                <a:off x="11692509" y="587216"/>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8" name="Freeform: Shape 607">
                <a:extLst>
                  <a:ext uri="{FF2B5EF4-FFF2-40B4-BE49-F238E27FC236}">
                    <a16:creationId xmlns:a16="http://schemas.microsoft.com/office/drawing/2014/main" id="{52AD9CEC-B63E-FCCC-CC5C-B5D51E521328}"/>
                  </a:ext>
                </a:extLst>
              </p:cNvPr>
              <p:cNvSpPr/>
              <p:nvPr/>
            </p:nvSpPr>
            <p:spPr>
              <a:xfrm>
                <a:off x="11692509" y="312010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9" name="Freeform: Shape 608">
                <a:extLst>
                  <a:ext uri="{FF2B5EF4-FFF2-40B4-BE49-F238E27FC236}">
                    <a16:creationId xmlns:a16="http://schemas.microsoft.com/office/drawing/2014/main" id="{FC117A7D-0101-A4C1-461C-F4AA7A66F86A}"/>
                  </a:ext>
                </a:extLst>
              </p:cNvPr>
              <p:cNvSpPr/>
              <p:nvPr/>
            </p:nvSpPr>
            <p:spPr>
              <a:xfrm>
                <a:off x="11692509" y="333756"/>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0" name="Freeform: Shape 609">
                <a:extLst>
                  <a:ext uri="{FF2B5EF4-FFF2-40B4-BE49-F238E27FC236}">
                    <a16:creationId xmlns:a16="http://schemas.microsoft.com/office/drawing/2014/main" id="{1A1FF42F-1072-5ADF-C792-FCC20540EAED}"/>
                  </a:ext>
                </a:extLst>
              </p:cNvPr>
              <p:cNvSpPr/>
              <p:nvPr/>
            </p:nvSpPr>
            <p:spPr>
              <a:xfrm>
                <a:off x="11692509" y="80581"/>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1" name="Freeform: Shape 610">
                <a:extLst>
                  <a:ext uri="{FF2B5EF4-FFF2-40B4-BE49-F238E27FC236}">
                    <a16:creationId xmlns:a16="http://schemas.microsoft.com/office/drawing/2014/main" id="{B35DE6B2-A128-DC36-0594-2B8990AA10FB}"/>
                  </a:ext>
                </a:extLst>
              </p:cNvPr>
              <p:cNvSpPr/>
              <p:nvPr/>
            </p:nvSpPr>
            <p:spPr>
              <a:xfrm>
                <a:off x="11692509" y="6666547"/>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2" name="Freeform: Shape 611">
                <a:extLst>
                  <a:ext uri="{FF2B5EF4-FFF2-40B4-BE49-F238E27FC236}">
                    <a16:creationId xmlns:a16="http://schemas.microsoft.com/office/drawing/2014/main" id="{3BD85399-5EEF-BDE5-DAD1-CDCD29B98545}"/>
                  </a:ext>
                </a:extLst>
              </p:cNvPr>
              <p:cNvSpPr/>
              <p:nvPr/>
            </p:nvSpPr>
            <p:spPr>
              <a:xfrm>
                <a:off x="11692509" y="641308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3" name="Freeform: Shape 612">
                <a:extLst>
                  <a:ext uri="{FF2B5EF4-FFF2-40B4-BE49-F238E27FC236}">
                    <a16:creationId xmlns:a16="http://schemas.microsoft.com/office/drawing/2014/main" id="{AD924EC5-E066-D4AB-E115-7B7DAD44148B}"/>
                  </a:ext>
                </a:extLst>
              </p:cNvPr>
              <p:cNvSpPr/>
              <p:nvPr/>
            </p:nvSpPr>
            <p:spPr>
              <a:xfrm>
                <a:off x="11692509" y="6159912"/>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29"/>
                      <a:pt x="0" y="21145"/>
                    </a:cubicBezTo>
                    <a:cubicBezTo>
                      <a:pt x="0" y="32861"/>
                      <a:pt x="9430" y="42291"/>
                      <a:pt x="21145" y="42291"/>
                    </a:cubicBezTo>
                    <a:cubicBezTo>
                      <a:pt x="32861" y="42291"/>
                      <a:pt x="42291" y="32861"/>
                      <a:pt x="42291" y="21145"/>
                    </a:cubicBezTo>
                    <a:cubicBezTo>
                      <a:pt x="42291" y="9429"/>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4" name="Freeform: Shape 613">
                <a:extLst>
                  <a:ext uri="{FF2B5EF4-FFF2-40B4-BE49-F238E27FC236}">
                    <a16:creationId xmlns:a16="http://schemas.microsoft.com/office/drawing/2014/main" id="{B6A22450-89AA-238B-BCFB-F35EE36ED804}"/>
                  </a:ext>
                </a:extLst>
              </p:cNvPr>
              <p:cNvSpPr/>
              <p:nvPr/>
            </p:nvSpPr>
            <p:spPr>
              <a:xfrm>
                <a:off x="11692509" y="5906452"/>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5" name="Freeform: Shape 614">
                <a:extLst>
                  <a:ext uri="{FF2B5EF4-FFF2-40B4-BE49-F238E27FC236}">
                    <a16:creationId xmlns:a16="http://schemas.microsoft.com/office/drawing/2014/main" id="{2442F9C3-9955-1178-4A3C-73A486CBF85F}"/>
                  </a:ext>
                </a:extLst>
              </p:cNvPr>
              <p:cNvSpPr/>
              <p:nvPr/>
            </p:nvSpPr>
            <p:spPr>
              <a:xfrm>
                <a:off x="11692509" y="3373564"/>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6" name="Freeform: Shape 615">
                <a:extLst>
                  <a:ext uri="{FF2B5EF4-FFF2-40B4-BE49-F238E27FC236}">
                    <a16:creationId xmlns:a16="http://schemas.microsoft.com/office/drawing/2014/main" id="{B3A34FCB-5FF8-FDAD-1F50-502A7006C40B}"/>
                  </a:ext>
                </a:extLst>
              </p:cNvPr>
              <p:cNvSpPr/>
              <p:nvPr/>
            </p:nvSpPr>
            <p:spPr>
              <a:xfrm>
                <a:off x="11692509" y="565327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7" name="Freeform: Shape 616">
                <a:extLst>
                  <a:ext uri="{FF2B5EF4-FFF2-40B4-BE49-F238E27FC236}">
                    <a16:creationId xmlns:a16="http://schemas.microsoft.com/office/drawing/2014/main" id="{31B7BFFD-6562-C391-585A-E4E095963877}"/>
                  </a:ext>
                </a:extLst>
              </p:cNvPr>
              <p:cNvSpPr/>
              <p:nvPr/>
            </p:nvSpPr>
            <p:spPr>
              <a:xfrm>
                <a:off x="11692509" y="362673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8" name="Freeform: Shape 617">
                <a:extLst>
                  <a:ext uri="{FF2B5EF4-FFF2-40B4-BE49-F238E27FC236}">
                    <a16:creationId xmlns:a16="http://schemas.microsoft.com/office/drawing/2014/main" id="{D71D4842-F0BD-AF61-3B74-09A7119CF828}"/>
                  </a:ext>
                </a:extLst>
              </p:cNvPr>
              <p:cNvSpPr/>
              <p:nvPr/>
            </p:nvSpPr>
            <p:spPr>
              <a:xfrm>
                <a:off x="11692509" y="438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9" name="Freeform: Shape 618">
                <a:extLst>
                  <a:ext uri="{FF2B5EF4-FFF2-40B4-BE49-F238E27FC236}">
                    <a16:creationId xmlns:a16="http://schemas.microsoft.com/office/drawing/2014/main" id="{69DF7F0B-C1A3-16FB-3E79-FAA7CE7477FF}"/>
                  </a:ext>
                </a:extLst>
              </p:cNvPr>
              <p:cNvSpPr/>
              <p:nvPr/>
            </p:nvSpPr>
            <p:spPr>
              <a:xfrm>
                <a:off x="11692509" y="4133373"/>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0" name="Freeform: Shape 619">
                <a:extLst>
                  <a:ext uri="{FF2B5EF4-FFF2-40B4-BE49-F238E27FC236}">
                    <a16:creationId xmlns:a16="http://schemas.microsoft.com/office/drawing/2014/main" id="{1D64C8F5-C743-CDEE-C571-775DC8AD7FD2}"/>
                  </a:ext>
                </a:extLst>
              </p:cNvPr>
              <p:cNvSpPr/>
              <p:nvPr/>
            </p:nvSpPr>
            <p:spPr>
              <a:xfrm>
                <a:off x="11692509" y="3880199"/>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1" name="Freeform: Shape 620">
                <a:extLst>
                  <a:ext uri="{FF2B5EF4-FFF2-40B4-BE49-F238E27FC236}">
                    <a16:creationId xmlns:a16="http://schemas.microsoft.com/office/drawing/2014/main" id="{6837A3B9-C1E9-3387-C5DE-8F339A2FFB12}"/>
                  </a:ext>
                </a:extLst>
              </p:cNvPr>
              <p:cNvSpPr/>
              <p:nvPr/>
            </p:nvSpPr>
            <p:spPr>
              <a:xfrm>
                <a:off x="11692509" y="5146643"/>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2" name="Freeform: Shape 621">
                <a:extLst>
                  <a:ext uri="{FF2B5EF4-FFF2-40B4-BE49-F238E27FC236}">
                    <a16:creationId xmlns:a16="http://schemas.microsoft.com/office/drawing/2014/main" id="{750879B9-3FCC-D21F-EB7D-17703836631E}"/>
                  </a:ext>
                </a:extLst>
              </p:cNvPr>
              <p:cNvSpPr/>
              <p:nvPr/>
            </p:nvSpPr>
            <p:spPr>
              <a:xfrm>
                <a:off x="11692509" y="5399817"/>
                <a:ext cx="42290" cy="42576"/>
              </a:xfrm>
              <a:custGeom>
                <a:avLst/>
                <a:gdLst>
                  <a:gd name="connsiteX0" fmla="*/ 21145 w 42290"/>
                  <a:gd name="connsiteY0" fmla="*/ 0 h 42576"/>
                  <a:gd name="connsiteX1" fmla="*/ 0 w 42290"/>
                  <a:gd name="connsiteY1" fmla="*/ 21146 h 42576"/>
                  <a:gd name="connsiteX2" fmla="*/ 21145 w 42290"/>
                  <a:gd name="connsiteY2" fmla="*/ 42577 h 42576"/>
                  <a:gd name="connsiteX3" fmla="*/ 42291 w 42290"/>
                  <a:gd name="connsiteY3" fmla="*/ 21146 h 42576"/>
                  <a:gd name="connsiteX4" fmla="*/ 21145 w 42290"/>
                  <a:gd name="connsiteY4" fmla="*/ 0 h 42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576">
                    <a:moveTo>
                      <a:pt x="21145" y="0"/>
                    </a:moveTo>
                    <a:cubicBezTo>
                      <a:pt x="9430" y="0"/>
                      <a:pt x="0" y="9430"/>
                      <a:pt x="0" y="21146"/>
                    </a:cubicBezTo>
                    <a:cubicBezTo>
                      <a:pt x="0" y="32861"/>
                      <a:pt x="9430" y="42577"/>
                      <a:pt x="21145" y="42577"/>
                    </a:cubicBezTo>
                    <a:cubicBezTo>
                      <a:pt x="32861" y="42577"/>
                      <a:pt x="42291" y="33147"/>
                      <a:pt x="42291" y="21146"/>
                    </a:cubicBezTo>
                    <a:cubicBezTo>
                      <a:pt x="42291" y="9144"/>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3" name="Freeform: Shape 622">
                <a:extLst>
                  <a:ext uri="{FF2B5EF4-FFF2-40B4-BE49-F238E27FC236}">
                    <a16:creationId xmlns:a16="http://schemas.microsoft.com/office/drawing/2014/main" id="{F56F0DFD-C32E-E0F1-795A-F58DA5355A0B}"/>
                  </a:ext>
                </a:extLst>
              </p:cNvPr>
              <p:cNvSpPr/>
              <p:nvPr/>
            </p:nvSpPr>
            <p:spPr>
              <a:xfrm>
                <a:off x="11692509" y="4640008"/>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4" name="Freeform: Shape 623">
                <a:extLst>
                  <a:ext uri="{FF2B5EF4-FFF2-40B4-BE49-F238E27FC236}">
                    <a16:creationId xmlns:a16="http://schemas.microsoft.com/office/drawing/2014/main" id="{77AD0C1A-7029-7AB5-1C7B-F7CBA4606312}"/>
                  </a:ext>
                </a:extLst>
              </p:cNvPr>
              <p:cNvSpPr/>
              <p:nvPr/>
            </p:nvSpPr>
            <p:spPr>
              <a:xfrm>
                <a:off x="11692509" y="489346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5" name="Freeform: Shape 624">
                <a:extLst>
                  <a:ext uri="{FF2B5EF4-FFF2-40B4-BE49-F238E27FC236}">
                    <a16:creationId xmlns:a16="http://schemas.microsoft.com/office/drawing/2014/main" id="{7F6BAD44-F627-A8DB-5010-97CA78AEF1DD}"/>
                  </a:ext>
                </a:extLst>
              </p:cNvPr>
              <p:cNvSpPr/>
              <p:nvPr/>
            </p:nvSpPr>
            <p:spPr>
              <a:xfrm>
                <a:off x="11921966" y="1649063"/>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6" name="Freeform: Shape 625">
                <a:extLst>
                  <a:ext uri="{FF2B5EF4-FFF2-40B4-BE49-F238E27FC236}">
                    <a16:creationId xmlns:a16="http://schemas.microsoft.com/office/drawing/2014/main" id="{44493E70-3BD9-E03E-3CBC-F1BA27740AE4}"/>
                  </a:ext>
                </a:extLst>
              </p:cNvPr>
              <p:cNvSpPr/>
              <p:nvPr/>
            </p:nvSpPr>
            <p:spPr>
              <a:xfrm>
                <a:off x="11921966" y="1407890"/>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7" name="Freeform: Shape 626">
                <a:extLst>
                  <a:ext uri="{FF2B5EF4-FFF2-40B4-BE49-F238E27FC236}">
                    <a16:creationId xmlns:a16="http://schemas.microsoft.com/office/drawing/2014/main" id="{F5AA4B96-DC4E-9D31-3FA4-39484B5D3635}"/>
                  </a:ext>
                </a:extLst>
              </p:cNvPr>
              <p:cNvSpPr/>
              <p:nvPr/>
            </p:nvSpPr>
            <p:spPr>
              <a:xfrm>
                <a:off x="11921966" y="116671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8" name="Freeform: Shape 627">
                <a:extLst>
                  <a:ext uri="{FF2B5EF4-FFF2-40B4-BE49-F238E27FC236}">
                    <a16:creationId xmlns:a16="http://schemas.microsoft.com/office/drawing/2014/main" id="{9807F94F-5F2F-970D-931A-209B283DD9F4}"/>
                  </a:ext>
                </a:extLst>
              </p:cNvPr>
              <p:cNvSpPr/>
              <p:nvPr/>
            </p:nvSpPr>
            <p:spPr>
              <a:xfrm>
                <a:off x="11921966" y="1890522"/>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9" name="Freeform: Shape 628">
                <a:extLst>
                  <a:ext uri="{FF2B5EF4-FFF2-40B4-BE49-F238E27FC236}">
                    <a16:creationId xmlns:a16="http://schemas.microsoft.com/office/drawing/2014/main" id="{6635654C-CDBB-D46B-26D6-C85E49D52CBE}"/>
                  </a:ext>
                </a:extLst>
              </p:cNvPr>
              <p:cNvSpPr/>
              <p:nvPr/>
            </p:nvSpPr>
            <p:spPr>
              <a:xfrm>
                <a:off x="11921966" y="92554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0" name="Freeform: Shape 629">
                <a:extLst>
                  <a:ext uri="{FF2B5EF4-FFF2-40B4-BE49-F238E27FC236}">
                    <a16:creationId xmlns:a16="http://schemas.microsoft.com/office/drawing/2014/main" id="{0BA555FC-D5ED-DA99-9639-5399D36802A2}"/>
                  </a:ext>
                </a:extLst>
              </p:cNvPr>
              <p:cNvSpPr/>
              <p:nvPr/>
            </p:nvSpPr>
            <p:spPr>
              <a:xfrm>
                <a:off x="11921966" y="2131694"/>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432"/>
                      <a:pt x="40291" y="20003"/>
                    </a:cubicBezTo>
                    <a:cubicBezTo>
                      <a:pt x="40291" y="8573"/>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1" name="Freeform: Shape 630">
                <a:extLst>
                  <a:ext uri="{FF2B5EF4-FFF2-40B4-BE49-F238E27FC236}">
                    <a16:creationId xmlns:a16="http://schemas.microsoft.com/office/drawing/2014/main" id="{30E87C9D-FC14-8BC1-465C-CF580F3FE35F}"/>
                  </a:ext>
                </a:extLst>
              </p:cNvPr>
              <p:cNvSpPr/>
              <p:nvPr/>
            </p:nvSpPr>
            <p:spPr>
              <a:xfrm>
                <a:off x="11921966" y="2614041"/>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2"/>
                      <a:pt x="40291" y="20002"/>
                    </a:cubicBezTo>
                    <a:cubicBezTo>
                      <a:pt x="40291" y="8572"/>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2" name="Freeform: Shape 631">
                <a:extLst>
                  <a:ext uri="{FF2B5EF4-FFF2-40B4-BE49-F238E27FC236}">
                    <a16:creationId xmlns:a16="http://schemas.microsoft.com/office/drawing/2014/main" id="{2EB8E6EA-B758-1C4F-CE56-EF63875C43D5}"/>
                  </a:ext>
                </a:extLst>
              </p:cNvPr>
              <p:cNvSpPr/>
              <p:nvPr/>
            </p:nvSpPr>
            <p:spPr>
              <a:xfrm>
                <a:off x="11921966" y="237286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3" name="Freeform: Shape 632">
                <a:extLst>
                  <a:ext uri="{FF2B5EF4-FFF2-40B4-BE49-F238E27FC236}">
                    <a16:creationId xmlns:a16="http://schemas.microsoft.com/office/drawing/2014/main" id="{4DBA3BAF-4505-FE24-B03A-33605D2ADA66}"/>
                  </a:ext>
                </a:extLst>
              </p:cNvPr>
              <p:cNvSpPr/>
              <p:nvPr/>
            </p:nvSpPr>
            <p:spPr>
              <a:xfrm>
                <a:off x="11921966" y="442912"/>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4" name="Freeform: Shape 633">
                <a:extLst>
                  <a:ext uri="{FF2B5EF4-FFF2-40B4-BE49-F238E27FC236}">
                    <a16:creationId xmlns:a16="http://schemas.microsoft.com/office/drawing/2014/main" id="{42C4F231-150A-99B3-DB7D-5563D4B24C03}"/>
                  </a:ext>
                </a:extLst>
              </p:cNvPr>
              <p:cNvSpPr/>
              <p:nvPr/>
            </p:nvSpPr>
            <p:spPr>
              <a:xfrm>
                <a:off x="11921966" y="3096672"/>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5" name="Freeform: Shape 634">
                <a:extLst>
                  <a:ext uri="{FF2B5EF4-FFF2-40B4-BE49-F238E27FC236}">
                    <a16:creationId xmlns:a16="http://schemas.microsoft.com/office/drawing/2014/main" id="{9242520C-B43B-8BFF-A9BA-DCAEC9C1B854}"/>
                  </a:ext>
                </a:extLst>
              </p:cNvPr>
              <p:cNvSpPr/>
              <p:nvPr/>
            </p:nvSpPr>
            <p:spPr>
              <a:xfrm>
                <a:off x="11921966" y="201739"/>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6" name="Freeform: Shape 635">
                <a:extLst>
                  <a:ext uri="{FF2B5EF4-FFF2-40B4-BE49-F238E27FC236}">
                    <a16:creationId xmlns:a16="http://schemas.microsoft.com/office/drawing/2014/main" id="{238DDDCA-9B0A-705B-2B45-449A33AD06A5}"/>
                  </a:ext>
                </a:extLst>
              </p:cNvPr>
              <p:cNvSpPr/>
              <p:nvPr/>
            </p:nvSpPr>
            <p:spPr>
              <a:xfrm>
                <a:off x="11921966" y="68408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7" name="Freeform: Shape 636">
                <a:extLst>
                  <a:ext uri="{FF2B5EF4-FFF2-40B4-BE49-F238E27FC236}">
                    <a16:creationId xmlns:a16="http://schemas.microsoft.com/office/drawing/2014/main" id="{457AF7C0-9B9F-7DBD-4717-CBD9EE505917}"/>
                  </a:ext>
                </a:extLst>
              </p:cNvPr>
              <p:cNvSpPr/>
              <p:nvPr/>
            </p:nvSpPr>
            <p:spPr>
              <a:xfrm>
                <a:off x="11921966" y="2855499"/>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2"/>
                    </a:cubicBezTo>
                    <a:cubicBezTo>
                      <a:pt x="0" y="31147"/>
                      <a:pt x="8858" y="40291"/>
                      <a:pt x="20002" y="40291"/>
                    </a:cubicBezTo>
                    <a:cubicBezTo>
                      <a:pt x="31147" y="40291"/>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8" name="Freeform: Shape 637">
                <a:extLst>
                  <a:ext uri="{FF2B5EF4-FFF2-40B4-BE49-F238E27FC236}">
                    <a16:creationId xmlns:a16="http://schemas.microsoft.com/office/drawing/2014/main" id="{13AE51B5-6AFD-C197-5986-A5A4AF0C4561}"/>
                  </a:ext>
                </a:extLst>
              </p:cNvPr>
              <p:cNvSpPr/>
              <p:nvPr/>
            </p:nvSpPr>
            <p:spPr>
              <a:xfrm>
                <a:off x="11921966" y="550897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9" name="Freeform: Shape 638">
                <a:extLst>
                  <a:ext uri="{FF2B5EF4-FFF2-40B4-BE49-F238E27FC236}">
                    <a16:creationId xmlns:a16="http://schemas.microsoft.com/office/drawing/2014/main" id="{764CC6DB-25B0-09A9-8D59-C993E242A66C}"/>
                  </a:ext>
                </a:extLst>
              </p:cNvPr>
              <p:cNvSpPr/>
              <p:nvPr/>
            </p:nvSpPr>
            <p:spPr>
              <a:xfrm>
                <a:off x="11921966" y="623277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0" name="Freeform: Shape 639">
                <a:extLst>
                  <a:ext uri="{FF2B5EF4-FFF2-40B4-BE49-F238E27FC236}">
                    <a16:creationId xmlns:a16="http://schemas.microsoft.com/office/drawing/2014/main" id="{2DD562E6-5147-A5AB-58F7-C472CDE2CDBE}"/>
                  </a:ext>
                </a:extLst>
              </p:cNvPr>
              <p:cNvSpPr/>
              <p:nvPr/>
            </p:nvSpPr>
            <p:spPr>
              <a:xfrm>
                <a:off x="11921966" y="599160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9"/>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1" name="Freeform: Shape 640">
                <a:extLst>
                  <a:ext uri="{FF2B5EF4-FFF2-40B4-BE49-F238E27FC236}">
                    <a16:creationId xmlns:a16="http://schemas.microsoft.com/office/drawing/2014/main" id="{07E23829-A947-A844-4CC6-2DE60B4617A5}"/>
                  </a:ext>
                </a:extLst>
              </p:cNvPr>
              <p:cNvSpPr/>
              <p:nvPr/>
            </p:nvSpPr>
            <p:spPr>
              <a:xfrm>
                <a:off x="11921966" y="5750433"/>
                <a:ext cx="40290" cy="40290"/>
              </a:xfrm>
              <a:custGeom>
                <a:avLst/>
                <a:gdLst>
                  <a:gd name="connsiteX0" fmla="*/ 20002 w 40290"/>
                  <a:gd name="connsiteY0" fmla="*/ 0 h 40290"/>
                  <a:gd name="connsiteX1" fmla="*/ 0 w 40290"/>
                  <a:gd name="connsiteY1" fmla="*/ 20002 h 40290"/>
                  <a:gd name="connsiteX2" fmla="*/ 20002 w 40290"/>
                  <a:gd name="connsiteY2" fmla="*/ 40290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0"/>
                      <a:pt x="20002" y="40290"/>
                    </a:cubicBezTo>
                    <a:cubicBezTo>
                      <a:pt x="31147" y="40290"/>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2" name="Freeform: Shape 641">
                <a:extLst>
                  <a:ext uri="{FF2B5EF4-FFF2-40B4-BE49-F238E27FC236}">
                    <a16:creationId xmlns:a16="http://schemas.microsoft.com/office/drawing/2014/main" id="{ADBB00E3-A6A1-9E18-374E-20BFA25C8263}"/>
                  </a:ext>
                </a:extLst>
              </p:cNvPr>
              <p:cNvSpPr/>
              <p:nvPr/>
            </p:nvSpPr>
            <p:spPr>
              <a:xfrm>
                <a:off x="11921966" y="647395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3" name="Freeform: Shape 642">
                <a:extLst>
                  <a:ext uri="{FF2B5EF4-FFF2-40B4-BE49-F238E27FC236}">
                    <a16:creationId xmlns:a16="http://schemas.microsoft.com/office/drawing/2014/main" id="{B07ACA97-90AE-1371-17FD-91899E0885D7}"/>
                  </a:ext>
                </a:extLst>
              </p:cNvPr>
              <p:cNvSpPr/>
              <p:nvPr/>
            </p:nvSpPr>
            <p:spPr>
              <a:xfrm>
                <a:off x="11921966" y="3337845"/>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3"/>
                    </a:cubicBezTo>
                    <a:cubicBezTo>
                      <a:pt x="0" y="30861"/>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4" name="Freeform: Shape 643">
                <a:extLst>
                  <a:ext uri="{FF2B5EF4-FFF2-40B4-BE49-F238E27FC236}">
                    <a16:creationId xmlns:a16="http://schemas.microsoft.com/office/drawing/2014/main" id="{3DAF15F7-AF61-4AE1-D666-A73B2A6E1D9A}"/>
                  </a:ext>
                </a:extLst>
              </p:cNvPr>
              <p:cNvSpPr/>
              <p:nvPr/>
            </p:nvSpPr>
            <p:spPr>
              <a:xfrm>
                <a:off x="11921966" y="671541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5" name="Freeform: Shape 644">
                <a:extLst>
                  <a:ext uri="{FF2B5EF4-FFF2-40B4-BE49-F238E27FC236}">
                    <a16:creationId xmlns:a16="http://schemas.microsoft.com/office/drawing/2014/main" id="{AE3C24F0-0134-E868-8688-F58287941678}"/>
                  </a:ext>
                </a:extLst>
              </p:cNvPr>
              <p:cNvSpPr/>
              <p:nvPr/>
            </p:nvSpPr>
            <p:spPr>
              <a:xfrm>
                <a:off x="11921966" y="382047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6" name="Freeform: Shape 645">
                <a:extLst>
                  <a:ext uri="{FF2B5EF4-FFF2-40B4-BE49-F238E27FC236}">
                    <a16:creationId xmlns:a16="http://schemas.microsoft.com/office/drawing/2014/main" id="{9E0F9789-74BB-D137-C2E3-C94EA164FCC3}"/>
                  </a:ext>
                </a:extLst>
              </p:cNvPr>
              <p:cNvSpPr/>
              <p:nvPr/>
            </p:nvSpPr>
            <p:spPr>
              <a:xfrm>
                <a:off x="11921966" y="357901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7" name="Freeform: Shape 646">
                <a:extLst>
                  <a:ext uri="{FF2B5EF4-FFF2-40B4-BE49-F238E27FC236}">
                    <a16:creationId xmlns:a16="http://schemas.microsoft.com/office/drawing/2014/main" id="{DC6E79B2-C3EE-331C-1B26-921495E32855}"/>
                  </a:ext>
                </a:extLst>
              </p:cNvPr>
              <p:cNvSpPr/>
              <p:nvPr/>
            </p:nvSpPr>
            <p:spPr>
              <a:xfrm>
                <a:off x="11921966" y="406165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8" name="Freeform: Shape 647">
                <a:extLst>
                  <a:ext uri="{FF2B5EF4-FFF2-40B4-BE49-F238E27FC236}">
                    <a16:creationId xmlns:a16="http://schemas.microsoft.com/office/drawing/2014/main" id="{7D742202-DA64-0753-F79A-2C4C6D209CF2}"/>
                  </a:ext>
                </a:extLst>
              </p:cNvPr>
              <p:cNvSpPr/>
              <p:nvPr/>
            </p:nvSpPr>
            <p:spPr>
              <a:xfrm>
                <a:off x="11921966" y="526780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9" name="Freeform: Shape 648">
                <a:extLst>
                  <a:ext uri="{FF2B5EF4-FFF2-40B4-BE49-F238E27FC236}">
                    <a16:creationId xmlns:a16="http://schemas.microsoft.com/office/drawing/2014/main" id="{39D45B1E-CE4C-3D3E-BBDB-6A61E385258B}"/>
                  </a:ext>
                </a:extLst>
              </p:cNvPr>
              <p:cNvSpPr/>
              <p:nvPr/>
            </p:nvSpPr>
            <p:spPr>
              <a:xfrm>
                <a:off x="11921966" y="5026628"/>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0" name="Freeform: Shape 649">
                <a:extLst>
                  <a:ext uri="{FF2B5EF4-FFF2-40B4-BE49-F238E27FC236}">
                    <a16:creationId xmlns:a16="http://schemas.microsoft.com/office/drawing/2014/main" id="{03855FA2-360F-A453-281C-3528A27551DC}"/>
                  </a:ext>
                </a:extLst>
              </p:cNvPr>
              <p:cNvSpPr/>
              <p:nvPr/>
            </p:nvSpPr>
            <p:spPr>
              <a:xfrm>
                <a:off x="11921966" y="4785455"/>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1" name="Freeform: Shape 650">
                <a:extLst>
                  <a:ext uri="{FF2B5EF4-FFF2-40B4-BE49-F238E27FC236}">
                    <a16:creationId xmlns:a16="http://schemas.microsoft.com/office/drawing/2014/main" id="{6EE2B992-8AE8-1028-C9B2-1D2AACF88852}"/>
                  </a:ext>
                </a:extLst>
              </p:cNvPr>
              <p:cNvSpPr/>
              <p:nvPr/>
            </p:nvSpPr>
            <p:spPr>
              <a:xfrm>
                <a:off x="11921966" y="4302823"/>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2" name="Freeform: Shape 651">
                <a:extLst>
                  <a:ext uri="{FF2B5EF4-FFF2-40B4-BE49-F238E27FC236}">
                    <a16:creationId xmlns:a16="http://schemas.microsoft.com/office/drawing/2014/main" id="{5B998C1D-191F-E285-FDDD-E5DCFC16FCA3}"/>
                  </a:ext>
                </a:extLst>
              </p:cNvPr>
              <p:cNvSpPr/>
              <p:nvPr/>
            </p:nvSpPr>
            <p:spPr>
              <a:xfrm>
                <a:off x="11921966" y="4544282"/>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3"/>
                      <a:pt x="40291" y="20002"/>
                    </a:cubicBezTo>
                    <a:cubicBezTo>
                      <a:pt x="40291" y="8573"/>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grpSp>
        <p:sp>
          <p:nvSpPr>
            <p:cNvPr id="120" name="Rectangle 119">
              <a:extLst>
                <a:ext uri="{FF2B5EF4-FFF2-40B4-BE49-F238E27FC236}">
                  <a16:creationId xmlns:a16="http://schemas.microsoft.com/office/drawing/2014/main" id="{34C43CA2-E0D6-E990-BC8D-1A29B42D53C8}"/>
                </a:ext>
              </a:extLst>
            </p:cNvPr>
            <p:cNvSpPr/>
            <p:nvPr/>
          </p:nvSpPr>
          <p:spPr>
            <a:xfrm>
              <a:off x="6968490" y="0"/>
              <a:ext cx="4405535" cy="6858000"/>
            </a:xfrm>
            <a:prstGeom prst="rect">
              <a:avLst/>
            </a:prstGeom>
            <a:gradFill>
              <a:gsLst>
                <a:gs pos="1300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grpSp>
      <p:sp>
        <p:nvSpPr>
          <p:cNvPr id="5" name="Title 4">
            <a:extLst>
              <a:ext uri="{FF2B5EF4-FFF2-40B4-BE49-F238E27FC236}">
                <a16:creationId xmlns:a16="http://schemas.microsoft.com/office/drawing/2014/main" id="{49ADCC29-BFFC-9DA0-2444-99ADA1029330}"/>
              </a:ext>
            </a:extLst>
          </p:cNvPr>
          <p:cNvSpPr>
            <a:spLocks noGrp="1"/>
          </p:cNvSpPr>
          <p:nvPr userDrawn="1">
            <p:ph type="title" hasCustomPrompt="1"/>
          </p:nvPr>
        </p:nvSpPr>
        <p:spPr>
          <a:xfrm>
            <a:off x="334963" y="2220532"/>
            <a:ext cx="7457757" cy="1452307"/>
          </a:xfrm>
        </p:spPr>
        <p:txBody>
          <a:bodyPr>
            <a:noAutofit/>
          </a:bodyPr>
          <a:lstStyle>
            <a:lvl1pPr>
              <a:defRPr sz="3600">
                <a:solidFill>
                  <a:schemeClr val="bg2"/>
                </a:solidFill>
              </a:defRPr>
            </a:lvl1pPr>
          </a:lstStyle>
          <a:p>
            <a:r>
              <a:rPr lang="en-US"/>
              <a:t>Click to add slide title </a:t>
            </a:r>
            <a:br>
              <a:rPr lang="en-US"/>
            </a:br>
            <a:r>
              <a:rPr lang="en-US"/>
              <a:t>(Arial 36 pt)</a:t>
            </a:r>
            <a:endParaRPr lang="en-IN"/>
          </a:p>
        </p:txBody>
      </p:sp>
      <p:sp>
        <p:nvSpPr>
          <p:cNvPr id="13" name="Text Placeholder 12">
            <a:extLst>
              <a:ext uri="{FF2B5EF4-FFF2-40B4-BE49-F238E27FC236}">
                <a16:creationId xmlns:a16="http://schemas.microsoft.com/office/drawing/2014/main" id="{CA41B1C5-C51C-440C-3310-61B269700540}"/>
              </a:ext>
            </a:extLst>
          </p:cNvPr>
          <p:cNvSpPr>
            <a:spLocks noGrp="1"/>
          </p:cNvSpPr>
          <p:nvPr userDrawn="1">
            <p:ph type="body" sz="quarter" idx="14" hasCustomPrompt="1"/>
          </p:nvPr>
        </p:nvSpPr>
        <p:spPr>
          <a:xfrm>
            <a:off x="334963" y="4006422"/>
            <a:ext cx="7457757" cy="315816"/>
          </a:xfrm>
          <a:prstGeom prst="rect">
            <a:avLst/>
          </a:prstGeom>
        </p:spPr>
        <p:txBody>
          <a:bodyPr>
            <a:noAutofit/>
          </a:bodyPr>
          <a:lstStyle>
            <a:lvl1pPr marL="0" indent="0">
              <a:lnSpc>
                <a:spcPct val="100000"/>
              </a:lnSpc>
              <a:spcBef>
                <a:spcPts val="200"/>
              </a:spcBef>
              <a:spcAft>
                <a:spcPts val="200"/>
              </a:spcAft>
              <a:buNone/>
              <a:defRPr>
                <a:solidFill>
                  <a:schemeClr val="tx1"/>
                </a:solidFill>
              </a:defRPr>
            </a:lvl1pPr>
            <a:lvl3pPr>
              <a:defRPr/>
            </a:lvl3pPr>
          </a:lstStyle>
          <a:p>
            <a:pPr lvl="0"/>
            <a:r>
              <a:rPr lang="en-US"/>
              <a:t>Click here to add subtitle</a:t>
            </a:r>
            <a:endParaRPr lang="en-IN"/>
          </a:p>
        </p:txBody>
      </p:sp>
      <p:sp>
        <p:nvSpPr>
          <p:cNvPr id="15" name="Text Placeholder 12">
            <a:extLst>
              <a:ext uri="{FF2B5EF4-FFF2-40B4-BE49-F238E27FC236}">
                <a16:creationId xmlns:a16="http://schemas.microsoft.com/office/drawing/2014/main" id="{1A34B999-CBE5-30BF-530A-145FC3F34DF3}"/>
              </a:ext>
            </a:extLst>
          </p:cNvPr>
          <p:cNvSpPr>
            <a:spLocks noGrp="1"/>
          </p:cNvSpPr>
          <p:nvPr userDrawn="1">
            <p:ph type="body" sz="quarter" idx="15" hasCustomPrompt="1"/>
          </p:nvPr>
        </p:nvSpPr>
        <p:spPr>
          <a:xfrm>
            <a:off x="334963" y="4626182"/>
            <a:ext cx="7457757" cy="315816"/>
          </a:xfrm>
          <a:prstGeom prst="rect">
            <a:avLst/>
          </a:prstGeom>
        </p:spPr>
        <p:txBody>
          <a:bodyPr>
            <a:noAutofit/>
          </a:bodyPr>
          <a:lstStyle>
            <a:lvl1pPr marL="0" indent="0">
              <a:lnSpc>
                <a:spcPct val="100000"/>
              </a:lnSpc>
              <a:spcBef>
                <a:spcPts val="200"/>
              </a:spcBef>
              <a:spcAft>
                <a:spcPts val="200"/>
              </a:spcAft>
              <a:buNone/>
              <a:defRPr sz="1400">
                <a:solidFill>
                  <a:schemeClr val="tx1"/>
                </a:solidFill>
              </a:defRPr>
            </a:lvl1pPr>
            <a:lvl3pPr>
              <a:defRPr/>
            </a:lvl3pPr>
          </a:lstStyle>
          <a:p>
            <a:pPr lvl="0"/>
            <a:r>
              <a:rPr lang="en-US"/>
              <a:t>Click here to add date</a:t>
            </a:r>
            <a:endParaRPr lang="en-IN"/>
          </a:p>
        </p:txBody>
      </p:sp>
      <p:cxnSp>
        <p:nvCxnSpPr>
          <p:cNvPr id="366" name="Straight Connector 365">
            <a:extLst>
              <a:ext uri="{FF2B5EF4-FFF2-40B4-BE49-F238E27FC236}">
                <a16:creationId xmlns:a16="http://schemas.microsoft.com/office/drawing/2014/main" id="{1838EC5C-C401-2137-235B-09B57D6897B8}"/>
              </a:ext>
            </a:extLst>
          </p:cNvPr>
          <p:cNvCxnSpPr>
            <a:cxnSpLocks/>
          </p:cNvCxnSpPr>
          <p:nvPr userDrawn="1"/>
        </p:nvCxnSpPr>
        <p:spPr>
          <a:xfrm>
            <a:off x="2038350" y="941550"/>
            <a:ext cx="0" cy="67244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69" name="Picture Placeholder 368">
            <a:extLst>
              <a:ext uri="{FF2B5EF4-FFF2-40B4-BE49-F238E27FC236}">
                <a16:creationId xmlns:a16="http://schemas.microsoft.com/office/drawing/2014/main" id="{76F9D533-9F90-109C-25AD-1A94EE9078E2}"/>
              </a:ext>
            </a:extLst>
          </p:cNvPr>
          <p:cNvSpPr>
            <a:spLocks noGrp="1"/>
          </p:cNvSpPr>
          <p:nvPr userDrawn="1">
            <p:ph type="pic" sz="quarter" idx="17" hasCustomPrompt="1"/>
          </p:nvPr>
        </p:nvSpPr>
        <p:spPr>
          <a:xfrm>
            <a:off x="2632075" y="924554"/>
            <a:ext cx="1462088" cy="706438"/>
          </a:xfrm>
          <a:prstGeom prst="rect">
            <a:avLst/>
          </a:prstGeom>
        </p:spPr>
        <p:txBody>
          <a:bodyPr anchor="ctr"/>
          <a:lstStyle>
            <a:lvl1pPr marL="0" indent="0" algn="ctr">
              <a:lnSpc>
                <a:spcPct val="100000"/>
              </a:lnSpc>
              <a:spcBef>
                <a:spcPts val="0"/>
              </a:spcBef>
              <a:spcAft>
                <a:spcPts val="0"/>
              </a:spcAft>
              <a:buNone/>
              <a:defRPr/>
            </a:lvl1pPr>
          </a:lstStyle>
          <a:p>
            <a:r>
              <a:rPr lang="en-US"/>
              <a:t>Client logo placeholder</a:t>
            </a:r>
            <a:endParaRPr lang="en-IN"/>
          </a:p>
        </p:txBody>
      </p:sp>
      <p:sp>
        <p:nvSpPr>
          <p:cNvPr id="3" name="TextBox 2">
            <a:extLst>
              <a:ext uri="{FF2B5EF4-FFF2-40B4-BE49-F238E27FC236}">
                <a16:creationId xmlns:a16="http://schemas.microsoft.com/office/drawing/2014/main" id="{07628E70-22B0-AEF9-D937-C11B11185C24}"/>
              </a:ext>
            </a:extLst>
          </p:cNvPr>
          <p:cNvSpPr txBox="1"/>
          <p:nvPr userDrawn="1"/>
        </p:nvSpPr>
        <p:spPr>
          <a:xfrm>
            <a:off x="334963" y="5892671"/>
            <a:ext cx="6094562" cy="338554"/>
          </a:xfrm>
          <a:prstGeom prst="rect">
            <a:avLst/>
          </a:prstGeom>
        </p:spPr>
        <p:txBody>
          <a:bodyPr vert="horz" lIns="0" tIns="0" rIns="0" bIns="0" rtlCol="0" anchor="b">
            <a:noAutofit/>
          </a:bodyPr>
          <a:lstStyle>
            <a:lvl1pPr lvl="0" indent="0" defTabSz="914400">
              <a:lnSpc>
                <a:spcPct val="100000"/>
              </a:lnSpc>
              <a:spcBef>
                <a:spcPts val="200"/>
              </a:spcBef>
              <a:spcAft>
                <a:spcPts val="200"/>
              </a:spcAft>
              <a:buClr>
                <a:schemeClr val="bg2"/>
              </a:buClr>
              <a:buSzPct val="110000"/>
              <a:buFont typeface="Wingdings" panose="05000000000000000000" pitchFamily="2" charset="2"/>
              <a:buNone/>
              <a:defRPr lang="en-US" sz="800" dirty="0">
                <a:solidFill>
                  <a:schemeClr val="tx1">
                    <a:lumMod val="50000"/>
                    <a:lumOff val="50000"/>
                  </a:schemeClr>
                </a:solidFill>
                <a:latin typeface="+mj-lt"/>
                <a:cs typeface="Arial" panose="020B0604020202020204" pitchFamily="34" charset="0"/>
              </a:defRPr>
            </a:lvl1pPr>
            <a:lvl2pPr marL="360000"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2pPr>
            <a:lvl3pPr marL="540000"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3pPr>
            <a:lvl4pPr marL="911225"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4pPr>
            <a:lvl5pPr marL="1090613" indent="-180000" defTabSz="914400">
              <a:lnSpc>
                <a:spcPct val="100000"/>
              </a:lnSpc>
              <a:spcBef>
                <a:spcPts val="300"/>
              </a:spcBef>
              <a:spcAft>
                <a:spcPts val="300"/>
              </a:spcAft>
              <a:buClr>
                <a:schemeClr val="bg2"/>
              </a:buClr>
              <a:buSzPct val="110000"/>
              <a:buFont typeface="Wingdings" panose="05000000000000000000" pitchFamily="2" charset="2"/>
              <a:buChar char="§"/>
              <a:defRPr lang="en-IN" sz="1400" dirty="0">
                <a:latin typeface="+mj-lt"/>
                <a:cs typeface="Arial" panose="020B0604020202020204" pitchFamily="34" charset="0"/>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r>
              <a:rPr lang="en-US"/>
              <a:t>This document is solely for the use of client personnel. No part of it may be circulated, quoted or reproduced for distribution outside of the client organization without prior written approval of ProcDNA.</a:t>
            </a:r>
          </a:p>
        </p:txBody>
      </p:sp>
      <p:sp>
        <p:nvSpPr>
          <p:cNvPr id="6" name="Graphic 41">
            <a:extLst>
              <a:ext uri="{FF2B5EF4-FFF2-40B4-BE49-F238E27FC236}">
                <a16:creationId xmlns:a16="http://schemas.microsoft.com/office/drawing/2014/main" id="{730C87EA-1B86-8379-56BB-B4361BEA41D5}"/>
              </a:ext>
            </a:extLst>
          </p:cNvPr>
          <p:cNvSpPr/>
          <p:nvPr userDrawn="1"/>
        </p:nvSpPr>
        <p:spPr>
          <a:xfrm>
            <a:off x="334964" y="924701"/>
            <a:ext cx="1226929" cy="703620"/>
          </a:xfrm>
          <a:custGeom>
            <a:avLst/>
            <a:gdLst>
              <a:gd name="connsiteX0" fmla="*/ 789988 w 1547008"/>
              <a:gd name="connsiteY0" fmla="*/ 101309 h 887179"/>
              <a:gd name="connsiteX1" fmla="*/ 781266 w 1547008"/>
              <a:gd name="connsiteY1" fmla="*/ 130318 h 887179"/>
              <a:gd name="connsiteX2" fmla="*/ 781256 w 1547008"/>
              <a:gd name="connsiteY2" fmla="*/ 130306 h 887179"/>
              <a:gd name="connsiteX3" fmla="*/ 783409 w 1547008"/>
              <a:gd name="connsiteY3" fmla="*/ 133487 h 887179"/>
              <a:gd name="connsiteX4" fmla="*/ 752775 w 1547008"/>
              <a:gd name="connsiteY4" fmla="*/ 169309 h 887179"/>
              <a:gd name="connsiteX5" fmla="*/ 1383578 w 1547008"/>
              <a:gd name="connsiteY5" fmla="*/ 118068 h 887179"/>
              <a:gd name="connsiteX6" fmla="*/ 1003871 w 1547008"/>
              <a:gd name="connsiteY6" fmla="*/ 54412 h 887179"/>
              <a:gd name="connsiteX7" fmla="*/ 1002075 w 1547008"/>
              <a:gd name="connsiteY7" fmla="*/ 27350 h 887179"/>
              <a:gd name="connsiteX8" fmla="*/ 957178 w 1547008"/>
              <a:gd name="connsiteY8" fmla="*/ 13913 h 887179"/>
              <a:gd name="connsiteX9" fmla="*/ 943709 w 1547008"/>
              <a:gd name="connsiteY9" fmla="*/ 58709 h 887179"/>
              <a:gd name="connsiteX10" fmla="*/ 944164 w 1547008"/>
              <a:gd name="connsiteY10" fmla="*/ 59423 h 887179"/>
              <a:gd name="connsiteX11" fmla="*/ 944386 w 1547008"/>
              <a:gd name="connsiteY11" fmla="*/ 59729 h 887179"/>
              <a:gd name="connsiteX12" fmla="*/ 944401 w 1547008"/>
              <a:gd name="connsiteY12" fmla="*/ 59748 h 887179"/>
              <a:gd name="connsiteX13" fmla="*/ 944912 w 1547008"/>
              <a:gd name="connsiteY13" fmla="*/ 60478 h 887179"/>
              <a:gd name="connsiteX14" fmla="*/ 817006 w 1547008"/>
              <a:gd name="connsiteY14" fmla="*/ 106982 h 887179"/>
              <a:gd name="connsiteX15" fmla="*/ 789988 w 1547008"/>
              <a:gd name="connsiteY15" fmla="*/ 101309 h 887179"/>
              <a:gd name="connsiteX16" fmla="*/ 1078907 w 1547008"/>
              <a:gd name="connsiteY16" fmla="*/ 281749 h 887179"/>
              <a:gd name="connsiteX17" fmla="*/ 1106140 w 1547008"/>
              <a:gd name="connsiteY17" fmla="*/ 289905 h 887179"/>
              <a:gd name="connsiteX18" fmla="*/ 1114313 w 1547008"/>
              <a:gd name="connsiteY18" fmla="*/ 262735 h 887179"/>
              <a:gd name="connsiteX19" fmla="*/ 1096492 w 1547008"/>
              <a:gd name="connsiteY19" fmla="*/ 252277 h 887179"/>
              <a:gd name="connsiteX20" fmla="*/ 993844 w 1547008"/>
              <a:gd name="connsiteY20" fmla="*/ 62068 h 887179"/>
              <a:gd name="connsiteX21" fmla="*/ 997947 w 1547008"/>
              <a:gd name="connsiteY21" fmla="*/ 29593 h 887179"/>
              <a:gd name="connsiteX22" fmla="*/ 959448 w 1547008"/>
              <a:gd name="connsiteY22" fmla="*/ 18068 h 887179"/>
              <a:gd name="connsiteX23" fmla="*/ 947898 w 1547008"/>
              <a:gd name="connsiteY23" fmla="*/ 56489 h 887179"/>
              <a:gd name="connsiteX24" fmla="*/ 977330 w 1547008"/>
              <a:gd name="connsiteY24" fmla="*/ 70946 h 887179"/>
              <a:gd name="connsiteX25" fmla="*/ 1079978 w 1547008"/>
              <a:gd name="connsiteY25" fmla="*/ 261156 h 887179"/>
              <a:gd name="connsiteX26" fmla="*/ 1078920 w 1547008"/>
              <a:gd name="connsiteY26" fmla="*/ 281762 h 887179"/>
              <a:gd name="connsiteX27" fmla="*/ 1078907 w 1547008"/>
              <a:gd name="connsiteY27" fmla="*/ 281749 h 887179"/>
              <a:gd name="connsiteX28" fmla="*/ 913111 w 1547008"/>
              <a:gd name="connsiteY28" fmla="*/ 329466 h 887179"/>
              <a:gd name="connsiteX29" fmla="*/ 881047 w 1547008"/>
              <a:gd name="connsiteY29" fmla="*/ 319863 h 887179"/>
              <a:gd name="connsiteX30" fmla="*/ 884498 w 1547008"/>
              <a:gd name="connsiteY30" fmla="*/ 292789 h 887179"/>
              <a:gd name="connsiteX31" fmla="*/ 800409 w 1547008"/>
              <a:gd name="connsiteY31" fmla="*/ 136965 h 887179"/>
              <a:gd name="connsiteX32" fmla="*/ 785289 w 1547008"/>
              <a:gd name="connsiteY32" fmla="*/ 128170 h 887179"/>
              <a:gd name="connsiteX33" fmla="*/ 792154 w 1547008"/>
              <a:gd name="connsiteY33" fmla="*/ 105321 h 887179"/>
              <a:gd name="connsiteX34" fmla="*/ 815056 w 1547008"/>
              <a:gd name="connsiteY34" fmla="*/ 112181 h 887179"/>
              <a:gd name="connsiteX35" fmla="*/ 814090 w 1547008"/>
              <a:gd name="connsiteY35" fmla="*/ 129618 h 887179"/>
              <a:gd name="connsiteX36" fmla="*/ 898179 w 1547008"/>
              <a:gd name="connsiteY36" fmla="*/ 285442 h 887179"/>
              <a:gd name="connsiteX37" fmla="*/ 922735 w 1547008"/>
              <a:gd name="connsiteY37" fmla="*/ 297476 h 887179"/>
              <a:gd name="connsiteX38" fmla="*/ 913111 w 1547008"/>
              <a:gd name="connsiteY38" fmla="*/ 329466 h 887179"/>
              <a:gd name="connsiteX39" fmla="*/ 606999 w 1547008"/>
              <a:gd name="connsiteY39" fmla="*/ 464373 h 887179"/>
              <a:gd name="connsiteX40" fmla="*/ 633494 w 1547008"/>
              <a:gd name="connsiteY40" fmla="*/ 472304 h 887179"/>
              <a:gd name="connsiteX41" fmla="*/ 641441 w 1547008"/>
              <a:gd name="connsiteY41" fmla="*/ 445870 h 887179"/>
              <a:gd name="connsiteX42" fmla="*/ 623073 w 1547008"/>
              <a:gd name="connsiteY42" fmla="*/ 435686 h 887179"/>
              <a:gd name="connsiteX43" fmla="*/ 557341 w 1547008"/>
              <a:gd name="connsiteY43" fmla="*/ 313893 h 887179"/>
              <a:gd name="connsiteX44" fmla="*/ 560161 w 1547008"/>
              <a:gd name="connsiteY44" fmla="*/ 288206 h 887179"/>
              <a:gd name="connsiteX45" fmla="*/ 529121 w 1547008"/>
              <a:gd name="connsiteY45" fmla="*/ 278912 h 887179"/>
              <a:gd name="connsiteX46" fmla="*/ 519805 w 1547008"/>
              <a:gd name="connsiteY46" fmla="*/ 309880 h 887179"/>
              <a:gd name="connsiteX47" fmla="*/ 542851 w 1547008"/>
              <a:gd name="connsiteY47" fmla="*/ 321667 h 887179"/>
              <a:gd name="connsiteX48" fmla="*/ 608580 w 1547008"/>
              <a:gd name="connsiteY48" fmla="*/ 443460 h 887179"/>
              <a:gd name="connsiteX49" fmla="*/ 606987 w 1547008"/>
              <a:gd name="connsiteY49" fmla="*/ 464364 h 887179"/>
              <a:gd name="connsiteX50" fmla="*/ 606999 w 1547008"/>
              <a:gd name="connsiteY50" fmla="*/ 464373 h 887179"/>
              <a:gd name="connsiteX51" fmla="*/ 775010 w 1547008"/>
              <a:gd name="connsiteY51" fmla="*/ 653147 h 887179"/>
              <a:gd name="connsiteX52" fmla="*/ 880512 w 1547008"/>
              <a:gd name="connsiteY52" fmla="*/ 653147 h 887179"/>
              <a:gd name="connsiteX53" fmla="*/ 880512 w 1547008"/>
              <a:gd name="connsiteY53" fmla="*/ 653137 h 887179"/>
              <a:gd name="connsiteX54" fmla="*/ 1008571 w 1547008"/>
              <a:gd name="connsiteY54" fmla="*/ 768994 h 887179"/>
              <a:gd name="connsiteX55" fmla="*/ 880512 w 1547008"/>
              <a:gd name="connsiteY55" fmla="*/ 884853 h 887179"/>
              <a:gd name="connsiteX56" fmla="*/ 775010 w 1547008"/>
              <a:gd name="connsiteY56" fmla="*/ 884853 h 887179"/>
              <a:gd name="connsiteX57" fmla="*/ 775010 w 1547008"/>
              <a:gd name="connsiteY57" fmla="*/ 653147 h 887179"/>
              <a:gd name="connsiteX58" fmla="*/ 828759 w 1547008"/>
              <a:gd name="connsiteY58" fmla="*/ 840842 h 887179"/>
              <a:gd name="connsiteX59" fmla="*/ 877860 w 1547008"/>
              <a:gd name="connsiteY59" fmla="*/ 840842 h 887179"/>
              <a:gd name="connsiteX60" fmla="*/ 877860 w 1547008"/>
              <a:gd name="connsiteY60" fmla="*/ 840852 h 887179"/>
              <a:gd name="connsiteX61" fmla="*/ 954142 w 1547008"/>
              <a:gd name="connsiteY61" fmla="*/ 769006 h 887179"/>
              <a:gd name="connsiteX62" fmla="*/ 877860 w 1547008"/>
              <a:gd name="connsiteY62" fmla="*/ 697160 h 887179"/>
              <a:gd name="connsiteX63" fmla="*/ 828759 w 1547008"/>
              <a:gd name="connsiteY63" fmla="*/ 697160 h 887179"/>
              <a:gd name="connsiteX64" fmla="*/ 828759 w 1547008"/>
              <a:gd name="connsiteY64" fmla="*/ 840842 h 887179"/>
              <a:gd name="connsiteX65" fmla="*/ 0 w 1547008"/>
              <a:gd name="connsiteY65" fmla="*/ 653147 h 887179"/>
              <a:gd name="connsiteX66" fmla="*/ 95545 w 1547008"/>
              <a:gd name="connsiteY66" fmla="*/ 653147 h 887179"/>
              <a:gd name="connsiteX67" fmla="*/ 194398 w 1547008"/>
              <a:gd name="connsiteY67" fmla="*/ 735582 h 887179"/>
              <a:gd name="connsiteX68" fmla="*/ 95545 w 1547008"/>
              <a:gd name="connsiteY68" fmla="*/ 817981 h 887179"/>
              <a:gd name="connsiteX69" fmla="*/ 43103 w 1547008"/>
              <a:gd name="connsiteY69" fmla="*/ 817981 h 887179"/>
              <a:gd name="connsiteX70" fmla="*/ 43103 w 1547008"/>
              <a:gd name="connsiteY70" fmla="*/ 884853 h 887179"/>
              <a:gd name="connsiteX71" fmla="*/ 0 w 1547008"/>
              <a:gd name="connsiteY71" fmla="*/ 884853 h 887179"/>
              <a:gd name="connsiteX72" fmla="*/ 0 w 1547008"/>
              <a:gd name="connsiteY72" fmla="*/ 653147 h 887179"/>
              <a:gd name="connsiteX73" fmla="*/ 43103 w 1547008"/>
              <a:gd name="connsiteY73" fmla="*/ 781575 h 887179"/>
              <a:gd name="connsiteX74" fmla="*/ 93558 w 1547008"/>
              <a:gd name="connsiteY74" fmla="*/ 781575 h 887179"/>
              <a:gd name="connsiteX75" fmla="*/ 150938 w 1547008"/>
              <a:gd name="connsiteY75" fmla="*/ 735582 h 887179"/>
              <a:gd name="connsiteX76" fmla="*/ 93558 w 1547008"/>
              <a:gd name="connsiteY76" fmla="*/ 689552 h 887179"/>
              <a:gd name="connsiteX77" fmla="*/ 43103 w 1547008"/>
              <a:gd name="connsiteY77" fmla="*/ 689552 h 887179"/>
              <a:gd name="connsiteX78" fmla="*/ 43103 w 1547008"/>
              <a:gd name="connsiteY78" fmla="*/ 781575 h 887179"/>
              <a:gd name="connsiteX79" fmla="*/ 271384 w 1547008"/>
              <a:gd name="connsiteY79" fmla="*/ 708104 h 887179"/>
              <a:gd name="connsiteX80" fmla="*/ 271384 w 1547008"/>
              <a:gd name="connsiteY80" fmla="*/ 733908 h 887179"/>
              <a:gd name="connsiteX81" fmla="*/ 271396 w 1547008"/>
              <a:gd name="connsiteY81" fmla="*/ 733908 h 887179"/>
              <a:gd name="connsiteX82" fmla="*/ 334413 w 1547008"/>
              <a:gd name="connsiteY82" fmla="*/ 706120 h 887179"/>
              <a:gd name="connsiteX83" fmla="*/ 334413 w 1547008"/>
              <a:gd name="connsiteY83" fmla="*/ 745517 h 887179"/>
              <a:gd name="connsiteX84" fmla="*/ 324801 w 1547008"/>
              <a:gd name="connsiteY84" fmla="*/ 744507 h 887179"/>
              <a:gd name="connsiteX85" fmla="*/ 273371 w 1547008"/>
              <a:gd name="connsiteY85" fmla="*/ 799118 h 887179"/>
              <a:gd name="connsiteX86" fmla="*/ 273371 w 1547008"/>
              <a:gd name="connsiteY86" fmla="*/ 884853 h 887179"/>
              <a:gd name="connsiteX87" fmla="*/ 231897 w 1547008"/>
              <a:gd name="connsiteY87" fmla="*/ 884853 h 887179"/>
              <a:gd name="connsiteX88" fmla="*/ 231897 w 1547008"/>
              <a:gd name="connsiteY88" fmla="*/ 708104 h 887179"/>
              <a:gd name="connsiteX89" fmla="*/ 271384 w 1547008"/>
              <a:gd name="connsiteY89" fmla="*/ 708104 h 887179"/>
              <a:gd name="connsiteX90" fmla="*/ 447530 w 1547008"/>
              <a:gd name="connsiteY90" fmla="*/ 851749 h 887179"/>
              <a:gd name="connsiteX91" fmla="*/ 396528 w 1547008"/>
              <a:gd name="connsiteY91" fmla="*/ 810370 h 887179"/>
              <a:gd name="connsiteX92" fmla="*/ 354245 w 1547008"/>
              <a:gd name="connsiteY92" fmla="*/ 810370 h 887179"/>
              <a:gd name="connsiteX93" fmla="*/ 447530 w 1547008"/>
              <a:gd name="connsiteY93" fmla="*/ 887180 h 887179"/>
              <a:gd name="connsiteX94" fmla="*/ 541172 w 1547008"/>
              <a:gd name="connsiteY94" fmla="*/ 810370 h 887179"/>
              <a:gd name="connsiteX95" fmla="*/ 498892 w 1547008"/>
              <a:gd name="connsiteY95" fmla="*/ 810370 h 887179"/>
              <a:gd name="connsiteX96" fmla="*/ 447542 w 1547008"/>
              <a:gd name="connsiteY96" fmla="*/ 851749 h 887179"/>
              <a:gd name="connsiteX97" fmla="*/ 447530 w 1547008"/>
              <a:gd name="connsiteY97" fmla="*/ 851749 h 887179"/>
              <a:gd name="connsiteX98" fmla="*/ 396731 w 1547008"/>
              <a:gd name="connsiteY98" fmla="*/ 781575 h 887179"/>
              <a:gd name="connsiteX99" fmla="*/ 354402 w 1547008"/>
              <a:gd name="connsiteY99" fmla="*/ 781575 h 887179"/>
              <a:gd name="connsiteX100" fmla="*/ 447530 w 1547008"/>
              <a:gd name="connsiteY100" fmla="*/ 706120 h 887179"/>
              <a:gd name="connsiteX101" fmla="*/ 541018 w 1547008"/>
              <a:gd name="connsiteY101" fmla="*/ 781575 h 887179"/>
              <a:gd name="connsiteX102" fmla="*/ 498689 w 1547008"/>
              <a:gd name="connsiteY102" fmla="*/ 781575 h 887179"/>
              <a:gd name="connsiteX103" fmla="*/ 447530 w 1547008"/>
              <a:gd name="connsiteY103" fmla="*/ 741208 h 887179"/>
              <a:gd name="connsiteX104" fmla="*/ 396731 w 1547008"/>
              <a:gd name="connsiteY104" fmla="*/ 781575 h 887179"/>
              <a:gd name="connsiteX105" fmla="*/ 662855 w 1547008"/>
              <a:gd name="connsiteY105" fmla="*/ 741208 h 887179"/>
              <a:gd name="connsiteX106" fmla="*/ 707005 w 1547008"/>
              <a:gd name="connsiteY106" fmla="*/ 765694 h 887179"/>
              <a:gd name="connsiteX107" fmla="*/ 738830 w 1547008"/>
              <a:gd name="connsiteY107" fmla="*/ 747142 h 887179"/>
              <a:gd name="connsiteX108" fmla="*/ 663200 w 1547008"/>
              <a:gd name="connsiteY108" fmla="*/ 706120 h 887179"/>
              <a:gd name="connsiteX109" fmla="*/ 567310 w 1547008"/>
              <a:gd name="connsiteY109" fmla="*/ 796471 h 887179"/>
              <a:gd name="connsiteX110" fmla="*/ 663200 w 1547008"/>
              <a:gd name="connsiteY110" fmla="*/ 887180 h 887179"/>
              <a:gd name="connsiteX111" fmla="*/ 738830 w 1547008"/>
              <a:gd name="connsiteY111" fmla="*/ 845803 h 887179"/>
              <a:gd name="connsiteX112" fmla="*/ 707005 w 1547008"/>
              <a:gd name="connsiteY112" fmla="*/ 827248 h 887179"/>
              <a:gd name="connsiteX113" fmla="*/ 662855 w 1547008"/>
              <a:gd name="connsiteY113" fmla="*/ 851737 h 887179"/>
              <a:gd name="connsiteX114" fmla="*/ 609128 w 1547008"/>
              <a:gd name="connsiteY114" fmla="*/ 796471 h 887179"/>
              <a:gd name="connsiteX115" fmla="*/ 662855 w 1547008"/>
              <a:gd name="connsiteY115" fmla="*/ 741208 h 887179"/>
              <a:gd name="connsiteX116" fmla="*/ 1208954 w 1547008"/>
              <a:gd name="connsiteY116" fmla="*/ 793837 h 887179"/>
              <a:gd name="connsiteX117" fmla="*/ 1093493 w 1547008"/>
              <a:gd name="connsiteY117" fmla="*/ 653147 h 887179"/>
              <a:gd name="connsiteX118" fmla="*/ 1049033 w 1547008"/>
              <a:gd name="connsiteY118" fmla="*/ 653147 h 887179"/>
              <a:gd name="connsiteX119" fmla="*/ 1049033 w 1547008"/>
              <a:gd name="connsiteY119" fmla="*/ 884853 h 887179"/>
              <a:gd name="connsiteX120" fmla="*/ 1102130 w 1547008"/>
              <a:gd name="connsiteY120" fmla="*/ 884853 h 887179"/>
              <a:gd name="connsiteX121" fmla="*/ 1102130 w 1547008"/>
              <a:gd name="connsiteY121" fmla="*/ 744199 h 887179"/>
              <a:gd name="connsiteX122" fmla="*/ 1217901 w 1547008"/>
              <a:gd name="connsiteY122" fmla="*/ 884853 h 887179"/>
              <a:gd name="connsiteX123" fmla="*/ 1262014 w 1547008"/>
              <a:gd name="connsiteY123" fmla="*/ 884853 h 887179"/>
              <a:gd name="connsiteX124" fmla="*/ 1262014 w 1547008"/>
              <a:gd name="connsiteY124" fmla="*/ 653147 h 887179"/>
              <a:gd name="connsiteX125" fmla="*/ 1208954 w 1547008"/>
              <a:gd name="connsiteY125" fmla="*/ 653147 h 887179"/>
              <a:gd name="connsiteX126" fmla="*/ 1208954 w 1547008"/>
              <a:gd name="connsiteY126" fmla="*/ 793837 h 887179"/>
              <a:gd name="connsiteX127" fmla="*/ 1390086 w 1547008"/>
              <a:gd name="connsiteY127" fmla="*/ 653147 h 887179"/>
              <a:gd name="connsiteX128" fmla="*/ 1443183 w 1547008"/>
              <a:gd name="connsiteY128" fmla="*/ 653147 h 887179"/>
              <a:gd name="connsiteX129" fmla="*/ 1547008 w 1547008"/>
              <a:gd name="connsiteY129" fmla="*/ 884853 h 887179"/>
              <a:gd name="connsiteX130" fmla="*/ 1490605 w 1547008"/>
              <a:gd name="connsiteY130" fmla="*/ 884853 h 887179"/>
              <a:gd name="connsiteX131" fmla="*/ 1470071 w 1547008"/>
              <a:gd name="connsiteY131" fmla="*/ 835216 h 887179"/>
              <a:gd name="connsiteX132" fmla="*/ 1453142 w 1547008"/>
              <a:gd name="connsiteY132" fmla="*/ 794502 h 887179"/>
              <a:gd name="connsiteX133" fmla="*/ 1451428 w 1547008"/>
              <a:gd name="connsiteY133" fmla="*/ 790347 h 887179"/>
              <a:gd name="connsiteX134" fmla="*/ 1416307 w 1547008"/>
              <a:gd name="connsiteY134" fmla="*/ 705778 h 887179"/>
              <a:gd name="connsiteX135" fmla="*/ 1379462 w 1547008"/>
              <a:gd name="connsiteY135" fmla="*/ 794502 h 887179"/>
              <a:gd name="connsiteX136" fmla="*/ 1362271 w 1547008"/>
              <a:gd name="connsiteY136" fmla="*/ 835216 h 887179"/>
              <a:gd name="connsiteX137" fmla="*/ 1361450 w 1547008"/>
              <a:gd name="connsiteY137" fmla="*/ 837115 h 887179"/>
              <a:gd name="connsiteX138" fmla="*/ 1341654 w 1547008"/>
              <a:gd name="connsiteY138" fmla="*/ 884853 h 887179"/>
              <a:gd name="connsiteX139" fmla="*/ 1286605 w 1547008"/>
              <a:gd name="connsiteY139" fmla="*/ 884853 h 887179"/>
              <a:gd name="connsiteX140" fmla="*/ 1390086 w 1547008"/>
              <a:gd name="connsiteY140" fmla="*/ 653147 h 887179"/>
              <a:gd name="connsiteX141" fmla="*/ 714393 w 1547008"/>
              <a:gd name="connsiteY141" fmla="*/ 455827 h 887179"/>
              <a:gd name="connsiteX142" fmla="*/ 734690 w 1547008"/>
              <a:gd name="connsiteY142" fmla="*/ 461905 h 887179"/>
              <a:gd name="connsiteX143" fmla="*/ 740782 w 1547008"/>
              <a:gd name="connsiteY143" fmla="*/ 441657 h 887179"/>
              <a:gd name="connsiteX144" fmla="*/ 730479 w 1547008"/>
              <a:gd name="connsiteY144" fmla="*/ 434141 h 887179"/>
              <a:gd name="connsiteX145" fmla="*/ 657073 w 1547008"/>
              <a:gd name="connsiteY145" fmla="*/ 298117 h 887179"/>
              <a:gd name="connsiteX146" fmla="*/ 662249 w 1547008"/>
              <a:gd name="connsiteY146" fmla="*/ 265038 h 887179"/>
              <a:gd name="connsiteX147" fmla="*/ 624405 w 1547008"/>
              <a:gd name="connsiteY147" fmla="*/ 253715 h 887179"/>
              <a:gd name="connsiteX148" fmla="*/ 613055 w 1547008"/>
              <a:gd name="connsiteY148" fmla="*/ 291472 h 887179"/>
              <a:gd name="connsiteX149" fmla="*/ 643594 w 1547008"/>
              <a:gd name="connsiteY149" fmla="*/ 305371 h 887179"/>
              <a:gd name="connsiteX150" fmla="*/ 715915 w 1547008"/>
              <a:gd name="connsiteY150" fmla="*/ 439376 h 887179"/>
              <a:gd name="connsiteX151" fmla="*/ 714405 w 1547008"/>
              <a:gd name="connsiteY151" fmla="*/ 455839 h 887179"/>
              <a:gd name="connsiteX152" fmla="*/ 714393 w 1547008"/>
              <a:gd name="connsiteY152" fmla="*/ 455827 h 887179"/>
              <a:gd name="connsiteX153" fmla="*/ 569915 w 1547008"/>
              <a:gd name="connsiteY153" fmla="*/ 552411 h 887179"/>
              <a:gd name="connsiteX154" fmla="*/ 547240 w 1547008"/>
              <a:gd name="connsiteY154" fmla="*/ 545621 h 887179"/>
              <a:gd name="connsiteX155" fmla="*/ 547240 w 1547008"/>
              <a:gd name="connsiteY155" fmla="*/ 545633 h 887179"/>
              <a:gd name="connsiteX156" fmla="*/ 547621 w 1547008"/>
              <a:gd name="connsiteY156" fmla="*/ 529254 h 887179"/>
              <a:gd name="connsiteX157" fmla="*/ 446983 w 1547008"/>
              <a:gd name="connsiteY157" fmla="*/ 342783 h 887179"/>
              <a:gd name="connsiteX158" fmla="*/ 414552 w 1547008"/>
              <a:gd name="connsiteY158" fmla="*/ 327755 h 887179"/>
              <a:gd name="connsiteX159" fmla="*/ 426759 w 1547008"/>
              <a:gd name="connsiteY159" fmla="*/ 287160 h 887179"/>
              <a:gd name="connsiteX160" fmla="*/ 467446 w 1547008"/>
              <a:gd name="connsiteY160" fmla="*/ 299339 h 887179"/>
              <a:gd name="connsiteX161" fmla="*/ 462164 w 1547008"/>
              <a:gd name="connsiteY161" fmla="*/ 334615 h 887179"/>
              <a:gd name="connsiteX162" fmla="*/ 562801 w 1547008"/>
              <a:gd name="connsiteY162" fmla="*/ 521086 h 887179"/>
              <a:gd name="connsiteX163" fmla="*/ 576721 w 1547008"/>
              <a:gd name="connsiteY163" fmla="*/ 529787 h 887179"/>
              <a:gd name="connsiteX164" fmla="*/ 569915 w 1547008"/>
              <a:gd name="connsiteY164" fmla="*/ 552411 h 887179"/>
              <a:gd name="connsiteX165" fmla="*/ 1025073 w 1547008"/>
              <a:gd name="connsiteY165" fmla="*/ 342866 h 887179"/>
              <a:gd name="connsiteX166" fmla="*/ 986573 w 1547008"/>
              <a:gd name="connsiteY166" fmla="*/ 331340 h 887179"/>
              <a:gd name="connsiteX167" fmla="*/ 986561 w 1547008"/>
              <a:gd name="connsiteY167" fmla="*/ 331340 h 887179"/>
              <a:gd name="connsiteX168" fmla="*/ 991891 w 1547008"/>
              <a:gd name="connsiteY168" fmla="*/ 297618 h 887179"/>
              <a:gd name="connsiteX169" fmla="*/ 911029 w 1547008"/>
              <a:gd name="connsiteY169" fmla="*/ 147790 h 887179"/>
              <a:gd name="connsiteX170" fmla="*/ 896299 w 1547008"/>
              <a:gd name="connsiteY170" fmla="*/ 139161 h 887179"/>
              <a:gd name="connsiteX171" fmla="*/ 903045 w 1547008"/>
              <a:gd name="connsiteY171" fmla="*/ 116751 h 887179"/>
              <a:gd name="connsiteX172" fmla="*/ 925507 w 1547008"/>
              <a:gd name="connsiteY172" fmla="*/ 123469 h 887179"/>
              <a:gd name="connsiteX173" fmla="*/ 924615 w 1547008"/>
              <a:gd name="connsiteY173" fmla="*/ 140490 h 887179"/>
              <a:gd name="connsiteX174" fmla="*/ 1005480 w 1547008"/>
              <a:gd name="connsiteY174" fmla="*/ 290318 h 887179"/>
              <a:gd name="connsiteX175" fmla="*/ 1036625 w 1547008"/>
              <a:gd name="connsiteY175" fmla="*/ 304444 h 887179"/>
              <a:gd name="connsiteX176" fmla="*/ 1025073 w 1547008"/>
              <a:gd name="connsiteY176" fmla="*/ 342866 h 887179"/>
              <a:gd name="connsiteX177" fmla="*/ 376791 w 1547008"/>
              <a:gd name="connsiteY177" fmla="*/ 357205 h 887179"/>
              <a:gd name="connsiteX178" fmla="*/ 354116 w 1547008"/>
              <a:gd name="connsiteY178" fmla="*/ 350416 h 887179"/>
              <a:gd name="connsiteX179" fmla="*/ 347309 w 1547008"/>
              <a:gd name="connsiteY179" fmla="*/ 373037 h 887179"/>
              <a:gd name="connsiteX180" fmla="*/ 361350 w 1547008"/>
              <a:gd name="connsiteY180" fmla="*/ 381738 h 887179"/>
              <a:gd name="connsiteX181" fmla="*/ 445091 w 1547008"/>
              <a:gd name="connsiteY181" fmla="*/ 536921 h 887179"/>
              <a:gd name="connsiteX182" fmla="*/ 442129 w 1547008"/>
              <a:gd name="connsiteY182" fmla="*/ 563663 h 887179"/>
              <a:gd name="connsiteX183" fmla="*/ 474406 w 1547008"/>
              <a:gd name="connsiteY183" fmla="*/ 573324 h 887179"/>
              <a:gd name="connsiteX184" fmla="*/ 484091 w 1547008"/>
              <a:gd name="connsiteY184" fmla="*/ 541122 h 887179"/>
              <a:gd name="connsiteX185" fmla="*/ 460082 w 1547008"/>
              <a:gd name="connsiteY185" fmla="*/ 528873 h 887179"/>
              <a:gd name="connsiteX186" fmla="*/ 376338 w 1547008"/>
              <a:gd name="connsiteY186" fmla="*/ 373690 h 887179"/>
              <a:gd name="connsiteX187" fmla="*/ 376791 w 1547008"/>
              <a:gd name="connsiteY187" fmla="*/ 357205 h 887179"/>
              <a:gd name="connsiteX188" fmla="*/ 786181 w 1547008"/>
              <a:gd name="connsiteY188" fmla="*/ 381063 h 887179"/>
              <a:gd name="connsiteX189" fmla="*/ 739485 w 1547008"/>
              <a:gd name="connsiteY189" fmla="*/ 436065 h 887179"/>
              <a:gd name="connsiteX190" fmla="*/ 742982 w 1547008"/>
              <a:gd name="connsiteY190" fmla="*/ 440469 h 887179"/>
              <a:gd name="connsiteX191" fmla="*/ 735880 w 1547008"/>
              <a:gd name="connsiteY191" fmla="*/ 464090 h 887179"/>
              <a:gd name="connsiteX192" fmla="*/ 713193 w 1547008"/>
              <a:gd name="connsiteY192" fmla="*/ 458452 h 887179"/>
              <a:gd name="connsiteX193" fmla="*/ 579874 w 1547008"/>
              <a:gd name="connsiteY193" fmla="*/ 523545 h 887179"/>
              <a:gd name="connsiteX194" fmla="*/ 582122 w 1547008"/>
              <a:gd name="connsiteY194" fmla="*/ 526869 h 887179"/>
              <a:gd name="connsiteX195" fmla="*/ 572831 w 1547008"/>
              <a:gd name="connsiteY195" fmla="*/ 557775 h 887179"/>
              <a:gd name="connsiteX196" fmla="*/ 541851 w 1547008"/>
              <a:gd name="connsiteY196" fmla="*/ 548505 h 887179"/>
              <a:gd name="connsiteX197" fmla="*/ 539935 w 1547008"/>
              <a:gd name="connsiteY197" fmla="*/ 531840 h 887179"/>
              <a:gd name="connsiteX198" fmla="*/ 487173 w 1547008"/>
              <a:gd name="connsiteY198" fmla="*/ 536730 h 887179"/>
              <a:gd name="connsiteX199" fmla="*/ 488219 w 1547008"/>
              <a:gd name="connsiteY199" fmla="*/ 538223 h 887179"/>
              <a:gd name="connsiteX200" fmla="*/ 488527 w 1547008"/>
              <a:gd name="connsiteY200" fmla="*/ 538737 h 887179"/>
              <a:gd name="connsiteX201" fmla="*/ 476799 w 1547008"/>
              <a:gd name="connsiteY201" fmla="*/ 577740 h 887179"/>
              <a:gd name="connsiteX202" fmla="*/ 437703 w 1547008"/>
              <a:gd name="connsiteY202" fmla="*/ 566036 h 887179"/>
              <a:gd name="connsiteX203" fmla="*/ 439548 w 1547008"/>
              <a:gd name="connsiteY203" fmla="*/ 535972 h 887179"/>
              <a:gd name="connsiteX204" fmla="*/ 163430 w 1547008"/>
              <a:gd name="connsiteY204" fmla="*/ 454866 h 887179"/>
              <a:gd name="connsiteX205" fmla="*/ 786193 w 1547008"/>
              <a:gd name="connsiteY205" fmla="*/ 381039 h 887179"/>
              <a:gd name="connsiteX206" fmla="*/ 786181 w 1547008"/>
              <a:gd name="connsiteY206" fmla="*/ 381063 h 887179"/>
              <a:gd name="connsiteX207" fmla="*/ 344157 w 1547008"/>
              <a:gd name="connsiteY207" fmla="*/ 374736 h 887179"/>
              <a:gd name="connsiteX208" fmla="*/ 352437 w 1547008"/>
              <a:gd name="connsiteY208" fmla="*/ 382960 h 887179"/>
              <a:gd name="connsiteX209" fmla="*/ 352415 w 1547008"/>
              <a:gd name="connsiteY209" fmla="*/ 382972 h 887179"/>
              <a:gd name="connsiteX210" fmla="*/ 316878 w 1547008"/>
              <a:gd name="connsiteY210" fmla="*/ 424172 h 887179"/>
              <a:gd name="connsiteX211" fmla="*/ 444651 w 1547008"/>
              <a:gd name="connsiteY211" fmla="*/ 264277 h 887179"/>
              <a:gd name="connsiteX212" fmla="*/ 768917 w 1547008"/>
              <a:gd name="connsiteY212" fmla="*/ 255709 h 887179"/>
              <a:gd name="connsiteX213" fmla="*/ 878143 w 1547008"/>
              <a:gd name="connsiteY213" fmla="*/ 291838 h 887179"/>
              <a:gd name="connsiteX214" fmla="*/ 876147 w 1547008"/>
              <a:gd name="connsiteY214" fmla="*/ 322474 h 887179"/>
              <a:gd name="connsiteX215" fmla="*/ 915726 w 1547008"/>
              <a:gd name="connsiteY215" fmla="*/ 334319 h 887179"/>
              <a:gd name="connsiteX216" fmla="*/ 929862 w 1547008"/>
              <a:gd name="connsiteY216" fmla="*/ 300265 h 887179"/>
              <a:gd name="connsiteX217" fmla="*/ 981446 w 1547008"/>
              <a:gd name="connsiteY217" fmla="*/ 302663 h 887179"/>
              <a:gd name="connsiteX218" fmla="*/ 981803 w 1547008"/>
              <a:gd name="connsiteY218" fmla="*/ 333892 h 887179"/>
              <a:gd name="connsiteX219" fmla="*/ 1027631 w 1547008"/>
              <a:gd name="connsiteY219" fmla="*/ 347615 h 887179"/>
              <a:gd name="connsiteX220" fmla="*/ 1041383 w 1547008"/>
              <a:gd name="connsiteY220" fmla="*/ 301893 h 887179"/>
              <a:gd name="connsiteX221" fmla="*/ 1038458 w 1547008"/>
              <a:gd name="connsiteY221" fmla="*/ 297584 h 887179"/>
              <a:gd name="connsiteX222" fmla="*/ 1078062 w 1547008"/>
              <a:gd name="connsiteY222" fmla="*/ 289001 h 887179"/>
              <a:gd name="connsiteX223" fmla="*/ 1108484 w 1547008"/>
              <a:gd name="connsiteY223" fmla="*/ 294272 h 887179"/>
              <a:gd name="connsiteX224" fmla="*/ 1121559 w 1547008"/>
              <a:gd name="connsiteY224" fmla="*/ 274034 h 887179"/>
              <a:gd name="connsiteX225" fmla="*/ 1245193 w 1547008"/>
              <a:gd name="connsiteY225" fmla="*/ 188288 h 887179"/>
              <a:gd name="connsiteX226" fmla="*/ 1237079 w 1547008"/>
              <a:gd name="connsiteY226" fmla="*/ 201084 h 887179"/>
              <a:gd name="connsiteX227" fmla="*/ 788002 w 1547008"/>
              <a:gd name="connsiteY227" fmla="*/ 339850 h 887179"/>
              <a:gd name="connsiteX228" fmla="*/ 659727 w 1547008"/>
              <a:gd name="connsiteY228" fmla="*/ 302782 h 887179"/>
              <a:gd name="connsiteX229" fmla="*/ 666829 w 1547008"/>
              <a:gd name="connsiteY229" fmla="*/ 262569 h 887179"/>
              <a:gd name="connsiteX230" fmla="*/ 621941 w 1547008"/>
              <a:gd name="connsiteY230" fmla="*/ 249132 h 887179"/>
              <a:gd name="connsiteX231" fmla="*/ 608475 w 1547008"/>
              <a:gd name="connsiteY231" fmla="*/ 293916 h 887179"/>
              <a:gd name="connsiteX232" fmla="*/ 610545 w 1547008"/>
              <a:gd name="connsiteY232" fmla="*/ 296978 h 887179"/>
              <a:gd name="connsiteX233" fmla="*/ 567823 w 1547008"/>
              <a:gd name="connsiteY233" fmla="*/ 296445 h 887179"/>
              <a:gd name="connsiteX234" fmla="*/ 564597 w 1547008"/>
              <a:gd name="connsiteY234" fmla="*/ 285833 h 887179"/>
              <a:gd name="connsiteX235" fmla="*/ 526753 w 1547008"/>
              <a:gd name="connsiteY235" fmla="*/ 274508 h 887179"/>
              <a:gd name="connsiteX236" fmla="*/ 512370 w 1547008"/>
              <a:gd name="connsiteY236" fmla="*/ 302641 h 887179"/>
              <a:gd name="connsiteX237" fmla="*/ 477881 w 1547008"/>
              <a:gd name="connsiteY237" fmla="*/ 311089 h 887179"/>
              <a:gd name="connsiteX238" fmla="*/ 473609 w 1547008"/>
              <a:gd name="connsiteY238" fmla="*/ 296017 h 887179"/>
              <a:gd name="connsiteX239" fmla="*/ 423462 w 1547008"/>
              <a:gd name="connsiteY239" fmla="*/ 281002 h 887179"/>
              <a:gd name="connsiteX240" fmla="*/ 408413 w 1547008"/>
              <a:gd name="connsiteY240" fmla="*/ 331032 h 887179"/>
              <a:gd name="connsiteX241" fmla="*/ 413613 w 1547008"/>
              <a:gd name="connsiteY241" fmla="*/ 338213 h 887179"/>
              <a:gd name="connsiteX242" fmla="*/ 381361 w 1547008"/>
              <a:gd name="connsiteY242" fmla="*/ 358938 h 887179"/>
              <a:gd name="connsiteX243" fmla="*/ 379931 w 1547008"/>
              <a:gd name="connsiteY243" fmla="*/ 355519 h 887179"/>
              <a:gd name="connsiteX244" fmla="*/ 352415 w 1547008"/>
              <a:gd name="connsiteY244" fmla="*/ 347282 h 887179"/>
              <a:gd name="connsiteX245" fmla="*/ 344157 w 1547008"/>
              <a:gd name="connsiteY245" fmla="*/ 374736 h 88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1547008" h="887179">
                <a:moveTo>
                  <a:pt x="789988" y="101309"/>
                </a:moveTo>
                <a:cubicBezTo>
                  <a:pt x="779553" y="106923"/>
                  <a:pt x="775652" y="119908"/>
                  <a:pt x="781266" y="130318"/>
                </a:cubicBezTo>
                <a:lnTo>
                  <a:pt x="781256" y="130306"/>
                </a:lnTo>
                <a:cubicBezTo>
                  <a:pt x="781875" y="131457"/>
                  <a:pt x="782622" y="132502"/>
                  <a:pt x="783409" y="133487"/>
                </a:cubicBezTo>
                <a:cubicBezTo>
                  <a:pt x="772202" y="144134"/>
                  <a:pt x="761910" y="155992"/>
                  <a:pt x="752775" y="169309"/>
                </a:cubicBezTo>
                <a:cubicBezTo>
                  <a:pt x="752775" y="169309"/>
                  <a:pt x="823228" y="-174753"/>
                  <a:pt x="1383578" y="118068"/>
                </a:cubicBezTo>
                <a:cubicBezTo>
                  <a:pt x="1383578" y="118068"/>
                  <a:pt x="1185898" y="45510"/>
                  <a:pt x="1003871" y="54412"/>
                </a:cubicBezTo>
                <a:cubicBezTo>
                  <a:pt x="1007036" y="45831"/>
                  <a:pt x="1006763" y="36038"/>
                  <a:pt x="1002075" y="27350"/>
                </a:cubicBezTo>
                <a:cubicBezTo>
                  <a:pt x="993404" y="11278"/>
                  <a:pt x="973298" y="5261"/>
                  <a:pt x="957178" y="13913"/>
                </a:cubicBezTo>
                <a:cubicBezTo>
                  <a:pt x="941067" y="22566"/>
                  <a:pt x="935036" y="42626"/>
                  <a:pt x="943709" y="58709"/>
                </a:cubicBezTo>
                <a:cubicBezTo>
                  <a:pt x="943846" y="58961"/>
                  <a:pt x="944000" y="59195"/>
                  <a:pt x="944164" y="59423"/>
                </a:cubicBezTo>
                <a:cubicBezTo>
                  <a:pt x="944237" y="59526"/>
                  <a:pt x="944310" y="59627"/>
                  <a:pt x="944386" y="59729"/>
                </a:cubicBezTo>
                <a:lnTo>
                  <a:pt x="944401" y="59748"/>
                </a:lnTo>
                <a:cubicBezTo>
                  <a:pt x="944577" y="59986"/>
                  <a:pt x="944753" y="60225"/>
                  <a:pt x="944912" y="60478"/>
                </a:cubicBezTo>
                <a:cubicBezTo>
                  <a:pt x="898179" y="68062"/>
                  <a:pt x="854244" y="82650"/>
                  <a:pt x="817006" y="106982"/>
                </a:cubicBezTo>
                <a:cubicBezTo>
                  <a:pt x="810688" y="98923"/>
                  <a:pt x="799327" y="96288"/>
                  <a:pt x="789988" y="101309"/>
                </a:cubicBezTo>
                <a:close/>
                <a:moveTo>
                  <a:pt x="1078907" y="281749"/>
                </a:moveTo>
                <a:cubicBezTo>
                  <a:pt x="1084167" y="291506"/>
                  <a:pt x="1096360" y="295150"/>
                  <a:pt x="1106140" y="289905"/>
                </a:cubicBezTo>
                <a:cubicBezTo>
                  <a:pt x="1115918" y="284658"/>
                  <a:pt x="1119572" y="272492"/>
                  <a:pt x="1114313" y="262735"/>
                </a:cubicBezTo>
                <a:cubicBezTo>
                  <a:pt x="1110661" y="255968"/>
                  <a:pt x="1103677" y="252241"/>
                  <a:pt x="1096492" y="252277"/>
                </a:cubicBezTo>
                <a:lnTo>
                  <a:pt x="993844" y="62068"/>
                </a:lnTo>
                <a:cubicBezTo>
                  <a:pt x="1001743" y="53415"/>
                  <a:pt x="1003825" y="40477"/>
                  <a:pt x="997947" y="29593"/>
                </a:cubicBezTo>
                <a:cubicBezTo>
                  <a:pt x="990501" y="15801"/>
                  <a:pt x="973261" y="10638"/>
                  <a:pt x="959448" y="18068"/>
                </a:cubicBezTo>
                <a:cubicBezTo>
                  <a:pt x="945625" y="25498"/>
                  <a:pt x="940449" y="42697"/>
                  <a:pt x="947898" y="56489"/>
                </a:cubicBezTo>
                <a:cubicBezTo>
                  <a:pt x="953773" y="67374"/>
                  <a:pt x="965744" y="72762"/>
                  <a:pt x="977330" y="70946"/>
                </a:cubicBezTo>
                <a:lnTo>
                  <a:pt x="1079978" y="261156"/>
                </a:lnTo>
                <a:cubicBezTo>
                  <a:pt x="1075992" y="267127"/>
                  <a:pt x="1075266" y="274997"/>
                  <a:pt x="1078920" y="281762"/>
                </a:cubicBezTo>
                <a:lnTo>
                  <a:pt x="1078907" y="281749"/>
                </a:lnTo>
                <a:close/>
                <a:moveTo>
                  <a:pt x="913111" y="329466"/>
                </a:moveTo>
                <a:cubicBezTo>
                  <a:pt x="901605" y="335649"/>
                  <a:pt x="887247" y="331352"/>
                  <a:pt x="881047" y="319863"/>
                </a:cubicBezTo>
                <a:cubicBezTo>
                  <a:pt x="876147" y="310782"/>
                  <a:pt x="877894" y="299994"/>
                  <a:pt x="884498" y="292789"/>
                </a:cubicBezTo>
                <a:lnTo>
                  <a:pt x="800409" y="136965"/>
                </a:lnTo>
                <a:cubicBezTo>
                  <a:pt x="794319" y="137048"/>
                  <a:pt x="788383" y="133891"/>
                  <a:pt x="785289" y="128170"/>
                </a:cubicBezTo>
                <a:cubicBezTo>
                  <a:pt x="780863" y="119968"/>
                  <a:pt x="783932" y="109736"/>
                  <a:pt x="792154" y="105321"/>
                </a:cubicBezTo>
                <a:cubicBezTo>
                  <a:pt x="800373" y="100905"/>
                  <a:pt x="810630" y="103980"/>
                  <a:pt x="815056" y="112181"/>
                </a:cubicBezTo>
                <a:cubicBezTo>
                  <a:pt x="818147" y="117902"/>
                  <a:pt x="817517" y="124585"/>
                  <a:pt x="814090" y="129618"/>
                </a:cubicBezTo>
                <a:lnTo>
                  <a:pt x="898179" y="285442"/>
                </a:lnTo>
                <a:cubicBezTo>
                  <a:pt x="907840" y="283910"/>
                  <a:pt x="917833" y="288397"/>
                  <a:pt x="922735" y="297476"/>
                </a:cubicBezTo>
                <a:cubicBezTo>
                  <a:pt x="928933" y="308953"/>
                  <a:pt x="924627" y="323280"/>
                  <a:pt x="913111" y="329466"/>
                </a:cubicBezTo>
                <a:close/>
                <a:moveTo>
                  <a:pt x="606999" y="464373"/>
                </a:moveTo>
                <a:cubicBezTo>
                  <a:pt x="612114" y="473871"/>
                  <a:pt x="623987" y="477419"/>
                  <a:pt x="633494" y="472304"/>
                </a:cubicBezTo>
                <a:cubicBezTo>
                  <a:pt x="643010" y="467199"/>
                  <a:pt x="646569" y="455353"/>
                  <a:pt x="641441" y="445870"/>
                </a:cubicBezTo>
                <a:cubicBezTo>
                  <a:pt x="637717" y="438973"/>
                  <a:pt x="630424" y="435271"/>
                  <a:pt x="623073" y="435686"/>
                </a:cubicBezTo>
                <a:lnTo>
                  <a:pt x="557341" y="313893"/>
                </a:lnTo>
                <a:cubicBezTo>
                  <a:pt x="563326" y="306925"/>
                  <a:pt x="564788" y="296765"/>
                  <a:pt x="560161" y="288206"/>
                </a:cubicBezTo>
                <a:cubicBezTo>
                  <a:pt x="554164" y="277084"/>
                  <a:pt x="540268" y="272932"/>
                  <a:pt x="529121" y="278912"/>
                </a:cubicBezTo>
                <a:cubicBezTo>
                  <a:pt x="517974" y="284895"/>
                  <a:pt x="513810" y="298760"/>
                  <a:pt x="519805" y="309880"/>
                </a:cubicBezTo>
                <a:cubicBezTo>
                  <a:pt x="524421" y="318438"/>
                  <a:pt x="533725" y="322818"/>
                  <a:pt x="542851" y="321667"/>
                </a:cubicBezTo>
                <a:lnTo>
                  <a:pt x="608580" y="443460"/>
                </a:lnTo>
                <a:cubicBezTo>
                  <a:pt x="604179" y="449348"/>
                  <a:pt x="603262" y="457467"/>
                  <a:pt x="606987" y="464364"/>
                </a:cubicBezTo>
                <a:lnTo>
                  <a:pt x="606999" y="464373"/>
                </a:lnTo>
                <a:close/>
                <a:moveTo>
                  <a:pt x="775010" y="653147"/>
                </a:moveTo>
                <a:lnTo>
                  <a:pt x="880512" y="653147"/>
                </a:lnTo>
                <a:lnTo>
                  <a:pt x="880512" y="653137"/>
                </a:lnTo>
                <a:cubicBezTo>
                  <a:pt x="956486" y="653137"/>
                  <a:pt x="1008571" y="698822"/>
                  <a:pt x="1008571" y="768994"/>
                </a:cubicBezTo>
                <a:cubicBezTo>
                  <a:pt x="1008571" y="839168"/>
                  <a:pt x="956486" y="884853"/>
                  <a:pt x="880512" y="884853"/>
                </a:cubicBezTo>
                <a:lnTo>
                  <a:pt x="775010" y="884853"/>
                </a:lnTo>
                <a:lnTo>
                  <a:pt x="775010" y="653147"/>
                </a:lnTo>
                <a:close/>
                <a:moveTo>
                  <a:pt x="828759" y="840842"/>
                </a:moveTo>
                <a:lnTo>
                  <a:pt x="877860" y="840842"/>
                </a:lnTo>
                <a:lnTo>
                  <a:pt x="877860" y="840852"/>
                </a:lnTo>
                <a:cubicBezTo>
                  <a:pt x="923960" y="840852"/>
                  <a:pt x="954142" y="813374"/>
                  <a:pt x="954142" y="769006"/>
                </a:cubicBezTo>
                <a:cubicBezTo>
                  <a:pt x="954142" y="724638"/>
                  <a:pt x="923960" y="697160"/>
                  <a:pt x="877860" y="697160"/>
                </a:cubicBezTo>
                <a:lnTo>
                  <a:pt x="828759" y="697160"/>
                </a:lnTo>
                <a:lnTo>
                  <a:pt x="828759" y="840842"/>
                </a:lnTo>
                <a:close/>
                <a:moveTo>
                  <a:pt x="0" y="653147"/>
                </a:moveTo>
                <a:lnTo>
                  <a:pt x="95545" y="653147"/>
                </a:lnTo>
                <a:cubicBezTo>
                  <a:pt x="156589" y="653147"/>
                  <a:pt x="194398" y="684625"/>
                  <a:pt x="194398" y="735582"/>
                </a:cubicBezTo>
                <a:cubicBezTo>
                  <a:pt x="194398" y="786537"/>
                  <a:pt x="156577" y="817981"/>
                  <a:pt x="95545" y="817981"/>
                </a:cubicBezTo>
                <a:lnTo>
                  <a:pt x="43103" y="817981"/>
                </a:lnTo>
                <a:lnTo>
                  <a:pt x="43103" y="884853"/>
                </a:lnTo>
                <a:lnTo>
                  <a:pt x="0" y="884853"/>
                </a:lnTo>
                <a:lnTo>
                  <a:pt x="0" y="653147"/>
                </a:lnTo>
                <a:close/>
                <a:moveTo>
                  <a:pt x="43103" y="781575"/>
                </a:moveTo>
                <a:lnTo>
                  <a:pt x="93558" y="781575"/>
                </a:lnTo>
                <a:cubicBezTo>
                  <a:pt x="131367" y="781575"/>
                  <a:pt x="150938" y="764734"/>
                  <a:pt x="150938" y="735582"/>
                </a:cubicBezTo>
                <a:cubicBezTo>
                  <a:pt x="150938" y="706430"/>
                  <a:pt x="131367" y="689552"/>
                  <a:pt x="93558" y="689552"/>
                </a:cubicBezTo>
                <a:lnTo>
                  <a:pt x="43103" y="689552"/>
                </a:lnTo>
                <a:lnTo>
                  <a:pt x="43103" y="781575"/>
                </a:lnTo>
                <a:close/>
                <a:moveTo>
                  <a:pt x="271384" y="708104"/>
                </a:moveTo>
                <a:lnTo>
                  <a:pt x="271384" y="733908"/>
                </a:lnTo>
                <a:lnTo>
                  <a:pt x="271396" y="733908"/>
                </a:lnTo>
                <a:cubicBezTo>
                  <a:pt x="283340" y="715402"/>
                  <a:pt x="304885" y="706120"/>
                  <a:pt x="334413" y="706120"/>
                </a:cubicBezTo>
                <a:lnTo>
                  <a:pt x="334413" y="745517"/>
                </a:lnTo>
                <a:cubicBezTo>
                  <a:pt x="330749" y="744852"/>
                  <a:pt x="327800" y="744507"/>
                  <a:pt x="324801" y="744507"/>
                </a:cubicBezTo>
                <a:cubicBezTo>
                  <a:pt x="293286" y="744507"/>
                  <a:pt x="273371" y="763060"/>
                  <a:pt x="273371" y="799118"/>
                </a:cubicBezTo>
                <a:lnTo>
                  <a:pt x="273371" y="884853"/>
                </a:lnTo>
                <a:lnTo>
                  <a:pt x="231897" y="884853"/>
                </a:lnTo>
                <a:lnTo>
                  <a:pt x="231897" y="708104"/>
                </a:lnTo>
                <a:lnTo>
                  <a:pt x="271384" y="708104"/>
                </a:lnTo>
                <a:close/>
                <a:moveTo>
                  <a:pt x="447530" y="851749"/>
                </a:moveTo>
                <a:cubicBezTo>
                  <a:pt x="422013" y="851749"/>
                  <a:pt x="401824" y="836032"/>
                  <a:pt x="396528" y="810370"/>
                </a:cubicBezTo>
                <a:lnTo>
                  <a:pt x="354245" y="810370"/>
                </a:lnTo>
                <a:cubicBezTo>
                  <a:pt x="360587" y="855904"/>
                  <a:pt x="398050" y="887180"/>
                  <a:pt x="447530" y="887180"/>
                </a:cubicBezTo>
                <a:cubicBezTo>
                  <a:pt x="497010" y="887180"/>
                  <a:pt x="534866" y="855892"/>
                  <a:pt x="541172" y="810370"/>
                </a:cubicBezTo>
                <a:lnTo>
                  <a:pt x="498892" y="810370"/>
                </a:lnTo>
                <a:cubicBezTo>
                  <a:pt x="493596" y="836022"/>
                  <a:pt x="473372" y="851749"/>
                  <a:pt x="447542" y="851749"/>
                </a:cubicBezTo>
                <a:lnTo>
                  <a:pt x="447530" y="851749"/>
                </a:lnTo>
                <a:close/>
                <a:moveTo>
                  <a:pt x="396731" y="781575"/>
                </a:moveTo>
                <a:lnTo>
                  <a:pt x="354402" y="781575"/>
                </a:lnTo>
                <a:cubicBezTo>
                  <a:pt x="361135" y="736626"/>
                  <a:pt x="397767" y="706120"/>
                  <a:pt x="447530" y="706120"/>
                </a:cubicBezTo>
                <a:cubicBezTo>
                  <a:pt x="497296" y="706120"/>
                  <a:pt x="534331" y="736626"/>
                  <a:pt x="541018" y="781575"/>
                </a:cubicBezTo>
                <a:lnTo>
                  <a:pt x="498689" y="781575"/>
                </a:lnTo>
                <a:cubicBezTo>
                  <a:pt x="493048" y="756495"/>
                  <a:pt x="472693" y="741208"/>
                  <a:pt x="447530" y="741208"/>
                </a:cubicBezTo>
                <a:cubicBezTo>
                  <a:pt x="422370" y="741208"/>
                  <a:pt x="402369" y="756507"/>
                  <a:pt x="396731" y="781575"/>
                </a:cubicBezTo>
                <a:close/>
                <a:moveTo>
                  <a:pt x="662855" y="741208"/>
                </a:moveTo>
                <a:cubicBezTo>
                  <a:pt x="680439" y="741208"/>
                  <a:pt x="696393" y="748816"/>
                  <a:pt x="707005" y="765694"/>
                </a:cubicBezTo>
                <a:lnTo>
                  <a:pt x="738830" y="747142"/>
                </a:lnTo>
                <a:cubicBezTo>
                  <a:pt x="725256" y="720317"/>
                  <a:pt x="697713" y="706120"/>
                  <a:pt x="663200" y="706120"/>
                </a:cubicBezTo>
                <a:cubicBezTo>
                  <a:pt x="607141" y="706120"/>
                  <a:pt x="567310" y="743498"/>
                  <a:pt x="567310" y="796471"/>
                </a:cubicBezTo>
                <a:cubicBezTo>
                  <a:pt x="567310" y="849447"/>
                  <a:pt x="607141" y="887180"/>
                  <a:pt x="663200" y="887180"/>
                </a:cubicBezTo>
                <a:cubicBezTo>
                  <a:pt x="697703" y="887180"/>
                  <a:pt x="725244" y="872271"/>
                  <a:pt x="738830" y="845803"/>
                </a:cubicBezTo>
                <a:lnTo>
                  <a:pt x="707005" y="827248"/>
                </a:lnTo>
                <a:cubicBezTo>
                  <a:pt x="696381" y="844129"/>
                  <a:pt x="680439" y="851737"/>
                  <a:pt x="662855" y="851737"/>
                </a:cubicBezTo>
                <a:cubicBezTo>
                  <a:pt x="632352" y="851737"/>
                  <a:pt x="609128" y="830892"/>
                  <a:pt x="609128" y="796471"/>
                </a:cubicBezTo>
                <a:cubicBezTo>
                  <a:pt x="609128" y="762050"/>
                  <a:pt x="632352" y="741208"/>
                  <a:pt x="662855" y="741208"/>
                </a:cubicBezTo>
                <a:close/>
                <a:moveTo>
                  <a:pt x="1208954" y="793837"/>
                </a:moveTo>
                <a:lnTo>
                  <a:pt x="1093493" y="653147"/>
                </a:lnTo>
                <a:lnTo>
                  <a:pt x="1049033" y="653147"/>
                </a:lnTo>
                <a:lnTo>
                  <a:pt x="1049033" y="884853"/>
                </a:lnTo>
                <a:lnTo>
                  <a:pt x="1102130" y="884853"/>
                </a:lnTo>
                <a:lnTo>
                  <a:pt x="1102130" y="744199"/>
                </a:lnTo>
                <a:lnTo>
                  <a:pt x="1217901" y="884853"/>
                </a:lnTo>
                <a:lnTo>
                  <a:pt x="1262014" y="884853"/>
                </a:lnTo>
                <a:lnTo>
                  <a:pt x="1262014" y="653147"/>
                </a:lnTo>
                <a:lnTo>
                  <a:pt x="1208954" y="653147"/>
                </a:lnTo>
                <a:lnTo>
                  <a:pt x="1208954" y="793837"/>
                </a:lnTo>
                <a:close/>
                <a:moveTo>
                  <a:pt x="1390086" y="653147"/>
                </a:moveTo>
                <a:lnTo>
                  <a:pt x="1443183" y="653147"/>
                </a:lnTo>
                <a:lnTo>
                  <a:pt x="1547008" y="884853"/>
                </a:lnTo>
                <a:lnTo>
                  <a:pt x="1490605" y="884853"/>
                </a:lnTo>
                <a:lnTo>
                  <a:pt x="1470071" y="835216"/>
                </a:lnTo>
                <a:lnTo>
                  <a:pt x="1453142" y="794502"/>
                </a:lnTo>
                <a:lnTo>
                  <a:pt x="1451428" y="790347"/>
                </a:lnTo>
                <a:lnTo>
                  <a:pt x="1416307" y="705778"/>
                </a:lnTo>
                <a:lnTo>
                  <a:pt x="1379462" y="794502"/>
                </a:lnTo>
                <a:lnTo>
                  <a:pt x="1362271" y="835216"/>
                </a:lnTo>
                <a:lnTo>
                  <a:pt x="1361450" y="837115"/>
                </a:lnTo>
                <a:lnTo>
                  <a:pt x="1341654" y="884853"/>
                </a:lnTo>
                <a:lnTo>
                  <a:pt x="1286605" y="884853"/>
                </a:lnTo>
                <a:lnTo>
                  <a:pt x="1390086" y="653147"/>
                </a:lnTo>
                <a:close/>
                <a:moveTo>
                  <a:pt x="714393" y="455827"/>
                </a:moveTo>
                <a:cubicBezTo>
                  <a:pt x="718320" y="463093"/>
                  <a:pt x="727409" y="465823"/>
                  <a:pt x="734690" y="461905"/>
                </a:cubicBezTo>
                <a:cubicBezTo>
                  <a:pt x="741970" y="457987"/>
                  <a:pt x="744707" y="448920"/>
                  <a:pt x="740782" y="441657"/>
                </a:cubicBezTo>
                <a:cubicBezTo>
                  <a:pt x="738568" y="437561"/>
                  <a:pt x="734714" y="434985"/>
                  <a:pt x="730479" y="434141"/>
                </a:cubicBezTo>
                <a:lnTo>
                  <a:pt x="657073" y="298117"/>
                </a:lnTo>
                <a:cubicBezTo>
                  <a:pt x="665771" y="289653"/>
                  <a:pt x="668305" y="276241"/>
                  <a:pt x="662249" y="265038"/>
                </a:cubicBezTo>
                <a:cubicBezTo>
                  <a:pt x="654932" y="251483"/>
                  <a:pt x="637991" y="246414"/>
                  <a:pt x="624405" y="253715"/>
                </a:cubicBezTo>
                <a:cubicBezTo>
                  <a:pt x="610819" y="261012"/>
                  <a:pt x="605738" y="277915"/>
                  <a:pt x="613055" y="291472"/>
                </a:cubicBezTo>
                <a:cubicBezTo>
                  <a:pt x="619099" y="302675"/>
                  <a:pt x="631722" y="307956"/>
                  <a:pt x="643594" y="305371"/>
                </a:cubicBezTo>
                <a:lnTo>
                  <a:pt x="715915" y="439376"/>
                </a:lnTo>
                <a:cubicBezTo>
                  <a:pt x="712252" y="443922"/>
                  <a:pt x="711455" y="450379"/>
                  <a:pt x="714405" y="455839"/>
                </a:cubicBezTo>
                <a:lnTo>
                  <a:pt x="714393" y="455827"/>
                </a:lnTo>
                <a:close/>
                <a:moveTo>
                  <a:pt x="569915" y="552411"/>
                </a:moveTo>
                <a:cubicBezTo>
                  <a:pt x="561779" y="556778"/>
                  <a:pt x="551617" y="553740"/>
                  <a:pt x="547240" y="545621"/>
                </a:cubicBezTo>
                <a:lnTo>
                  <a:pt x="547240" y="545633"/>
                </a:lnTo>
                <a:cubicBezTo>
                  <a:pt x="544361" y="540291"/>
                  <a:pt x="544742" y="534120"/>
                  <a:pt x="547621" y="529254"/>
                </a:cubicBezTo>
                <a:lnTo>
                  <a:pt x="446983" y="342783"/>
                </a:lnTo>
                <a:cubicBezTo>
                  <a:pt x="434338" y="345347"/>
                  <a:pt x="420989" y="339672"/>
                  <a:pt x="414552" y="327755"/>
                </a:cubicBezTo>
                <a:cubicBezTo>
                  <a:pt x="406690" y="313179"/>
                  <a:pt x="412149" y="295008"/>
                  <a:pt x="426759" y="287160"/>
                </a:cubicBezTo>
                <a:cubicBezTo>
                  <a:pt x="441369" y="279315"/>
                  <a:pt x="459584" y="284763"/>
                  <a:pt x="467446" y="299339"/>
                </a:cubicBezTo>
                <a:cubicBezTo>
                  <a:pt x="473883" y="311258"/>
                  <a:pt x="471278" y="325499"/>
                  <a:pt x="462164" y="334615"/>
                </a:cubicBezTo>
                <a:lnTo>
                  <a:pt x="562801" y="521086"/>
                </a:lnTo>
                <a:cubicBezTo>
                  <a:pt x="568466" y="521372"/>
                  <a:pt x="573842" y="524447"/>
                  <a:pt x="576721" y="529787"/>
                </a:cubicBezTo>
                <a:cubicBezTo>
                  <a:pt x="581098" y="537906"/>
                  <a:pt x="578053" y="548043"/>
                  <a:pt x="569915" y="552411"/>
                </a:cubicBezTo>
                <a:close/>
                <a:moveTo>
                  <a:pt x="1025073" y="342866"/>
                </a:moveTo>
                <a:cubicBezTo>
                  <a:pt x="1011259" y="350296"/>
                  <a:pt x="994022" y="345132"/>
                  <a:pt x="986573" y="331340"/>
                </a:cubicBezTo>
                <a:lnTo>
                  <a:pt x="986561" y="331340"/>
                </a:lnTo>
                <a:cubicBezTo>
                  <a:pt x="980400" y="319910"/>
                  <a:pt x="982993" y="306223"/>
                  <a:pt x="991891" y="297618"/>
                </a:cubicBezTo>
                <a:lnTo>
                  <a:pt x="911029" y="147790"/>
                </a:lnTo>
                <a:cubicBezTo>
                  <a:pt x="905090" y="147825"/>
                  <a:pt x="899310" y="144751"/>
                  <a:pt x="896299" y="139161"/>
                </a:cubicBezTo>
                <a:cubicBezTo>
                  <a:pt x="891969" y="131113"/>
                  <a:pt x="894980" y="121083"/>
                  <a:pt x="903045" y="116751"/>
                </a:cubicBezTo>
                <a:cubicBezTo>
                  <a:pt x="911112" y="112419"/>
                  <a:pt x="921164" y="115421"/>
                  <a:pt x="925507" y="123469"/>
                </a:cubicBezTo>
                <a:cubicBezTo>
                  <a:pt x="928518" y="129060"/>
                  <a:pt x="927921" y="135564"/>
                  <a:pt x="924615" y="140490"/>
                </a:cubicBezTo>
                <a:lnTo>
                  <a:pt x="1005480" y="290318"/>
                </a:lnTo>
                <a:cubicBezTo>
                  <a:pt x="1017577" y="287649"/>
                  <a:pt x="1030461" y="293014"/>
                  <a:pt x="1036625" y="304444"/>
                </a:cubicBezTo>
                <a:cubicBezTo>
                  <a:pt x="1044072" y="318236"/>
                  <a:pt x="1038898" y="335436"/>
                  <a:pt x="1025073" y="342866"/>
                </a:cubicBezTo>
                <a:close/>
                <a:moveTo>
                  <a:pt x="376791" y="357205"/>
                </a:moveTo>
                <a:cubicBezTo>
                  <a:pt x="372413" y="349086"/>
                  <a:pt x="362254" y="346046"/>
                  <a:pt x="354116" y="350416"/>
                </a:cubicBezTo>
                <a:cubicBezTo>
                  <a:pt x="345977" y="354783"/>
                  <a:pt x="342932" y="364921"/>
                  <a:pt x="347309" y="373037"/>
                </a:cubicBezTo>
                <a:cubicBezTo>
                  <a:pt x="350213" y="378416"/>
                  <a:pt x="355651" y="381501"/>
                  <a:pt x="361350" y="381738"/>
                </a:cubicBezTo>
                <a:lnTo>
                  <a:pt x="445091" y="536921"/>
                </a:lnTo>
                <a:cubicBezTo>
                  <a:pt x="438847" y="544162"/>
                  <a:pt x="437312" y="554749"/>
                  <a:pt x="442129" y="563663"/>
                </a:cubicBezTo>
                <a:cubicBezTo>
                  <a:pt x="448364" y="575223"/>
                  <a:pt x="462819" y="579544"/>
                  <a:pt x="474406" y="573324"/>
                </a:cubicBezTo>
                <a:cubicBezTo>
                  <a:pt x="485995" y="567106"/>
                  <a:pt x="490326" y="552684"/>
                  <a:pt x="484091" y="541122"/>
                </a:cubicBezTo>
                <a:cubicBezTo>
                  <a:pt x="479284" y="532209"/>
                  <a:pt x="469589" y="527663"/>
                  <a:pt x="460082" y="528873"/>
                </a:cubicBezTo>
                <a:lnTo>
                  <a:pt x="376338" y="373690"/>
                </a:lnTo>
                <a:cubicBezTo>
                  <a:pt x="379279" y="368802"/>
                  <a:pt x="379694" y="362582"/>
                  <a:pt x="376791" y="357205"/>
                </a:cubicBezTo>
                <a:close/>
                <a:moveTo>
                  <a:pt x="786181" y="381063"/>
                </a:moveTo>
                <a:cubicBezTo>
                  <a:pt x="786181" y="381063"/>
                  <a:pt x="771429" y="406082"/>
                  <a:pt x="739485" y="436065"/>
                </a:cubicBezTo>
                <a:cubicBezTo>
                  <a:pt x="740841" y="437323"/>
                  <a:pt x="742053" y="438761"/>
                  <a:pt x="742982" y="440469"/>
                </a:cubicBezTo>
                <a:cubicBezTo>
                  <a:pt x="747562" y="448945"/>
                  <a:pt x="744375" y="459520"/>
                  <a:pt x="735880" y="464090"/>
                </a:cubicBezTo>
                <a:cubicBezTo>
                  <a:pt x="727908" y="468374"/>
                  <a:pt x="718154" y="465786"/>
                  <a:pt x="713193" y="458452"/>
                </a:cubicBezTo>
                <a:cubicBezTo>
                  <a:pt x="680713" y="483532"/>
                  <a:pt x="636671" y="508658"/>
                  <a:pt x="579874" y="523545"/>
                </a:cubicBezTo>
                <a:cubicBezTo>
                  <a:pt x="580695" y="524576"/>
                  <a:pt x="581480" y="525669"/>
                  <a:pt x="582122" y="526869"/>
                </a:cubicBezTo>
                <a:cubicBezTo>
                  <a:pt x="588108" y="537967"/>
                  <a:pt x="583955" y="551804"/>
                  <a:pt x="572831" y="557775"/>
                </a:cubicBezTo>
                <a:cubicBezTo>
                  <a:pt x="561708" y="563746"/>
                  <a:pt x="547834" y="559603"/>
                  <a:pt x="541851" y="548505"/>
                </a:cubicBezTo>
                <a:cubicBezTo>
                  <a:pt x="538984" y="543187"/>
                  <a:pt x="538496" y="537253"/>
                  <a:pt x="539935" y="531840"/>
                </a:cubicBezTo>
                <a:cubicBezTo>
                  <a:pt x="523292" y="534440"/>
                  <a:pt x="505683" y="536102"/>
                  <a:pt x="487173" y="536730"/>
                </a:cubicBezTo>
                <a:cubicBezTo>
                  <a:pt x="487503" y="537241"/>
                  <a:pt x="487884" y="537712"/>
                  <a:pt x="488219" y="538223"/>
                </a:cubicBezTo>
                <a:cubicBezTo>
                  <a:pt x="488327" y="538389"/>
                  <a:pt x="488432" y="538558"/>
                  <a:pt x="488527" y="538737"/>
                </a:cubicBezTo>
                <a:cubicBezTo>
                  <a:pt x="496084" y="552743"/>
                  <a:pt x="490837" y="570203"/>
                  <a:pt x="476799" y="577740"/>
                </a:cubicBezTo>
                <a:cubicBezTo>
                  <a:pt x="462758" y="585277"/>
                  <a:pt x="445260" y="580042"/>
                  <a:pt x="437703" y="566036"/>
                </a:cubicBezTo>
                <a:cubicBezTo>
                  <a:pt x="432375" y="556150"/>
                  <a:pt x="433529" y="544600"/>
                  <a:pt x="439548" y="535972"/>
                </a:cubicBezTo>
                <a:cubicBezTo>
                  <a:pt x="362313" y="531021"/>
                  <a:pt x="270778" y="507735"/>
                  <a:pt x="163430" y="454866"/>
                </a:cubicBezTo>
                <a:cubicBezTo>
                  <a:pt x="163430" y="454866"/>
                  <a:pt x="598064" y="804876"/>
                  <a:pt x="786193" y="381039"/>
                </a:cubicBezTo>
                <a:lnTo>
                  <a:pt x="786181" y="381063"/>
                </a:lnTo>
                <a:close/>
                <a:moveTo>
                  <a:pt x="344157" y="374736"/>
                </a:moveTo>
                <a:cubicBezTo>
                  <a:pt x="346122" y="378367"/>
                  <a:pt x="349047" y="381146"/>
                  <a:pt x="352437" y="382960"/>
                </a:cubicBezTo>
                <a:lnTo>
                  <a:pt x="352415" y="382972"/>
                </a:lnTo>
                <a:cubicBezTo>
                  <a:pt x="328215" y="405786"/>
                  <a:pt x="316878" y="424172"/>
                  <a:pt x="316878" y="424172"/>
                </a:cubicBezTo>
                <a:cubicBezTo>
                  <a:pt x="329537" y="346759"/>
                  <a:pt x="382896" y="296658"/>
                  <a:pt x="444651" y="264277"/>
                </a:cubicBezTo>
                <a:cubicBezTo>
                  <a:pt x="545124" y="211588"/>
                  <a:pt x="665033" y="210093"/>
                  <a:pt x="768917" y="255709"/>
                </a:cubicBezTo>
                <a:cubicBezTo>
                  <a:pt x="807607" y="272692"/>
                  <a:pt x="844012" y="284360"/>
                  <a:pt x="878143" y="291838"/>
                </a:cubicBezTo>
                <a:cubicBezTo>
                  <a:pt x="871924" y="300585"/>
                  <a:pt x="870697" y="312385"/>
                  <a:pt x="876147" y="322474"/>
                </a:cubicBezTo>
                <a:cubicBezTo>
                  <a:pt x="883796" y="336646"/>
                  <a:pt x="901522" y="341952"/>
                  <a:pt x="915726" y="334319"/>
                </a:cubicBezTo>
                <a:cubicBezTo>
                  <a:pt x="928158" y="327638"/>
                  <a:pt x="933787" y="313250"/>
                  <a:pt x="929862" y="300265"/>
                </a:cubicBezTo>
                <a:cubicBezTo>
                  <a:pt x="947791" y="302164"/>
                  <a:pt x="965006" y="302924"/>
                  <a:pt x="981446" y="302663"/>
                </a:cubicBezTo>
                <a:cubicBezTo>
                  <a:pt x="976629" y="312172"/>
                  <a:pt x="976355" y="323791"/>
                  <a:pt x="981803" y="333892"/>
                </a:cubicBezTo>
                <a:cubicBezTo>
                  <a:pt x="990667" y="350308"/>
                  <a:pt x="1011176" y="356457"/>
                  <a:pt x="1027631" y="347615"/>
                </a:cubicBezTo>
                <a:cubicBezTo>
                  <a:pt x="1044084" y="338770"/>
                  <a:pt x="1050247" y="318307"/>
                  <a:pt x="1041383" y="301893"/>
                </a:cubicBezTo>
                <a:cubicBezTo>
                  <a:pt x="1040540" y="300338"/>
                  <a:pt x="1039492" y="298960"/>
                  <a:pt x="1038458" y="297584"/>
                </a:cubicBezTo>
                <a:cubicBezTo>
                  <a:pt x="1052318" y="295316"/>
                  <a:pt x="1065571" y="292457"/>
                  <a:pt x="1078062" y="289001"/>
                </a:cubicBezTo>
                <a:cubicBezTo>
                  <a:pt x="1085628" y="297323"/>
                  <a:pt x="1098122" y="299837"/>
                  <a:pt x="1108484" y="294272"/>
                </a:cubicBezTo>
                <a:cubicBezTo>
                  <a:pt x="1116324" y="290069"/>
                  <a:pt x="1120950" y="282285"/>
                  <a:pt x="1121559" y="274034"/>
                </a:cubicBezTo>
                <a:cubicBezTo>
                  <a:pt x="1203113" y="240135"/>
                  <a:pt x="1245193" y="188288"/>
                  <a:pt x="1245193" y="188288"/>
                </a:cubicBezTo>
                <a:cubicBezTo>
                  <a:pt x="1242516" y="192645"/>
                  <a:pt x="1239804" y="196906"/>
                  <a:pt x="1237079" y="201084"/>
                </a:cubicBezTo>
                <a:cubicBezTo>
                  <a:pt x="1140820" y="348372"/>
                  <a:pt x="951608" y="405229"/>
                  <a:pt x="788002" y="339850"/>
                </a:cubicBezTo>
                <a:cubicBezTo>
                  <a:pt x="741413" y="321239"/>
                  <a:pt x="698737" y="309406"/>
                  <a:pt x="659727" y="302782"/>
                </a:cubicBezTo>
                <a:cubicBezTo>
                  <a:pt x="670861" y="292823"/>
                  <a:pt x="674229" y="276277"/>
                  <a:pt x="666829" y="262569"/>
                </a:cubicBezTo>
                <a:cubicBezTo>
                  <a:pt x="658155" y="246497"/>
                  <a:pt x="638061" y="240479"/>
                  <a:pt x="621941" y="249132"/>
                </a:cubicBezTo>
                <a:cubicBezTo>
                  <a:pt x="605821" y="257784"/>
                  <a:pt x="599802" y="277832"/>
                  <a:pt x="608475" y="293916"/>
                </a:cubicBezTo>
                <a:cubicBezTo>
                  <a:pt x="609069" y="295020"/>
                  <a:pt x="609841" y="295969"/>
                  <a:pt x="610545" y="296978"/>
                </a:cubicBezTo>
                <a:cubicBezTo>
                  <a:pt x="595662" y="296017"/>
                  <a:pt x="581467" y="295934"/>
                  <a:pt x="567823" y="296445"/>
                </a:cubicBezTo>
                <a:cubicBezTo>
                  <a:pt x="567476" y="292835"/>
                  <a:pt x="566430" y="289228"/>
                  <a:pt x="564597" y="285833"/>
                </a:cubicBezTo>
                <a:cubicBezTo>
                  <a:pt x="557282" y="272277"/>
                  <a:pt x="540341" y="267210"/>
                  <a:pt x="526753" y="274508"/>
                </a:cubicBezTo>
                <a:cubicBezTo>
                  <a:pt x="516261" y="280146"/>
                  <a:pt x="510918" y="291506"/>
                  <a:pt x="512370" y="302641"/>
                </a:cubicBezTo>
                <a:cubicBezTo>
                  <a:pt x="500258" y="304943"/>
                  <a:pt x="488791" y="307815"/>
                  <a:pt x="477881" y="311089"/>
                </a:cubicBezTo>
                <a:cubicBezTo>
                  <a:pt x="477534" y="305964"/>
                  <a:pt x="476215" y="300835"/>
                  <a:pt x="473609" y="296017"/>
                </a:cubicBezTo>
                <a:cubicBezTo>
                  <a:pt x="463914" y="278059"/>
                  <a:pt x="441464" y="271328"/>
                  <a:pt x="423462" y="281002"/>
                </a:cubicBezTo>
                <a:cubicBezTo>
                  <a:pt x="405463" y="290675"/>
                  <a:pt x="398718" y="313074"/>
                  <a:pt x="408413" y="331032"/>
                </a:cubicBezTo>
                <a:cubicBezTo>
                  <a:pt x="409852" y="333713"/>
                  <a:pt x="411661" y="336052"/>
                  <a:pt x="413613" y="338213"/>
                </a:cubicBezTo>
                <a:cubicBezTo>
                  <a:pt x="401680" y="344870"/>
                  <a:pt x="390973" y="351899"/>
                  <a:pt x="381361" y="358938"/>
                </a:cubicBezTo>
                <a:cubicBezTo>
                  <a:pt x="380979" y="357787"/>
                  <a:pt x="380527" y="356633"/>
                  <a:pt x="379931" y="355519"/>
                </a:cubicBezTo>
                <a:cubicBezTo>
                  <a:pt x="374613" y="345667"/>
                  <a:pt x="362288" y="341976"/>
                  <a:pt x="352415" y="347282"/>
                </a:cubicBezTo>
                <a:cubicBezTo>
                  <a:pt x="342539" y="352586"/>
                  <a:pt x="338839" y="364884"/>
                  <a:pt x="344157" y="374736"/>
                </a:cubicBezTo>
                <a:close/>
              </a:path>
            </a:pathLst>
          </a:custGeom>
          <a:gradFill>
            <a:gsLst>
              <a:gs pos="100000">
                <a:srgbClr val="007ECC"/>
              </a:gs>
              <a:gs pos="18000">
                <a:schemeClr val="bg2"/>
              </a:gs>
            </a:gsLst>
            <a:lin ang="0" scaled="0"/>
          </a:gradFill>
          <a:ln w="2423" cap="flat">
            <a:noFill/>
            <a:prstDash val="solid"/>
            <a:miter/>
          </a:ln>
        </p:spPr>
        <p:txBody>
          <a:bodyPr rtlCol="0" anchor="ctr"/>
          <a:lstStyle/>
          <a:p>
            <a:endParaRPr lang="en-IN"/>
          </a:p>
        </p:txBody>
      </p:sp>
    </p:spTree>
    <p:extLst>
      <p:ext uri="{BB962C8B-B14F-4D97-AF65-F5344CB8AC3E}">
        <p14:creationId xmlns:p14="http://schemas.microsoft.com/office/powerpoint/2010/main" val="2528836442"/>
      </p:ext>
    </p:extLst>
  </p:cSld>
  <p:clrMapOvr>
    <a:masterClrMapping/>
  </p:clrMapOvr>
  <p:extLst>
    <p:ext uri="{DCECCB84-F9BA-43D5-87BE-67443E8EF086}">
      <p15:sldGuideLst xmlns:p15="http://schemas.microsoft.com/office/powerpoint/2012/main">
        <p15:guide id="1" pos="3364">
          <p15:clr>
            <a:srgbClr val="FBAE40"/>
          </p15:clr>
        </p15:guide>
        <p15:guide id="2" orient="horz" pos="3113">
          <p15:clr>
            <a:srgbClr val="FBAE40"/>
          </p15:clr>
        </p15:guide>
        <p15:guide id="3" orient="horz" pos="2316" userDrawn="1">
          <p15:clr>
            <a:srgbClr val="FBAE40"/>
          </p15:clr>
        </p15:guide>
        <p15:guide id="4" orient="horz" pos="392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CD09B-190C-4C86-A1B8-DADCDE576146}"/>
              </a:ext>
            </a:extLst>
          </p:cNvPr>
          <p:cNvSpPr>
            <a:spLocks noGrp="1"/>
          </p:cNvSpPr>
          <p:nvPr>
            <p:ph type="title" hasCustomPrompt="1"/>
          </p:nvPr>
        </p:nvSpPr>
        <p:spPr>
          <a:xfrm>
            <a:off x="334963" y="409069"/>
            <a:ext cx="11520000" cy="659636"/>
          </a:xfrm>
        </p:spPr>
        <p:txBody>
          <a:bodyPr>
            <a:noAutofit/>
          </a:bodyPr>
          <a:lstStyle>
            <a:lvl1pPr>
              <a:defRPr sz="2200" b="1" baseline="0">
                <a:solidFill>
                  <a:schemeClr val="bg2"/>
                </a:solidFill>
                <a:latin typeface="Arial" panose="020B0604020202020204" pitchFamily="34" charset="0"/>
              </a:defRPr>
            </a:lvl1pPr>
          </a:lstStyle>
          <a:p>
            <a:r>
              <a:rPr lang="en-US"/>
              <a:t>Click to add title (Arial 22 pt.)</a:t>
            </a:r>
            <a:endParaRPr lang="en-IN"/>
          </a:p>
        </p:txBody>
      </p:sp>
      <p:sp>
        <p:nvSpPr>
          <p:cNvPr id="3" name="Content Placeholder 2">
            <a:extLst>
              <a:ext uri="{FF2B5EF4-FFF2-40B4-BE49-F238E27FC236}">
                <a16:creationId xmlns:a16="http://schemas.microsoft.com/office/drawing/2014/main" id="{661DF775-74C4-4037-BDC8-8CFB6ECBC51A}"/>
              </a:ext>
            </a:extLst>
          </p:cNvPr>
          <p:cNvSpPr>
            <a:spLocks noGrp="1"/>
          </p:cNvSpPr>
          <p:nvPr>
            <p:ph idx="1" hasCustomPrompt="1"/>
          </p:nvPr>
        </p:nvSpPr>
        <p:spPr>
          <a:xfrm>
            <a:off x="334963" y="1278573"/>
            <a:ext cx="11520000" cy="5040000"/>
          </a:xfrm>
          <a:prstGeom prst="rect">
            <a:avLst/>
          </a:prstGeom>
        </p:spPr>
        <p:txBody>
          <a:bodyPr lIns="0" tIns="0" rIns="0" bIns="0">
            <a:noAutofit/>
          </a:bodyPr>
          <a:lstStyle>
            <a:lvl1pPr marL="180000" indent="-180000">
              <a:buFont typeface="Wingdings" panose="05000000000000000000" pitchFamily="2" charset="2"/>
              <a:buChar char="§"/>
              <a:defRPr sz="1600">
                <a:solidFill>
                  <a:schemeClr val="tx1"/>
                </a:solidFill>
                <a:latin typeface="+mj-lt"/>
              </a:defRPr>
            </a:lvl1pPr>
            <a:lvl2pPr marL="360000" indent="-180000">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CC6B8CDB-9E64-AE62-C884-B9D08C89ADB8}"/>
              </a:ext>
            </a:extLst>
          </p:cNvPr>
          <p:cNvSpPr/>
          <p:nvPr userDrawn="1"/>
        </p:nvSpPr>
        <p:spPr>
          <a:xfrm>
            <a:off x="0" y="0"/>
            <a:ext cx="12192000" cy="90000"/>
          </a:xfrm>
          <a:prstGeom prst="rect">
            <a:avLst/>
          </a:prstGeom>
          <a:gradFill>
            <a:gsLst>
              <a:gs pos="100000">
                <a:srgbClr val="007ECC"/>
              </a:gs>
              <a:gs pos="0">
                <a:schemeClr val="bg2"/>
              </a:gs>
              <a:gs pos="50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latin typeface="+mj-lt"/>
              <a:cs typeface="Arial" panose="020B0604020202020204" pitchFamily="34" charset="0"/>
            </a:endParaRPr>
          </a:p>
        </p:txBody>
      </p:sp>
      <p:sp>
        <p:nvSpPr>
          <p:cNvPr id="7" name="Slide Number Placeholder 5">
            <a:extLst>
              <a:ext uri="{FF2B5EF4-FFF2-40B4-BE49-F238E27FC236}">
                <a16:creationId xmlns:a16="http://schemas.microsoft.com/office/drawing/2014/main" id="{7328D670-F8CC-4C93-D610-035A27CB1FE5}"/>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a:p>
        </p:txBody>
      </p:sp>
      <p:sp>
        <p:nvSpPr>
          <p:cNvPr id="8" name="Footer Placeholder 4">
            <a:extLst>
              <a:ext uri="{FF2B5EF4-FFF2-40B4-BE49-F238E27FC236}">
                <a16:creationId xmlns:a16="http://schemas.microsoft.com/office/drawing/2014/main" id="{6C347E85-0116-7F71-9F0F-56936D068F3F}"/>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2026 ProcDNA</a:t>
            </a:r>
          </a:p>
        </p:txBody>
      </p:sp>
      <p:sp>
        <p:nvSpPr>
          <p:cNvPr id="10" name="Text Placeholder 9">
            <a:extLst>
              <a:ext uri="{FF2B5EF4-FFF2-40B4-BE49-F238E27FC236}">
                <a16:creationId xmlns:a16="http://schemas.microsoft.com/office/drawing/2014/main" id="{C121B003-96FD-236D-AF4C-23BE44F53349}"/>
              </a:ext>
            </a:extLst>
          </p:cNvPr>
          <p:cNvSpPr>
            <a:spLocks noGrp="1"/>
          </p:cNvSpPr>
          <p:nvPr>
            <p:ph type="body" sz="quarter" idx="10" hasCustomPrompt="1"/>
          </p:nvPr>
        </p:nvSpPr>
        <p:spPr>
          <a:xfrm>
            <a:off x="10175081" y="180478"/>
            <a:ext cx="1679882" cy="138113"/>
          </a:xfrm>
        </p:spPr>
        <p:txBody>
          <a:bodyPr anchor="ctr">
            <a:noAutofit/>
          </a:bodyPr>
          <a:lstStyle>
            <a:lvl1pPr marL="0" indent="0" algn="r">
              <a:spcBef>
                <a:spcPts val="0"/>
              </a:spcBef>
              <a:spcAft>
                <a:spcPts val="0"/>
              </a:spcAft>
              <a:buNone/>
              <a:defRPr sz="800" i="1">
                <a:solidFill>
                  <a:schemeClr val="tx1">
                    <a:lumMod val="50000"/>
                    <a:lumOff val="50000"/>
                  </a:schemeClr>
                </a:solidFill>
              </a:defRPr>
            </a:lvl1pPr>
            <a:lvl2pPr marL="180000" indent="0">
              <a:buNone/>
              <a:defRPr sz="1000"/>
            </a:lvl2pPr>
            <a:lvl3pPr marL="360000" indent="0">
              <a:buNone/>
              <a:defRPr sz="1000"/>
            </a:lvl3pPr>
            <a:lvl4pPr marL="731225" indent="0">
              <a:buNone/>
              <a:defRPr sz="1000"/>
            </a:lvl4pPr>
            <a:lvl5pPr marL="910613" indent="0">
              <a:buNone/>
              <a:defRPr sz="1000"/>
            </a:lvl5pPr>
          </a:lstStyle>
          <a:p>
            <a:pPr lvl="0"/>
            <a:r>
              <a:rPr lang="en-US"/>
              <a:t>Click here to add road signs</a:t>
            </a:r>
          </a:p>
        </p:txBody>
      </p:sp>
      <p:sp>
        <p:nvSpPr>
          <p:cNvPr id="5" name="Text Placeholder 13">
            <a:extLst>
              <a:ext uri="{FF2B5EF4-FFF2-40B4-BE49-F238E27FC236}">
                <a16:creationId xmlns:a16="http://schemas.microsoft.com/office/drawing/2014/main" id="{B7396244-7D0D-1754-9805-F2316C87124C}"/>
              </a:ext>
            </a:extLst>
          </p:cNvPr>
          <p:cNvSpPr>
            <a:spLocks noGrp="1"/>
          </p:cNvSpPr>
          <p:nvPr>
            <p:ph type="body" sz="quarter" idx="11" hasCustomPrompt="1"/>
          </p:nvPr>
        </p:nvSpPr>
        <p:spPr>
          <a:xfrm>
            <a:off x="334963" y="6345535"/>
            <a:ext cx="11520000" cy="210254"/>
          </a:xfrm>
        </p:spPr>
        <p:txBody>
          <a:bodyPr anchor="b">
            <a:noAutofit/>
          </a:bodyPr>
          <a:lstStyle>
            <a:lvl1pPr marL="0" indent="0">
              <a:spcBef>
                <a:spcPts val="0"/>
              </a:spcBef>
              <a:spcAft>
                <a:spcPts val="0"/>
              </a:spcAft>
              <a:buNone/>
              <a:defRPr sz="800" i="0">
                <a:solidFill>
                  <a:schemeClr val="tx1">
                    <a:lumMod val="50000"/>
                    <a:lumOff val="50000"/>
                  </a:schemeClr>
                </a:solidFill>
              </a:defRPr>
            </a:lvl1pPr>
          </a:lstStyle>
          <a:p>
            <a:pPr lvl="0"/>
            <a:r>
              <a:rPr lang="en-US"/>
              <a:t>Click here to add text to footer</a:t>
            </a:r>
            <a:endParaRPr lang="en-IN"/>
          </a:p>
        </p:txBody>
      </p:sp>
      <p:cxnSp>
        <p:nvCxnSpPr>
          <p:cNvPr id="6" name="Straight Connector 5">
            <a:extLst>
              <a:ext uri="{FF2B5EF4-FFF2-40B4-BE49-F238E27FC236}">
                <a16:creationId xmlns:a16="http://schemas.microsoft.com/office/drawing/2014/main" id="{AD178058-6CDC-2966-3C88-D467B673159B}"/>
              </a:ext>
            </a:extLst>
          </p:cNvPr>
          <p:cNvCxnSpPr/>
          <p:nvPr userDrawn="1"/>
        </p:nvCxnSpPr>
        <p:spPr>
          <a:xfrm>
            <a:off x="334963" y="1173639"/>
            <a:ext cx="11520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8569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CD09B-190C-4C86-A1B8-DADCDE576146}"/>
              </a:ext>
            </a:extLst>
          </p:cNvPr>
          <p:cNvSpPr>
            <a:spLocks noGrp="1"/>
          </p:cNvSpPr>
          <p:nvPr>
            <p:ph type="title" hasCustomPrompt="1"/>
          </p:nvPr>
        </p:nvSpPr>
        <p:spPr/>
        <p:txBody>
          <a:bodyPr>
            <a:noAutofit/>
          </a:bodyPr>
          <a:lstStyle>
            <a:lvl1pPr>
              <a:defRPr sz="2200" b="1" baseline="0">
                <a:solidFill>
                  <a:schemeClr val="bg2"/>
                </a:solidFill>
                <a:latin typeface="Arial" panose="020B0604020202020204" pitchFamily="34" charset="0"/>
              </a:defRPr>
            </a:lvl1pPr>
          </a:lstStyle>
          <a:p>
            <a:r>
              <a:rPr lang="en-US"/>
              <a:t>Click to add title (Arial 22 pt.)</a:t>
            </a:r>
            <a:endParaRPr lang="en-IN"/>
          </a:p>
        </p:txBody>
      </p:sp>
      <p:sp>
        <p:nvSpPr>
          <p:cNvPr id="3" name="Slide Number Placeholder 5">
            <a:extLst>
              <a:ext uri="{FF2B5EF4-FFF2-40B4-BE49-F238E27FC236}">
                <a16:creationId xmlns:a16="http://schemas.microsoft.com/office/drawing/2014/main" id="{8594FF44-E426-15E9-609E-2A4968EFBEFF}"/>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a:p>
        </p:txBody>
      </p:sp>
      <p:sp>
        <p:nvSpPr>
          <p:cNvPr id="4" name="Footer Placeholder 4">
            <a:extLst>
              <a:ext uri="{FF2B5EF4-FFF2-40B4-BE49-F238E27FC236}">
                <a16:creationId xmlns:a16="http://schemas.microsoft.com/office/drawing/2014/main" id="{260138C6-F662-5BD5-5775-BE3CB2010F7E}"/>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2026 ProcDNA</a:t>
            </a:r>
          </a:p>
        </p:txBody>
      </p:sp>
      <p:sp>
        <p:nvSpPr>
          <p:cNvPr id="7" name="Rectangle 6">
            <a:extLst>
              <a:ext uri="{FF2B5EF4-FFF2-40B4-BE49-F238E27FC236}">
                <a16:creationId xmlns:a16="http://schemas.microsoft.com/office/drawing/2014/main" id="{CF3CA5FE-91D3-7E48-45DA-E1BF909F3487}"/>
              </a:ext>
            </a:extLst>
          </p:cNvPr>
          <p:cNvSpPr/>
          <p:nvPr userDrawn="1"/>
        </p:nvSpPr>
        <p:spPr>
          <a:xfrm>
            <a:off x="0" y="0"/>
            <a:ext cx="12192000" cy="90000"/>
          </a:xfrm>
          <a:prstGeom prst="rect">
            <a:avLst/>
          </a:prstGeom>
          <a:gradFill>
            <a:gsLst>
              <a:gs pos="100000">
                <a:srgbClr val="007ECC"/>
              </a:gs>
              <a:gs pos="0">
                <a:schemeClr val="bg2"/>
              </a:gs>
              <a:gs pos="50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sz="1000">
              <a:latin typeface="+mj-lt"/>
              <a:cs typeface="Arial" panose="020B0604020202020204" pitchFamily="34" charset="0"/>
            </a:endParaRPr>
          </a:p>
        </p:txBody>
      </p:sp>
      <p:cxnSp>
        <p:nvCxnSpPr>
          <p:cNvPr id="5" name="Straight Connector 4">
            <a:extLst>
              <a:ext uri="{FF2B5EF4-FFF2-40B4-BE49-F238E27FC236}">
                <a16:creationId xmlns:a16="http://schemas.microsoft.com/office/drawing/2014/main" id="{8D3F14BE-59D5-98CF-6764-FC98046F6276}"/>
              </a:ext>
            </a:extLst>
          </p:cNvPr>
          <p:cNvCxnSpPr/>
          <p:nvPr userDrawn="1"/>
        </p:nvCxnSpPr>
        <p:spPr>
          <a:xfrm>
            <a:off x="334963" y="1173639"/>
            <a:ext cx="11520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645CAD0C-C87A-DFB6-5975-2CF0F575E70D}"/>
              </a:ext>
            </a:extLst>
          </p:cNvPr>
          <p:cNvSpPr>
            <a:spLocks noGrp="1"/>
          </p:cNvSpPr>
          <p:nvPr>
            <p:ph type="body" sz="quarter" idx="10" hasCustomPrompt="1"/>
          </p:nvPr>
        </p:nvSpPr>
        <p:spPr>
          <a:xfrm>
            <a:off x="10175081" y="180478"/>
            <a:ext cx="1679882" cy="138113"/>
          </a:xfrm>
        </p:spPr>
        <p:txBody>
          <a:bodyPr anchor="ctr">
            <a:noAutofit/>
          </a:bodyPr>
          <a:lstStyle>
            <a:lvl1pPr marL="0" indent="0" algn="r">
              <a:spcBef>
                <a:spcPts val="0"/>
              </a:spcBef>
              <a:spcAft>
                <a:spcPts val="0"/>
              </a:spcAft>
              <a:buNone/>
              <a:defRPr sz="800" i="1">
                <a:solidFill>
                  <a:schemeClr val="tx1">
                    <a:lumMod val="50000"/>
                    <a:lumOff val="50000"/>
                  </a:schemeClr>
                </a:solidFill>
              </a:defRPr>
            </a:lvl1pPr>
            <a:lvl2pPr marL="180000" indent="0">
              <a:buNone/>
              <a:defRPr sz="1000"/>
            </a:lvl2pPr>
            <a:lvl3pPr marL="360000" indent="0">
              <a:buNone/>
              <a:defRPr sz="1000"/>
            </a:lvl3pPr>
            <a:lvl4pPr marL="731225" indent="0">
              <a:buNone/>
              <a:defRPr sz="1000"/>
            </a:lvl4pPr>
            <a:lvl5pPr marL="910613" indent="0">
              <a:buNone/>
              <a:defRPr sz="1000"/>
            </a:lvl5pPr>
          </a:lstStyle>
          <a:p>
            <a:pPr lvl="0"/>
            <a:r>
              <a:rPr lang="en-US"/>
              <a:t>Click here to add road signs</a:t>
            </a:r>
          </a:p>
        </p:txBody>
      </p:sp>
      <p:sp>
        <p:nvSpPr>
          <p:cNvPr id="11" name="Text Placeholder 13">
            <a:extLst>
              <a:ext uri="{FF2B5EF4-FFF2-40B4-BE49-F238E27FC236}">
                <a16:creationId xmlns:a16="http://schemas.microsoft.com/office/drawing/2014/main" id="{2EACF66B-3ED2-193C-65B8-236594B35285}"/>
              </a:ext>
            </a:extLst>
          </p:cNvPr>
          <p:cNvSpPr>
            <a:spLocks noGrp="1"/>
          </p:cNvSpPr>
          <p:nvPr>
            <p:ph type="body" sz="quarter" idx="11" hasCustomPrompt="1"/>
          </p:nvPr>
        </p:nvSpPr>
        <p:spPr>
          <a:xfrm>
            <a:off x="334963" y="6345535"/>
            <a:ext cx="11520000" cy="210254"/>
          </a:xfrm>
        </p:spPr>
        <p:txBody>
          <a:bodyPr anchor="b">
            <a:noAutofit/>
          </a:bodyPr>
          <a:lstStyle>
            <a:lvl1pPr marL="0" indent="0">
              <a:spcBef>
                <a:spcPts val="0"/>
              </a:spcBef>
              <a:spcAft>
                <a:spcPts val="0"/>
              </a:spcAft>
              <a:buNone/>
              <a:defRPr sz="800" i="0">
                <a:solidFill>
                  <a:schemeClr val="tx1">
                    <a:lumMod val="50000"/>
                    <a:lumOff val="50000"/>
                  </a:schemeClr>
                </a:solidFill>
              </a:defRPr>
            </a:lvl1pPr>
          </a:lstStyle>
          <a:p>
            <a:pPr lvl="0"/>
            <a:r>
              <a:rPr lang="en-US"/>
              <a:t>Click here to add text to footer</a:t>
            </a:r>
            <a:endParaRPr lang="en-IN"/>
          </a:p>
        </p:txBody>
      </p:sp>
    </p:spTree>
    <p:extLst>
      <p:ext uri="{BB962C8B-B14F-4D97-AF65-F5344CB8AC3E}">
        <p14:creationId xmlns:p14="http://schemas.microsoft.com/office/powerpoint/2010/main" val="3017399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A74F7-01F1-44E1-91F4-AFC8E196BF29}"/>
              </a:ext>
            </a:extLst>
          </p:cNvPr>
          <p:cNvSpPr>
            <a:spLocks noGrp="1"/>
          </p:cNvSpPr>
          <p:nvPr>
            <p:ph type="title" hasCustomPrompt="1"/>
          </p:nvPr>
        </p:nvSpPr>
        <p:spPr>
          <a:xfrm>
            <a:off x="334963" y="409069"/>
            <a:ext cx="11520000" cy="659636"/>
          </a:xfrm>
        </p:spPr>
        <p:txBody>
          <a:bodyPr>
            <a:noAutofit/>
          </a:bodyPr>
          <a:lstStyle>
            <a:lvl1pPr>
              <a:defRPr>
                <a:latin typeface="Arial" panose="020B0604020202020204" pitchFamily="34" charset="0"/>
              </a:defRPr>
            </a:lvl1pPr>
          </a:lstStyle>
          <a:p>
            <a:r>
              <a:rPr lang="en-US"/>
              <a:t>Click to add title (Arial 22 pt.)</a:t>
            </a:r>
            <a:endParaRPr lang="en-IN"/>
          </a:p>
        </p:txBody>
      </p:sp>
      <p:sp>
        <p:nvSpPr>
          <p:cNvPr id="8" name="Content Placeholder 2">
            <a:extLst>
              <a:ext uri="{FF2B5EF4-FFF2-40B4-BE49-F238E27FC236}">
                <a16:creationId xmlns:a16="http://schemas.microsoft.com/office/drawing/2014/main" id="{582832A0-B5FF-4544-4454-E2DA28BDFC73}"/>
              </a:ext>
            </a:extLst>
          </p:cNvPr>
          <p:cNvSpPr>
            <a:spLocks noGrp="1"/>
          </p:cNvSpPr>
          <p:nvPr>
            <p:ph idx="1" hasCustomPrompt="1"/>
          </p:nvPr>
        </p:nvSpPr>
        <p:spPr>
          <a:xfrm>
            <a:off x="334963" y="1278573"/>
            <a:ext cx="54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sp>
        <p:nvSpPr>
          <p:cNvPr id="3" name="Slide Number Placeholder 5">
            <a:extLst>
              <a:ext uri="{FF2B5EF4-FFF2-40B4-BE49-F238E27FC236}">
                <a16:creationId xmlns:a16="http://schemas.microsoft.com/office/drawing/2014/main" id="{70CD2EA3-8F82-89A2-9ED0-31297A947BEB}"/>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a:p>
        </p:txBody>
      </p:sp>
      <p:sp>
        <p:nvSpPr>
          <p:cNvPr id="4" name="Footer Placeholder 4">
            <a:extLst>
              <a:ext uri="{FF2B5EF4-FFF2-40B4-BE49-F238E27FC236}">
                <a16:creationId xmlns:a16="http://schemas.microsoft.com/office/drawing/2014/main" id="{A3B32232-C020-A98B-DDA3-FA6F355CF8D0}"/>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2026 ProcDNA</a:t>
            </a:r>
          </a:p>
        </p:txBody>
      </p:sp>
      <p:sp>
        <p:nvSpPr>
          <p:cNvPr id="5" name="Rectangle 4">
            <a:extLst>
              <a:ext uri="{FF2B5EF4-FFF2-40B4-BE49-F238E27FC236}">
                <a16:creationId xmlns:a16="http://schemas.microsoft.com/office/drawing/2014/main" id="{50E144BE-972A-3722-E3C5-97C51A1F43D9}"/>
              </a:ext>
            </a:extLst>
          </p:cNvPr>
          <p:cNvSpPr/>
          <p:nvPr userDrawn="1"/>
        </p:nvSpPr>
        <p:spPr>
          <a:xfrm>
            <a:off x="0" y="0"/>
            <a:ext cx="12192000" cy="90000"/>
          </a:xfrm>
          <a:prstGeom prst="rect">
            <a:avLst/>
          </a:prstGeom>
          <a:gradFill>
            <a:gsLst>
              <a:gs pos="100000">
                <a:srgbClr val="007ECC"/>
              </a:gs>
              <a:gs pos="0">
                <a:schemeClr val="bg2"/>
              </a:gs>
              <a:gs pos="50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sz="1000">
              <a:latin typeface="+mj-lt"/>
              <a:cs typeface="Arial" panose="020B0604020202020204" pitchFamily="34" charset="0"/>
            </a:endParaRPr>
          </a:p>
        </p:txBody>
      </p:sp>
      <p:sp>
        <p:nvSpPr>
          <p:cNvPr id="6" name="Text Placeholder 9">
            <a:extLst>
              <a:ext uri="{FF2B5EF4-FFF2-40B4-BE49-F238E27FC236}">
                <a16:creationId xmlns:a16="http://schemas.microsoft.com/office/drawing/2014/main" id="{2F609825-3BE6-FAF2-BDAB-6FA962003878}"/>
              </a:ext>
            </a:extLst>
          </p:cNvPr>
          <p:cNvSpPr>
            <a:spLocks noGrp="1"/>
          </p:cNvSpPr>
          <p:nvPr>
            <p:ph type="body" sz="quarter" idx="11" hasCustomPrompt="1"/>
          </p:nvPr>
        </p:nvSpPr>
        <p:spPr>
          <a:xfrm>
            <a:off x="10175081" y="180478"/>
            <a:ext cx="1679882" cy="138113"/>
          </a:xfrm>
        </p:spPr>
        <p:txBody>
          <a:bodyPr anchor="ctr">
            <a:noAutofit/>
          </a:bodyPr>
          <a:lstStyle>
            <a:lvl1pPr marL="0" indent="0" algn="r">
              <a:spcBef>
                <a:spcPts val="0"/>
              </a:spcBef>
              <a:spcAft>
                <a:spcPts val="0"/>
              </a:spcAft>
              <a:buNone/>
              <a:defRPr sz="800" i="1">
                <a:solidFill>
                  <a:schemeClr val="tx1">
                    <a:lumMod val="50000"/>
                    <a:lumOff val="50000"/>
                  </a:schemeClr>
                </a:solidFill>
              </a:defRPr>
            </a:lvl1pPr>
            <a:lvl2pPr marL="180000" indent="0">
              <a:buNone/>
              <a:defRPr sz="1000"/>
            </a:lvl2pPr>
            <a:lvl3pPr marL="360000" indent="0">
              <a:buNone/>
              <a:defRPr sz="1000"/>
            </a:lvl3pPr>
            <a:lvl4pPr marL="731225" indent="0">
              <a:buNone/>
              <a:defRPr sz="1000"/>
            </a:lvl4pPr>
            <a:lvl5pPr marL="910613" indent="0">
              <a:buNone/>
              <a:defRPr sz="1000"/>
            </a:lvl5pPr>
          </a:lstStyle>
          <a:p>
            <a:pPr lvl="0"/>
            <a:r>
              <a:rPr lang="en-US"/>
              <a:t>Click here to add road signs</a:t>
            </a:r>
          </a:p>
        </p:txBody>
      </p:sp>
      <p:sp>
        <p:nvSpPr>
          <p:cNvPr id="7" name="Content Placeholder 2">
            <a:extLst>
              <a:ext uri="{FF2B5EF4-FFF2-40B4-BE49-F238E27FC236}">
                <a16:creationId xmlns:a16="http://schemas.microsoft.com/office/drawing/2014/main" id="{7675F76D-754C-9CDF-9784-3CBF85E2529D}"/>
              </a:ext>
            </a:extLst>
          </p:cNvPr>
          <p:cNvSpPr>
            <a:spLocks noGrp="1"/>
          </p:cNvSpPr>
          <p:nvPr>
            <p:ph idx="12" hasCustomPrompt="1"/>
          </p:nvPr>
        </p:nvSpPr>
        <p:spPr>
          <a:xfrm>
            <a:off x="6454963" y="1278573"/>
            <a:ext cx="54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7F84C475-E3B3-1C19-C611-198AC2F34DD9}"/>
              </a:ext>
            </a:extLst>
          </p:cNvPr>
          <p:cNvCxnSpPr/>
          <p:nvPr userDrawn="1"/>
        </p:nvCxnSpPr>
        <p:spPr>
          <a:xfrm>
            <a:off x="334963" y="1173639"/>
            <a:ext cx="11520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3">
            <a:extLst>
              <a:ext uri="{FF2B5EF4-FFF2-40B4-BE49-F238E27FC236}">
                <a16:creationId xmlns:a16="http://schemas.microsoft.com/office/drawing/2014/main" id="{DE275358-AF03-C986-67FD-C5E6F115C91A}"/>
              </a:ext>
            </a:extLst>
          </p:cNvPr>
          <p:cNvSpPr>
            <a:spLocks noGrp="1"/>
          </p:cNvSpPr>
          <p:nvPr>
            <p:ph type="body" sz="quarter" idx="13" hasCustomPrompt="1"/>
          </p:nvPr>
        </p:nvSpPr>
        <p:spPr>
          <a:xfrm>
            <a:off x="334963" y="6345535"/>
            <a:ext cx="11520000" cy="210254"/>
          </a:xfrm>
        </p:spPr>
        <p:txBody>
          <a:bodyPr anchor="b">
            <a:noAutofit/>
          </a:bodyPr>
          <a:lstStyle>
            <a:lvl1pPr marL="0" indent="0">
              <a:spcBef>
                <a:spcPts val="0"/>
              </a:spcBef>
              <a:spcAft>
                <a:spcPts val="0"/>
              </a:spcAft>
              <a:buNone/>
              <a:defRPr sz="800" i="0">
                <a:solidFill>
                  <a:schemeClr val="tx1">
                    <a:lumMod val="50000"/>
                    <a:lumOff val="50000"/>
                  </a:schemeClr>
                </a:solidFill>
              </a:defRPr>
            </a:lvl1pPr>
          </a:lstStyle>
          <a:p>
            <a:pPr lvl="0"/>
            <a:r>
              <a:rPr lang="en-US"/>
              <a:t>Click here to add text to footer</a:t>
            </a:r>
            <a:endParaRPr lang="en-IN"/>
          </a:p>
        </p:txBody>
      </p:sp>
    </p:spTree>
    <p:extLst>
      <p:ext uri="{BB962C8B-B14F-4D97-AF65-F5344CB8AC3E}">
        <p14:creationId xmlns:p14="http://schemas.microsoft.com/office/powerpoint/2010/main" val="245500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E24BB-C8DC-7F61-D8CB-320D417E03E0}"/>
              </a:ext>
            </a:extLst>
          </p:cNvPr>
          <p:cNvSpPr>
            <a:spLocks noGrp="1"/>
          </p:cNvSpPr>
          <p:nvPr>
            <p:ph type="title" hasCustomPrompt="1"/>
          </p:nvPr>
        </p:nvSpPr>
        <p:spPr>
          <a:xfrm>
            <a:off x="334963" y="409069"/>
            <a:ext cx="11520000" cy="659636"/>
          </a:xfrm>
        </p:spPr>
        <p:txBody>
          <a:bodyPr/>
          <a:lstStyle/>
          <a:p>
            <a:r>
              <a:rPr lang="en-US"/>
              <a:t>Click to add title (Arial 22 pt.)</a:t>
            </a:r>
            <a:endParaRPr lang="en-IN"/>
          </a:p>
        </p:txBody>
      </p:sp>
      <p:sp>
        <p:nvSpPr>
          <p:cNvPr id="9" name="Content Placeholder 2">
            <a:extLst>
              <a:ext uri="{FF2B5EF4-FFF2-40B4-BE49-F238E27FC236}">
                <a16:creationId xmlns:a16="http://schemas.microsoft.com/office/drawing/2014/main" id="{5808B686-F2CE-80F3-9E37-1F3342058C39}"/>
              </a:ext>
            </a:extLst>
          </p:cNvPr>
          <p:cNvSpPr>
            <a:spLocks noGrp="1"/>
          </p:cNvSpPr>
          <p:nvPr>
            <p:ph idx="15" hasCustomPrompt="1"/>
          </p:nvPr>
        </p:nvSpPr>
        <p:spPr>
          <a:xfrm>
            <a:off x="334963" y="1278573"/>
            <a:ext cx="36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sp>
        <p:nvSpPr>
          <p:cNvPr id="5" name="Slide Number Placeholder 5">
            <a:extLst>
              <a:ext uri="{FF2B5EF4-FFF2-40B4-BE49-F238E27FC236}">
                <a16:creationId xmlns:a16="http://schemas.microsoft.com/office/drawing/2014/main" id="{47AB8AF2-C244-0FF0-9F8E-0D9B54D35388}"/>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a:p>
        </p:txBody>
      </p:sp>
      <p:sp>
        <p:nvSpPr>
          <p:cNvPr id="6" name="Footer Placeholder 4">
            <a:extLst>
              <a:ext uri="{FF2B5EF4-FFF2-40B4-BE49-F238E27FC236}">
                <a16:creationId xmlns:a16="http://schemas.microsoft.com/office/drawing/2014/main" id="{BDE84894-399B-E7E5-A842-8AE588383618}"/>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2026 ProcDNA</a:t>
            </a:r>
          </a:p>
        </p:txBody>
      </p:sp>
      <p:sp>
        <p:nvSpPr>
          <p:cNvPr id="10" name="Rectangle 9">
            <a:extLst>
              <a:ext uri="{FF2B5EF4-FFF2-40B4-BE49-F238E27FC236}">
                <a16:creationId xmlns:a16="http://schemas.microsoft.com/office/drawing/2014/main" id="{A9DAECBA-94D9-1F2C-77F5-82B3E54A1E0A}"/>
              </a:ext>
            </a:extLst>
          </p:cNvPr>
          <p:cNvSpPr/>
          <p:nvPr userDrawn="1"/>
        </p:nvSpPr>
        <p:spPr>
          <a:xfrm>
            <a:off x="0" y="0"/>
            <a:ext cx="12192000" cy="90000"/>
          </a:xfrm>
          <a:prstGeom prst="rect">
            <a:avLst/>
          </a:prstGeom>
          <a:gradFill>
            <a:gsLst>
              <a:gs pos="100000">
                <a:srgbClr val="007ECC"/>
              </a:gs>
              <a:gs pos="0">
                <a:schemeClr val="bg2"/>
              </a:gs>
              <a:gs pos="50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sz="1000">
              <a:latin typeface="+mj-lt"/>
              <a:cs typeface="Arial" panose="020B0604020202020204" pitchFamily="34" charset="0"/>
            </a:endParaRPr>
          </a:p>
        </p:txBody>
      </p:sp>
      <p:sp>
        <p:nvSpPr>
          <p:cNvPr id="11" name="Text Placeholder 9">
            <a:extLst>
              <a:ext uri="{FF2B5EF4-FFF2-40B4-BE49-F238E27FC236}">
                <a16:creationId xmlns:a16="http://schemas.microsoft.com/office/drawing/2014/main" id="{3AB9D52A-07A3-E53A-C7BB-931287E74929}"/>
              </a:ext>
            </a:extLst>
          </p:cNvPr>
          <p:cNvSpPr>
            <a:spLocks noGrp="1"/>
          </p:cNvSpPr>
          <p:nvPr>
            <p:ph type="body" sz="quarter" idx="10" hasCustomPrompt="1"/>
          </p:nvPr>
        </p:nvSpPr>
        <p:spPr>
          <a:xfrm>
            <a:off x="10175081" y="180478"/>
            <a:ext cx="1679882" cy="138113"/>
          </a:xfrm>
        </p:spPr>
        <p:txBody>
          <a:bodyPr anchor="ctr">
            <a:noAutofit/>
          </a:bodyPr>
          <a:lstStyle>
            <a:lvl1pPr marL="0" indent="0" algn="r">
              <a:spcBef>
                <a:spcPts val="0"/>
              </a:spcBef>
              <a:spcAft>
                <a:spcPts val="0"/>
              </a:spcAft>
              <a:buNone/>
              <a:defRPr sz="800" i="1">
                <a:solidFill>
                  <a:schemeClr val="tx1">
                    <a:lumMod val="50000"/>
                    <a:lumOff val="50000"/>
                  </a:schemeClr>
                </a:solidFill>
              </a:defRPr>
            </a:lvl1pPr>
            <a:lvl2pPr marL="180000" indent="0">
              <a:buNone/>
              <a:defRPr sz="1000"/>
            </a:lvl2pPr>
            <a:lvl3pPr marL="360000" indent="0">
              <a:buNone/>
              <a:defRPr sz="1000"/>
            </a:lvl3pPr>
            <a:lvl4pPr marL="731225" indent="0">
              <a:buNone/>
              <a:defRPr sz="1000"/>
            </a:lvl4pPr>
            <a:lvl5pPr marL="910613" indent="0">
              <a:buNone/>
              <a:defRPr sz="1000"/>
            </a:lvl5pPr>
          </a:lstStyle>
          <a:p>
            <a:pPr lvl="0"/>
            <a:r>
              <a:rPr lang="en-US"/>
              <a:t>Click here to add road signs</a:t>
            </a:r>
          </a:p>
        </p:txBody>
      </p:sp>
      <p:sp>
        <p:nvSpPr>
          <p:cNvPr id="12" name="Content Placeholder 2">
            <a:extLst>
              <a:ext uri="{FF2B5EF4-FFF2-40B4-BE49-F238E27FC236}">
                <a16:creationId xmlns:a16="http://schemas.microsoft.com/office/drawing/2014/main" id="{DB36DE45-3DB7-15DB-1D3A-5E9657C72E0D}"/>
              </a:ext>
            </a:extLst>
          </p:cNvPr>
          <p:cNvSpPr>
            <a:spLocks noGrp="1"/>
          </p:cNvSpPr>
          <p:nvPr>
            <p:ph idx="16" hasCustomPrompt="1"/>
          </p:nvPr>
        </p:nvSpPr>
        <p:spPr>
          <a:xfrm>
            <a:off x="4294963" y="1278573"/>
            <a:ext cx="36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sp>
        <p:nvSpPr>
          <p:cNvPr id="13" name="Content Placeholder 2">
            <a:extLst>
              <a:ext uri="{FF2B5EF4-FFF2-40B4-BE49-F238E27FC236}">
                <a16:creationId xmlns:a16="http://schemas.microsoft.com/office/drawing/2014/main" id="{1636B718-8569-2F66-3C8A-800B2716ED4F}"/>
              </a:ext>
            </a:extLst>
          </p:cNvPr>
          <p:cNvSpPr>
            <a:spLocks noGrp="1"/>
          </p:cNvSpPr>
          <p:nvPr>
            <p:ph idx="17" hasCustomPrompt="1"/>
          </p:nvPr>
        </p:nvSpPr>
        <p:spPr>
          <a:xfrm>
            <a:off x="8254963" y="1278573"/>
            <a:ext cx="36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cxnSp>
        <p:nvCxnSpPr>
          <p:cNvPr id="3" name="Straight Connector 2">
            <a:extLst>
              <a:ext uri="{FF2B5EF4-FFF2-40B4-BE49-F238E27FC236}">
                <a16:creationId xmlns:a16="http://schemas.microsoft.com/office/drawing/2014/main" id="{84A4A702-512D-D4D6-9233-7B80D3232AB9}"/>
              </a:ext>
            </a:extLst>
          </p:cNvPr>
          <p:cNvCxnSpPr/>
          <p:nvPr userDrawn="1"/>
        </p:nvCxnSpPr>
        <p:spPr>
          <a:xfrm>
            <a:off x="334963" y="1173639"/>
            <a:ext cx="11520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13">
            <a:extLst>
              <a:ext uri="{FF2B5EF4-FFF2-40B4-BE49-F238E27FC236}">
                <a16:creationId xmlns:a16="http://schemas.microsoft.com/office/drawing/2014/main" id="{E10282FC-399E-A01F-5E21-25196946F52F}"/>
              </a:ext>
            </a:extLst>
          </p:cNvPr>
          <p:cNvSpPr>
            <a:spLocks noGrp="1"/>
          </p:cNvSpPr>
          <p:nvPr>
            <p:ph type="body" sz="quarter" idx="13" hasCustomPrompt="1"/>
          </p:nvPr>
        </p:nvSpPr>
        <p:spPr>
          <a:xfrm>
            <a:off x="334963" y="6345535"/>
            <a:ext cx="11520000" cy="210254"/>
          </a:xfrm>
        </p:spPr>
        <p:txBody>
          <a:bodyPr anchor="b">
            <a:noAutofit/>
          </a:bodyPr>
          <a:lstStyle>
            <a:lvl1pPr marL="0" indent="0">
              <a:spcBef>
                <a:spcPts val="0"/>
              </a:spcBef>
              <a:spcAft>
                <a:spcPts val="0"/>
              </a:spcAft>
              <a:buNone/>
              <a:defRPr sz="800" i="0">
                <a:solidFill>
                  <a:schemeClr val="tx1">
                    <a:lumMod val="50000"/>
                    <a:lumOff val="50000"/>
                  </a:schemeClr>
                </a:solidFill>
              </a:defRPr>
            </a:lvl1pPr>
          </a:lstStyle>
          <a:p>
            <a:pPr lvl="0"/>
            <a:r>
              <a:rPr lang="en-US"/>
              <a:t>Click here to add text to footer</a:t>
            </a:r>
            <a:endParaRPr lang="en-IN"/>
          </a:p>
        </p:txBody>
      </p:sp>
    </p:spTree>
    <p:extLst>
      <p:ext uri="{BB962C8B-B14F-4D97-AF65-F5344CB8AC3E}">
        <p14:creationId xmlns:p14="http://schemas.microsoft.com/office/powerpoint/2010/main" val="2504758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H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B56BC84-DFE8-4869-AA81-C60C19D83C77}"/>
              </a:ext>
            </a:extLst>
          </p:cNvPr>
          <p:cNvSpPr>
            <a:spLocks noGrp="1"/>
          </p:cNvSpPr>
          <p:nvPr>
            <p:ph type="ftr" sz="quarter" idx="11"/>
          </p:nvPr>
        </p:nvSpPr>
        <p:spPr/>
        <p:txBody>
          <a:bodyPr/>
          <a:lstStyle>
            <a:lvl1pPr>
              <a:defRPr/>
            </a:lvl1pPr>
          </a:lstStyle>
          <a:p>
            <a:r>
              <a:rPr lang="en-IN"/>
              <a:t>© 2026 ProcDNA</a:t>
            </a:r>
          </a:p>
        </p:txBody>
      </p:sp>
      <p:sp>
        <p:nvSpPr>
          <p:cNvPr id="6" name="Slide Number Placeholder 5">
            <a:extLst>
              <a:ext uri="{FF2B5EF4-FFF2-40B4-BE49-F238E27FC236}">
                <a16:creationId xmlns:a16="http://schemas.microsoft.com/office/drawing/2014/main" id="{27E869B5-9ED4-4457-A7CD-B91727365F9C}"/>
              </a:ext>
            </a:extLst>
          </p:cNvPr>
          <p:cNvSpPr>
            <a:spLocks noGrp="1"/>
          </p:cNvSpPr>
          <p:nvPr>
            <p:ph type="sldNum" sz="quarter" idx="12"/>
          </p:nvPr>
        </p:nvSpPr>
        <p:spPr/>
        <p:txBody>
          <a:bodyPr/>
          <a:lstStyle>
            <a:lvl1pPr>
              <a:defRPr>
                <a:latin typeface="Arial" panose="020B0604020202020204" pitchFamily="34" charset="0"/>
              </a:defRPr>
            </a:lvl1pPr>
          </a:lstStyle>
          <a:p>
            <a:fld id="{611B2C2B-439E-457D-A75F-A794D509B660}" type="slidenum">
              <a:rPr lang="en-IN" smtClean="0"/>
              <a:pPr/>
              <a:t>‹#›</a:t>
            </a:fld>
            <a:endParaRPr lang="en-IN"/>
          </a:p>
        </p:txBody>
      </p:sp>
      <p:sp>
        <p:nvSpPr>
          <p:cNvPr id="4" name="Rectangle 3">
            <a:extLst>
              <a:ext uri="{FF2B5EF4-FFF2-40B4-BE49-F238E27FC236}">
                <a16:creationId xmlns:a16="http://schemas.microsoft.com/office/drawing/2014/main" id="{1046E007-E46C-8CAA-DCBD-8E0C703C8EED}"/>
              </a:ext>
            </a:extLst>
          </p:cNvPr>
          <p:cNvSpPr/>
          <p:nvPr userDrawn="1"/>
        </p:nvSpPr>
        <p:spPr>
          <a:xfrm>
            <a:off x="0" y="0"/>
            <a:ext cx="3600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F4ECD09B-190C-4C86-A1B8-DADCDE576146}"/>
              </a:ext>
            </a:extLst>
          </p:cNvPr>
          <p:cNvSpPr>
            <a:spLocks noGrp="1"/>
          </p:cNvSpPr>
          <p:nvPr>
            <p:ph type="title"/>
          </p:nvPr>
        </p:nvSpPr>
        <p:spPr>
          <a:xfrm>
            <a:off x="334963" y="409068"/>
            <a:ext cx="2900606" cy="6119847"/>
          </a:xfrm>
        </p:spPr>
        <p:txBody>
          <a:bodyPr anchor="ctr">
            <a:noAutofit/>
          </a:bodyPr>
          <a:lstStyle>
            <a:lvl1pPr>
              <a:defRPr sz="2200" b="1" baseline="0">
                <a:solidFill>
                  <a:schemeClr val="bg1"/>
                </a:solidFill>
                <a:latin typeface="Arial" panose="020B0604020202020204" pitchFamily="34" charset="0"/>
              </a:defRPr>
            </a:lvl1pPr>
          </a:lstStyle>
          <a:p>
            <a:r>
              <a:rPr lang="en-US"/>
              <a:t>Click to edit Master title style</a:t>
            </a:r>
            <a:endParaRPr lang="en-IN"/>
          </a:p>
        </p:txBody>
      </p:sp>
    </p:spTree>
    <p:extLst>
      <p:ext uri="{BB962C8B-B14F-4D97-AF65-F5344CB8AC3E}">
        <p14:creationId xmlns:p14="http://schemas.microsoft.com/office/powerpoint/2010/main" val="844239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H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7E869B5-9ED4-4457-A7CD-B91727365F9C}"/>
              </a:ext>
            </a:extLst>
          </p:cNvPr>
          <p:cNvSpPr>
            <a:spLocks noGrp="1"/>
          </p:cNvSpPr>
          <p:nvPr>
            <p:ph type="sldNum" sz="quarter" idx="12"/>
          </p:nvPr>
        </p:nvSpPr>
        <p:spPr/>
        <p:txBody>
          <a:bodyPr/>
          <a:lstStyle>
            <a:lvl1pPr>
              <a:defRPr>
                <a:latin typeface="Arial" panose="020B0604020202020204" pitchFamily="34" charset="0"/>
              </a:defRPr>
            </a:lvl1pPr>
          </a:lstStyle>
          <a:p>
            <a:fld id="{611B2C2B-439E-457D-A75F-A794D509B660}" type="slidenum">
              <a:rPr lang="en-IN" smtClean="0"/>
              <a:pPr/>
              <a:t>‹#›</a:t>
            </a:fld>
            <a:endParaRPr lang="en-IN"/>
          </a:p>
        </p:txBody>
      </p:sp>
      <p:sp>
        <p:nvSpPr>
          <p:cNvPr id="3" name="Rectangle 2">
            <a:extLst>
              <a:ext uri="{FF2B5EF4-FFF2-40B4-BE49-F238E27FC236}">
                <a16:creationId xmlns:a16="http://schemas.microsoft.com/office/drawing/2014/main" id="{41EF577A-ECD7-5D76-C374-84D4141E84EB}"/>
              </a:ext>
            </a:extLst>
          </p:cNvPr>
          <p:cNvSpPr/>
          <p:nvPr userDrawn="1"/>
        </p:nvSpPr>
        <p:spPr>
          <a:xfrm>
            <a:off x="8592000" y="0"/>
            <a:ext cx="3600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EB56BC84-DFE8-4869-AA81-C60C19D83C77}"/>
              </a:ext>
            </a:extLst>
          </p:cNvPr>
          <p:cNvSpPr>
            <a:spLocks noGrp="1"/>
          </p:cNvSpPr>
          <p:nvPr>
            <p:ph type="ftr" sz="quarter" idx="11"/>
          </p:nvPr>
        </p:nvSpPr>
        <p:spPr/>
        <p:txBody>
          <a:bodyPr/>
          <a:lstStyle>
            <a:lvl1pPr>
              <a:defRPr/>
            </a:lvl1pPr>
          </a:lstStyle>
          <a:p>
            <a:r>
              <a:rPr lang="en-IN"/>
              <a:t>© 2026 ProcDNA</a:t>
            </a:r>
          </a:p>
        </p:txBody>
      </p:sp>
      <p:sp>
        <p:nvSpPr>
          <p:cNvPr id="2" name="Title 1">
            <a:extLst>
              <a:ext uri="{FF2B5EF4-FFF2-40B4-BE49-F238E27FC236}">
                <a16:creationId xmlns:a16="http://schemas.microsoft.com/office/drawing/2014/main" id="{F4ECD09B-190C-4C86-A1B8-DADCDE576146}"/>
              </a:ext>
            </a:extLst>
          </p:cNvPr>
          <p:cNvSpPr>
            <a:spLocks noGrp="1"/>
          </p:cNvSpPr>
          <p:nvPr>
            <p:ph type="title"/>
          </p:nvPr>
        </p:nvSpPr>
        <p:spPr>
          <a:xfrm>
            <a:off x="8941778" y="409068"/>
            <a:ext cx="2915260" cy="6119847"/>
          </a:xfrm>
        </p:spPr>
        <p:txBody>
          <a:bodyPr anchor="ctr">
            <a:noAutofit/>
          </a:bodyPr>
          <a:lstStyle>
            <a:lvl1pPr algn="r">
              <a:defRPr sz="2200" b="1" baseline="0">
                <a:solidFill>
                  <a:schemeClr val="bg1"/>
                </a:solidFill>
                <a:latin typeface="Arial" panose="020B0604020202020204" pitchFamily="34" charset="0"/>
              </a:defRPr>
            </a:lvl1pPr>
          </a:lstStyle>
          <a:p>
            <a:r>
              <a:rPr lang="en-US"/>
              <a:t>Click to edit Master title style</a:t>
            </a:r>
            <a:endParaRPr lang="en-IN"/>
          </a:p>
        </p:txBody>
      </p:sp>
    </p:spTree>
    <p:extLst>
      <p:ext uri="{BB962C8B-B14F-4D97-AF65-F5344CB8AC3E}">
        <p14:creationId xmlns:p14="http://schemas.microsoft.com/office/powerpoint/2010/main" val="2805346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divider">
    <p:bg>
      <p:bgPr>
        <a:gradFill>
          <a:gsLst>
            <a:gs pos="100000">
              <a:srgbClr val="007ECC"/>
            </a:gs>
            <a:gs pos="0">
              <a:schemeClr val="bg2"/>
            </a:gs>
            <a:gs pos="56000">
              <a:schemeClr val="tx2"/>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A76D7-1D86-46D2-AFFE-C7AFB6620E81}"/>
              </a:ext>
            </a:extLst>
          </p:cNvPr>
          <p:cNvSpPr>
            <a:spLocks noGrp="1"/>
          </p:cNvSpPr>
          <p:nvPr>
            <p:ph type="title" hasCustomPrompt="1"/>
          </p:nvPr>
        </p:nvSpPr>
        <p:spPr>
          <a:xfrm>
            <a:off x="349788" y="2030414"/>
            <a:ext cx="7961091" cy="2163940"/>
          </a:xfrm>
        </p:spPr>
        <p:txBody>
          <a:bodyPr anchor="b">
            <a:noAutofit/>
          </a:bodyPr>
          <a:lstStyle>
            <a:lvl1pPr>
              <a:defRPr sz="3600">
                <a:solidFill>
                  <a:schemeClr val="bg1"/>
                </a:solidFill>
                <a:latin typeface="Arial" panose="020B0604020202020204" pitchFamily="34" charset="0"/>
              </a:defRPr>
            </a:lvl1pPr>
          </a:lstStyle>
          <a:p>
            <a:r>
              <a:rPr lang="en-US"/>
              <a:t>Click to here to add section divider</a:t>
            </a:r>
            <a:br>
              <a:rPr lang="en-US"/>
            </a:br>
            <a:r>
              <a:rPr lang="en-US"/>
              <a:t>(Arial 36 pt.)</a:t>
            </a:r>
            <a:endParaRPr lang="en-IN"/>
          </a:p>
        </p:txBody>
      </p:sp>
      <p:sp>
        <p:nvSpPr>
          <p:cNvPr id="3" name="Text Placeholder 2">
            <a:extLst>
              <a:ext uri="{FF2B5EF4-FFF2-40B4-BE49-F238E27FC236}">
                <a16:creationId xmlns:a16="http://schemas.microsoft.com/office/drawing/2014/main" id="{E876E24E-DFC3-4D91-95AD-D97538199D83}"/>
              </a:ext>
            </a:extLst>
          </p:cNvPr>
          <p:cNvSpPr>
            <a:spLocks noGrp="1"/>
          </p:cNvSpPr>
          <p:nvPr>
            <p:ph type="body" idx="1" hasCustomPrompt="1"/>
          </p:nvPr>
        </p:nvSpPr>
        <p:spPr>
          <a:xfrm>
            <a:off x="349789" y="4327768"/>
            <a:ext cx="7961090" cy="567729"/>
          </a:xfrm>
          <a:prstGeom prst="rect">
            <a:avLst/>
          </a:prstGeom>
        </p:spPr>
        <p:txBody>
          <a:bodyPr>
            <a:noAutofit/>
          </a:bodyPr>
          <a:lstStyle>
            <a:lvl1pPr marL="0" indent="0">
              <a:buNone/>
              <a:defRPr sz="1400">
                <a:solidFill>
                  <a:schemeClr val="bg1"/>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here to add subtitle</a:t>
            </a:r>
          </a:p>
        </p:txBody>
      </p:sp>
    </p:spTree>
    <p:extLst>
      <p:ext uri="{BB962C8B-B14F-4D97-AF65-F5344CB8AC3E}">
        <p14:creationId xmlns:p14="http://schemas.microsoft.com/office/powerpoint/2010/main" val="272708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3BC1060-740B-4322-D3A4-B1B8970241DA}"/>
              </a:ext>
            </a:extLst>
          </p:cNvPr>
          <p:cNvSpPr>
            <a:spLocks noGrp="1"/>
          </p:cNvSpPr>
          <p:nvPr>
            <p:ph type="title" hasCustomPrompt="1"/>
          </p:nvPr>
        </p:nvSpPr>
        <p:spPr>
          <a:xfrm>
            <a:off x="349789" y="2030414"/>
            <a:ext cx="7033612" cy="2163940"/>
          </a:xfrm>
        </p:spPr>
        <p:txBody>
          <a:bodyPr/>
          <a:lstStyle>
            <a:lvl1pPr>
              <a:defRPr sz="3600"/>
            </a:lvl1pPr>
          </a:lstStyle>
          <a:p>
            <a:r>
              <a:rPr lang="en-IN"/>
              <a:t>Click here to add thank you note</a:t>
            </a:r>
          </a:p>
        </p:txBody>
      </p:sp>
      <p:sp>
        <p:nvSpPr>
          <p:cNvPr id="4" name="Text Placeholder 135">
            <a:extLst>
              <a:ext uri="{FF2B5EF4-FFF2-40B4-BE49-F238E27FC236}">
                <a16:creationId xmlns:a16="http://schemas.microsoft.com/office/drawing/2014/main" id="{72EF8C59-CDD1-76AA-31AC-2F68904A12E4}"/>
              </a:ext>
            </a:extLst>
          </p:cNvPr>
          <p:cNvSpPr txBox="1">
            <a:spLocks/>
          </p:cNvSpPr>
          <p:nvPr userDrawn="1"/>
        </p:nvSpPr>
        <p:spPr>
          <a:xfrm>
            <a:off x="334963" y="5428440"/>
            <a:ext cx="7458075" cy="315913"/>
          </a:xfrm>
          <a:prstGeom prst="rect">
            <a:avLst/>
          </a:prstGeom>
        </p:spPr>
        <p:txBody>
          <a:bodyPr lIns="0" tIns="0" rIns="0" bIns="0"/>
          <a:lstStyle>
            <a:lvl1pPr marL="180000" indent="-180000" algn="l" defTabSz="914400" rtl="0" eaLnBrk="1" latinLnBrk="0" hangingPunct="1">
              <a:lnSpc>
                <a:spcPct val="15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None/>
              <a:defRPr lang="en-US" sz="1400" kern="1200" dirty="0">
                <a:solidFill>
                  <a:schemeClr val="tx1"/>
                </a:solidFill>
                <a:latin typeface="Montserrat" pitchFamily="2" charset="0"/>
                <a:ea typeface="+mn-ea"/>
                <a:cs typeface="Arial" panose="020B0604020202020204" pitchFamily="34" charset="0"/>
              </a:defRPr>
            </a:lvl2pPr>
            <a:lvl3pPr marL="540000"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3pPr>
            <a:lvl4pPr marL="911225"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4pPr>
            <a:lvl5pPr marL="1090613"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ontserrat"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200"/>
              </a:spcBef>
              <a:spcAft>
                <a:spcPts val="200"/>
              </a:spcAft>
              <a:buNone/>
            </a:pPr>
            <a:r>
              <a:rPr lang="en-US" sz="1000">
                <a:solidFill>
                  <a:schemeClr val="tx1">
                    <a:lumMod val="50000"/>
                    <a:lumOff val="50000"/>
                  </a:schemeClr>
                </a:solidFill>
                <a:latin typeface="Arial" panose="020B0604020202020204" pitchFamily="34" charset="0"/>
              </a:rPr>
              <a:t>This document is solely for the use of client personnel. No part of it may be circulated, quoted or reproduced for</a:t>
            </a:r>
          </a:p>
          <a:p>
            <a:pPr marL="0" indent="0">
              <a:lnSpc>
                <a:spcPct val="100000"/>
              </a:lnSpc>
              <a:spcBef>
                <a:spcPts val="200"/>
              </a:spcBef>
              <a:spcAft>
                <a:spcPts val="200"/>
              </a:spcAft>
              <a:buNone/>
            </a:pPr>
            <a:r>
              <a:rPr lang="en-US" sz="1000">
                <a:solidFill>
                  <a:schemeClr val="tx1">
                    <a:lumMod val="50000"/>
                    <a:lumOff val="50000"/>
                  </a:schemeClr>
                </a:solidFill>
                <a:latin typeface="Arial" panose="020B0604020202020204" pitchFamily="34" charset="0"/>
              </a:rPr>
              <a:t>distribution outside of the client organization without prior written approval of ProcDNA.</a:t>
            </a:r>
          </a:p>
        </p:txBody>
      </p:sp>
      <p:grpSp>
        <p:nvGrpSpPr>
          <p:cNvPr id="5" name="Group 4">
            <a:extLst>
              <a:ext uri="{FF2B5EF4-FFF2-40B4-BE49-F238E27FC236}">
                <a16:creationId xmlns:a16="http://schemas.microsoft.com/office/drawing/2014/main" id="{951B5D7D-7EAE-9B26-E60D-B86339F8E916}"/>
              </a:ext>
            </a:extLst>
          </p:cNvPr>
          <p:cNvGrpSpPr/>
          <p:nvPr userDrawn="1"/>
        </p:nvGrpSpPr>
        <p:grpSpPr>
          <a:xfrm>
            <a:off x="349789" y="5989115"/>
            <a:ext cx="1919892" cy="191209"/>
            <a:chOff x="349789" y="5956200"/>
            <a:chExt cx="1919892" cy="191209"/>
          </a:xfrm>
        </p:grpSpPr>
        <p:pic>
          <p:nvPicPr>
            <p:cNvPr id="6" name="Picture 2">
              <a:hlinkClick r:id="rId2"/>
              <a:extLst>
                <a:ext uri="{FF2B5EF4-FFF2-40B4-BE49-F238E27FC236}">
                  <a16:creationId xmlns:a16="http://schemas.microsoft.com/office/drawing/2014/main" id="{0BD45906-A867-1F93-7AEA-CCCA8AB35F9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49789" y="5956200"/>
              <a:ext cx="704311" cy="191209"/>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135">
              <a:extLst>
                <a:ext uri="{FF2B5EF4-FFF2-40B4-BE49-F238E27FC236}">
                  <a16:creationId xmlns:a16="http://schemas.microsoft.com/office/drawing/2014/main" id="{F0E6442C-9829-738E-C307-BBB3BAE2BEBA}"/>
                </a:ext>
              </a:extLst>
            </p:cNvPr>
            <p:cNvSpPr txBox="1">
              <a:spLocks/>
            </p:cNvSpPr>
            <p:nvPr/>
          </p:nvSpPr>
          <p:spPr>
            <a:xfrm>
              <a:off x="1228023" y="5970747"/>
              <a:ext cx="1041658" cy="162114"/>
            </a:xfrm>
            <a:prstGeom prst="rect">
              <a:avLst/>
            </a:prstGeom>
          </p:spPr>
          <p:txBody>
            <a:bodyPr lIns="0" tIns="0" rIns="0" bIns="0" anchor="ctr"/>
            <a:lstStyle>
              <a:lvl1pPr marL="180000" indent="-180000" algn="l" defTabSz="914400" rtl="0" eaLnBrk="1" latinLnBrk="0" hangingPunct="1">
                <a:lnSpc>
                  <a:spcPct val="15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None/>
                <a:defRPr lang="en-US" sz="1400" kern="1200" dirty="0">
                  <a:solidFill>
                    <a:schemeClr val="tx1"/>
                  </a:solidFill>
                  <a:latin typeface="Montserrat" pitchFamily="2" charset="0"/>
                  <a:ea typeface="+mn-ea"/>
                  <a:cs typeface="Arial" panose="020B0604020202020204" pitchFamily="34" charset="0"/>
                </a:defRPr>
              </a:lvl2pPr>
              <a:lvl3pPr marL="540000"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3pPr>
              <a:lvl4pPr marL="911225"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4pPr>
              <a:lvl5pPr marL="1090613"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ontserrat"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200"/>
                </a:spcBef>
                <a:spcAft>
                  <a:spcPts val="200"/>
                </a:spcAft>
                <a:buNone/>
              </a:pPr>
              <a:r>
                <a:rPr lang="en-US" sz="1000">
                  <a:solidFill>
                    <a:schemeClr val="tx1">
                      <a:lumMod val="50000"/>
                      <a:lumOff val="50000"/>
                    </a:schemeClr>
                  </a:solidFill>
                  <a:latin typeface="Arial" panose="020B0604020202020204" pitchFamily="34" charset="0"/>
                  <a:hlinkClick r:id="rId4"/>
                </a:rPr>
                <a:t>www.procdna.com</a:t>
              </a:r>
              <a:r>
                <a:rPr lang="en-US" sz="1000">
                  <a:solidFill>
                    <a:schemeClr val="tx1">
                      <a:lumMod val="50000"/>
                      <a:lumOff val="50000"/>
                    </a:schemeClr>
                  </a:solidFill>
                  <a:latin typeface="Arial" panose="020B0604020202020204" pitchFamily="34" charset="0"/>
                </a:rPr>
                <a:t> </a:t>
              </a:r>
            </a:p>
          </p:txBody>
        </p:sp>
      </p:grpSp>
      <p:sp>
        <p:nvSpPr>
          <p:cNvPr id="8" name="Text Placeholder 135">
            <a:extLst>
              <a:ext uri="{FF2B5EF4-FFF2-40B4-BE49-F238E27FC236}">
                <a16:creationId xmlns:a16="http://schemas.microsoft.com/office/drawing/2014/main" id="{0B08FFC8-25D5-D0C9-0DC6-9E263454038A}"/>
              </a:ext>
            </a:extLst>
          </p:cNvPr>
          <p:cNvSpPr txBox="1">
            <a:spLocks/>
          </p:cNvSpPr>
          <p:nvPr userDrawn="1"/>
        </p:nvSpPr>
        <p:spPr>
          <a:xfrm>
            <a:off x="349787" y="6323487"/>
            <a:ext cx="6515388" cy="315913"/>
          </a:xfrm>
          <a:prstGeom prst="rect">
            <a:avLst/>
          </a:prstGeom>
        </p:spPr>
        <p:txBody>
          <a:bodyPr lIns="0" tIns="0" rIns="0" bIns="0" anchor="ctr"/>
          <a:lstStyle>
            <a:lvl1pPr marL="180000" indent="-180000" algn="l" defTabSz="914400" rtl="0" eaLnBrk="1" latinLnBrk="0" hangingPunct="1">
              <a:lnSpc>
                <a:spcPct val="15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None/>
              <a:defRPr lang="en-US" sz="1400" kern="1200" dirty="0">
                <a:solidFill>
                  <a:schemeClr val="tx1"/>
                </a:solidFill>
                <a:latin typeface="Montserrat" pitchFamily="2" charset="0"/>
                <a:ea typeface="+mn-ea"/>
                <a:cs typeface="Arial" panose="020B0604020202020204" pitchFamily="34" charset="0"/>
              </a:defRPr>
            </a:lvl2pPr>
            <a:lvl3pPr marL="540000"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3pPr>
            <a:lvl4pPr marL="911225"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4pPr>
            <a:lvl5pPr marL="1090613"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ontserrat"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200"/>
              </a:spcBef>
              <a:spcAft>
                <a:spcPts val="200"/>
              </a:spcAft>
              <a:buNone/>
            </a:pPr>
            <a:r>
              <a:rPr lang="en-US" sz="1000">
                <a:solidFill>
                  <a:schemeClr val="tx1">
                    <a:lumMod val="50000"/>
                    <a:lumOff val="50000"/>
                  </a:schemeClr>
                </a:solidFill>
                <a:latin typeface="Arial" panose="020B0604020202020204" pitchFamily="34" charset="0"/>
              </a:rPr>
              <a:t>South San Francisco  |  San Diego  |  Boston   |   New Jersey   |   Princeton   |  Chicago   |   Delhi   |   Pune</a:t>
            </a:r>
          </a:p>
        </p:txBody>
      </p:sp>
      <p:grpSp>
        <p:nvGrpSpPr>
          <p:cNvPr id="331" name="Group 330">
            <a:extLst>
              <a:ext uri="{FF2B5EF4-FFF2-40B4-BE49-F238E27FC236}">
                <a16:creationId xmlns:a16="http://schemas.microsoft.com/office/drawing/2014/main" id="{551679E5-383F-13AF-7657-AC652D47F350}"/>
              </a:ext>
            </a:extLst>
          </p:cNvPr>
          <p:cNvGrpSpPr/>
          <p:nvPr userDrawn="1"/>
        </p:nvGrpSpPr>
        <p:grpSpPr>
          <a:xfrm>
            <a:off x="7096634" y="0"/>
            <a:ext cx="4993766" cy="6858000"/>
            <a:chOff x="6968490" y="0"/>
            <a:chExt cx="4993766" cy="6858000"/>
          </a:xfrm>
        </p:grpSpPr>
        <p:grpSp>
          <p:nvGrpSpPr>
            <p:cNvPr id="332" name="Graphic 4">
              <a:extLst>
                <a:ext uri="{FF2B5EF4-FFF2-40B4-BE49-F238E27FC236}">
                  <a16:creationId xmlns:a16="http://schemas.microsoft.com/office/drawing/2014/main" id="{E11EBEE3-5BAA-D34F-13F7-1A75359B3434}"/>
                </a:ext>
              </a:extLst>
            </p:cNvPr>
            <p:cNvGrpSpPr/>
            <p:nvPr/>
          </p:nvGrpSpPr>
          <p:grpSpPr>
            <a:xfrm>
              <a:off x="6968490" y="5715"/>
              <a:ext cx="4993766" cy="6795706"/>
              <a:chOff x="6968490" y="5715"/>
              <a:chExt cx="4993766" cy="6795706"/>
            </a:xfrm>
            <a:gradFill>
              <a:gsLst>
                <a:gs pos="0">
                  <a:schemeClr val="bg2"/>
                </a:gs>
                <a:gs pos="100000">
                  <a:schemeClr val="tx2"/>
                </a:gs>
              </a:gsLst>
              <a:lin ang="0" scaled="0"/>
            </a:gradFill>
          </p:grpSpPr>
          <p:sp>
            <p:nvSpPr>
              <p:cNvPr id="334" name="Freeform: Shape 333">
                <a:extLst>
                  <a:ext uri="{FF2B5EF4-FFF2-40B4-BE49-F238E27FC236}">
                    <a16:creationId xmlns:a16="http://schemas.microsoft.com/office/drawing/2014/main" id="{FC2CCFDF-5554-4650-1759-61C0C39FD5AF}"/>
                  </a:ext>
                </a:extLst>
              </p:cNvPr>
              <p:cNvSpPr/>
              <p:nvPr/>
            </p:nvSpPr>
            <p:spPr>
              <a:xfrm>
                <a:off x="6968490" y="4608004"/>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5" name="Freeform: Shape 334">
                <a:extLst>
                  <a:ext uri="{FF2B5EF4-FFF2-40B4-BE49-F238E27FC236}">
                    <a16:creationId xmlns:a16="http://schemas.microsoft.com/office/drawing/2014/main" id="{ADBCC815-718E-DBBB-61A3-E141A8513DC7}"/>
                  </a:ext>
                </a:extLst>
              </p:cNvPr>
              <p:cNvSpPr/>
              <p:nvPr/>
            </p:nvSpPr>
            <p:spPr>
              <a:xfrm>
                <a:off x="6968490" y="6614255"/>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6" name="Freeform: Shape 335">
                <a:extLst>
                  <a:ext uri="{FF2B5EF4-FFF2-40B4-BE49-F238E27FC236}">
                    <a16:creationId xmlns:a16="http://schemas.microsoft.com/office/drawing/2014/main" id="{35E7335F-3482-0653-6B95-3852969CDC70}"/>
                  </a:ext>
                </a:extLst>
              </p:cNvPr>
              <p:cNvSpPr/>
              <p:nvPr/>
            </p:nvSpPr>
            <p:spPr>
              <a:xfrm>
                <a:off x="6968490" y="5109781"/>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7" name="Freeform: Shape 336">
                <a:extLst>
                  <a:ext uri="{FF2B5EF4-FFF2-40B4-BE49-F238E27FC236}">
                    <a16:creationId xmlns:a16="http://schemas.microsoft.com/office/drawing/2014/main" id="{93F85DBE-6A5A-AF44-8A4F-2D8B2AB53E9E}"/>
                  </a:ext>
                </a:extLst>
              </p:cNvPr>
              <p:cNvSpPr/>
              <p:nvPr/>
            </p:nvSpPr>
            <p:spPr>
              <a:xfrm>
                <a:off x="6968490" y="6112763"/>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8" name="Freeform: Shape 337">
                <a:extLst>
                  <a:ext uri="{FF2B5EF4-FFF2-40B4-BE49-F238E27FC236}">
                    <a16:creationId xmlns:a16="http://schemas.microsoft.com/office/drawing/2014/main" id="{3B23F5CC-90D0-524A-24C3-8667AF8318E7}"/>
                  </a:ext>
                </a:extLst>
              </p:cNvPr>
              <p:cNvSpPr/>
              <p:nvPr/>
            </p:nvSpPr>
            <p:spPr>
              <a:xfrm>
                <a:off x="6968490" y="5610987"/>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9" name="Freeform: Shape 338">
                <a:extLst>
                  <a:ext uri="{FF2B5EF4-FFF2-40B4-BE49-F238E27FC236}">
                    <a16:creationId xmlns:a16="http://schemas.microsoft.com/office/drawing/2014/main" id="{C901A6C1-DE31-7BEE-526C-AC4F2AFD1638}"/>
                  </a:ext>
                </a:extLst>
              </p:cNvPr>
              <p:cNvSpPr/>
              <p:nvPr/>
            </p:nvSpPr>
            <p:spPr>
              <a:xfrm>
                <a:off x="6968490" y="4106513"/>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0" name="Freeform: Shape 339">
                <a:extLst>
                  <a:ext uri="{FF2B5EF4-FFF2-40B4-BE49-F238E27FC236}">
                    <a16:creationId xmlns:a16="http://schemas.microsoft.com/office/drawing/2014/main" id="{5E90179D-8A5D-0857-89BA-1D7F8E03BA8E}"/>
                  </a:ext>
                </a:extLst>
              </p:cNvPr>
              <p:cNvSpPr/>
              <p:nvPr/>
            </p:nvSpPr>
            <p:spPr>
              <a:xfrm>
                <a:off x="6968490" y="3103530"/>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1" name="Freeform: Shape 340">
                <a:extLst>
                  <a:ext uri="{FF2B5EF4-FFF2-40B4-BE49-F238E27FC236}">
                    <a16:creationId xmlns:a16="http://schemas.microsoft.com/office/drawing/2014/main" id="{FB3DE42D-025E-F1AC-9CFB-7436C6C3CE19}"/>
                  </a:ext>
                </a:extLst>
              </p:cNvPr>
              <p:cNvSpPr/>
              <p:nvPr/>
            </p:nvSpPr>
            <p:spPr>
              <a:xfrm>
                <a:off x="6968490" y="2602039"/>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2" name="Freeform: Shape 341">
                <a:extLst>
                  <a:ext uri="{FF2B5EF4-FFF2-40B4-BE49-F238E27FC236}">
                    <a16:creationId xmlns:a16="http://schemas.microsoft.com/office/drawing/2014/main" id="{3F4DBE13-EFD7-0481-75FD-687E9959552A}"/>
                  </a:ext>
                </a:extLst>
              </p:cNvPr>
              <p:cNvSpPr/>
              <p:nvPr/>
            </p:nvSpPr>
            <p:spPr>
              <a:xfrm>
                <a:off x="6968490" y="2100548"/>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3" name="Freeform: Shape 342">
                <a:extLst>
                  <a:ext uri="{FF2B5EF4-FFF2-40B4-BE49-F238E27FC236}">
                    <a16:creationId xmlns:a16="http://schemas.microsoft.com/office/drawing/2014/main" id="{DCA4B76D-D2E7-2FEC-899A-6EF9E509DE6D}"/>
                  </a:ext>
                </a:extLst>
              </p:cNvPr>
              <p:cNvSpPr/>
              <p:nvPr/>
            </p:nvSpPr>
            <p:spPr>
              <a:xfrm>
                <a:off x="6968490" y="3605022"/>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4" name="Freeform: Shape 343">
                <a:extLst>
                  <a:ext uri="{FF2B5EF4-FFF2-40B4-BE49-F238E27FC236}">
                    <a16:creationId xmlns:a16="http://schemas.microsoft.com/office/drawing/2014/main" id="{33FD11B0-D3D9-3A5F-2E05-0C1B8BDB3095}"/>
                  </a:ext>
                </a:extLst>
              </p:cNvPr>
              <p:cNvSpPr/>
              <p:nvPr/>
            </p:nvSpPr>
            <p:spPr>
              <a:xfrm>
                <a:off x="6968490" y="595788"/>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5" name="Freeform: Shape 344">
                <a:extLst>
                  <a:ext uri="{FF2B5EF4-FFF2-40B4-BE49-F238E27FC236}">
                    <a16:creationId xmlns:a16="http://schemas.microsoft.com/office/drawing/2014/main" id="{C6D15619-5F1D-7B52-992D-903BB10B0A0C}"/>
                  </a:ext>
                </a:extLst>
              </p:cNvPr>
              <p:cNvSpPr/>
              <p:nvPr/>
            </p:nvSpPr>
            <p:spPr>
              <a:xfrm>
                <a:off x="6968490" y="94297"/>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0"/>
                      <a:pt x="42005" y="84010"/>
                    </a:cubicBezTo>
                    <a:cubicBezTo>
                      <a:pt x="65151" y="84010"/>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6" name="Freeform: Shape 345">
                <a:extLst>
                  <a:ext uri="{FF2B5EF4-FFF2-40B4-BE49-F238E27FC236}">
                    <a16:creationId xmlns:a16="http://schemas.microsoft.com/office/drawing/2014/main" id="{BB17E85F-D237-01A9-0926-EC41C67BB3C8}"/>
                  </a:ext>
                </a:extLst>
              </p:cNvPr>
              <p:cNvSpPr/>
              <p:nvPr/>
            </p:nvSpPr>
            <p:spPr>
              <a:xfrm>
                <a:off x="6968490" y="1599056"/>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574"/>
                      <a:pt x="0" y="42005"/>
                    </a:cubicBezTo>
                    <a:cubicBezTo>
                      <a:pt x="0" y="65437"/>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7" name="Freeform: Shape 346">
                <a:extLst>
                  <a:ext uri="{FF2B5EF4-FFF2-40B4-BE49-F238E27FC236}">
                    <a16:creationId xmlns:a16="http://schemas.microsoft.com/office/drawing/2014/main" id="{4F08497D-36EE-29C4-2DA4-940E4DBD9D60}"/>
                  </a:ext>
                </a:extLst>
              </p:cNvPr>
              <p:cNvSpPr/>
              <p:nvPr/>
            </p:nvSpPr>
            <p:spPr>
              <a:xfrm>
                <a:off x="6968490" y="1097280"/>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8" name="Freeform: Shape 347">
                <a:extLst>
                  <a:ext uri="{FF2B5EF4-FFF2-40B4-BE49-F238E27FC236}">
                    <a16:creationId xmlns:a16="http://schemas.microsoft.com/office/drawing/2014/main" id="{29843FCF-2ACA-0D79-D872-18DAF6C613E3}"/>
                  </a:ext>
                </a:extLst>
              </p:cNvPr>
              <p:cNvSpPr/>
              <p:nvPr/>
            </p:nvSpPr>
            <p:spPr>
              <a:xfrm>
                <a:off x="7422832" y="2125408"/>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9" name="Freeform: Shape 348">
                <a:extLst>
                  <a:ext uri="{FF2B5EF4-FFF2-40B4-BE49-F238E27FC236}">
                    <a16:creationId xmlns:a16="http://schemas.microsoft.com/office/drawing/2014/main" id="{A2BF5471-F20B-B602-6F95-5C040F1C0793}"/>
                  </a:ext>
                </a:extLst>
              </p:cNvPr>
              <p:cNvSpPr/>
              <p:nvPr/>
            </p:nvSpPr>
            <p:spPr>
              <a:xfrm>
                <a:off x="7422832" y="3558444"/>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0" name="Freeform: Shape 349">
                <a:extLst>
                  <a:ext uri="{FF2B5EF4-FFF2-40B4-BE49-F238E27FC236}">
                    <a16:creationId xmlns:a16="http://schemas.microsoft.com/office/drawing/2014/main" id="{888FE017-7627-A530-7B60-3E5987DF6EED}"/>
                  </a:ext>
                </a:extLst>
              </p:cNvPr>
              <p:cNvSpPr/>
              <p:nvPr/>
            </p:nvSpPr>
            <p:spPr>
              <a:xfrm>
                <a:off x="7422832" y="403593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1" name="Freeform: Shape 350">
                <a:extLst>
                  <a:ext uri="{FF2B5EF4-FFF2-40B4-BE49-F238E27FC236}">
                    <a16:creationId xmlns:a16="http://schemas.microsoft.com/office/drawing/2014/main" id="{7B3EF093-72EA-C05B-551A-F4D55AB2929F}"/>
                  </a:ext>
                </a:extLst>
              </p:cNvPr>
              <p:cNvSpPr/>
              <p:nvPr/>
            </p:nvSpPr>
            <p:spPr>
              <a:xfrm>
                <a:off x="7422832" y="308067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2" name="Freeform: Shape 351">
                <a:extLst>
                  <a:ext uri="{FF2B5EF4-FFF2-40B4-BE49-F238E27FC236}">
                    <a16:creationId xmlns:a16="http://schemas.microsoft.com/office/drawing/2014/main" id="{81E179E1-62EA-F605-5B68-3FB24E2BBDF9}"/>
                  </a:ext>
                </a:extLst>
              </p:cNvPr>
              <p:cNvSpPr/>
              <p:nvPr/>
            </p:nvSpPr>
            <p:spPr>
              <a:xfrm>
                <a:off x="7422832" y="21488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3" name="Freeform: Shape 352">
                <a:extLst>
                  <a:ext uri="{FF2B5EF4-FFF2-40B4-BE49-F238E27FC236}">
                    <a16:creationId xmlns:a16="http://schemas.microsoft.com/office/drawing/2014/main" id="{B5315BF1-3DDB-5B68-EE81-27C59D0CBC6E}"/>
                  </a:ext>
                </a:extLst>
              </p:cNvPr>
              <p:cNvSpPr/>
              <p:nvPr/>
            </p:nvSpPr>
            <p:spPr>
              <a:xfrm>
                <a:off x="7422832" y="1170146"/>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4" name="Freeform: Shape 353">
                <a:extLst>
                  <a:ext uri="{FF2B5EF4-FFF2-40B4-BE49-F238E27FC236}">
                    <a16:creationId xmlns:a16="http://schemas.microsoft.com/office/drawing/2014/main" id="{08BB4822-748B-C40C-CFF3-4F6EC669DC17}"/>
                  </a:ext>
                </a:extLst>
              </p:cNvPr>
              <p:cNvSpPr/>
              <p:nvPr/>
            </p:nvSpPr>
            <p:spPr>
              <a:xfrm>
                <a:off x="7422832" y="164792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5" name="Freeform: Shape 354">
                <a:extLst>
                  <a:ext uri="{FF2B5EF4-FFF2-40B4-BE49-F238E27FC236}">
                    <a16:creationId xmlns:a16="http://schemas.microsoft.com/office/drawing/2014/main" id="{94E66ACF-FC21-7A15-9236-B57B9614812A}"/>
                  </a:ext>
                </a:extLst>
              </p:cNvPr>
              <p:cNvSpPr/>
              <p:nvPr/>
            </p:nvSpPr>
            <p:spPr>
              <a:xfrm>
                <a:off x="7422832" y="69237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6" name="Freeform: Shape 355">
                <a:extLst>
                  <a:ext uri="{FF2B5EF4-FFF2-40B4-BE49-F238E27FC236}">
                    <a16:creationId xmlns:a16="http://schemas.microsoft.com/office/drawing/2014/main" id="{541074D9-2708-537D-6596-C8E53911DC5C}"/>
                  </a:ext>
                </a:extLst>
              </p:cNvPr>
              <p:cNvSpPr/>
              <p:nvPr/>
            </p:nvSpPr>
            <p:spPr>
              <a:xfrm>
                <a:off x="7422832" y="6424231"/>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7" name="Freeform: Shape 356">
                <a:extLst>
                  <a:ext uri="{FF2B5EF4-FFF2-40B4-BE49-F238E27FC236}">
                    <a16:creationId xmlns:a16="http://schemas.microsoft.com/office/drawing/2014/main" id="{76C29F2B-3DC2-B281-C7A1-2D5973F14DA0}"/>
                  </a:ext>
                </a:extLst>
              </p:cNvPr>
              <p:cNvSpPr/>
              <p:nvPr/>
            </p:nvSpPr>
            <p:spPr>
              <a:xfrm>
                <a:off x="7422832" y="5468969"/>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4"/>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8" name="Freeform: Shape 357">
                <a:extLst>
                  <a:ext uri="{FF2B5EF4-FFF2-40B4-BE49-F238E27FC236}">
                    <a16:creationId xmlns:a16="http://schemas.microsoft.com/office/drawing/2014/main" id="{78A140A8-B064-A782-CA93-9B27E823BAFA}"/>
                  </a:ext>
                </a:extLst>
              </p:cNvPr>
              <p:cNvSpPr/>
              <p:nvPr/>
            </p:nvSpPr>
            <p:spPr>
              <a:xfrm>
                <a:off x="7422832" y="499148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9" name="Freeform: Shape 358">
                <a:extLst>
                  <a:ext uri="{FF2B5EF4-FFF2-40B4-BE49-F238E27FC236}">
                    <a16:creationId xmlns:a16="http://schemas.microsoft.com/office/drawing/2014/main" id="{D0D20C23-5874-9D3A-18DE-5E1011F02097}"/>
                  </a:ext>
                </a:extLst>
              </p:cNvPr>
              <p:cNvSpPr/>
              <p:nvPr/>
            </p:nvSpPr>
            <p:spPr>
              <a:xfrm>
                <a:off x="7422832" y="5946743"/>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0" name="Freeform: Shape 359">
                <a:extLst>
                  <a:ext uri="{FF2B5EF4-FFF2-40B4-BE49-F238E27FC236}">
                    <a16:creationId xmlns:a16="http://schemas.microsoft.com/office/drawing/2014/main" id="{CAED98AE-1817-4617-7679-8D14702397A8}"/>
                  </a:ext>
                </a:extLst>
              </p:cNvPr>
              <p:cNvSpPr/>
              <p:nvPr/>
            </p:nvSpPr>
            <p:spPr>
              <a:xfrm>
                <a:off x="7422832" y="4513707"/>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1" name="Freeform: Shape 360">
                <a:extLst>
                  <a:ext uri="{FF2B5EF4-FFF2-40B4-BE49-F238E27FC236}">
                    <a16:creationId xmlns:a16="http://schemas.microsoft.com/office/drawing/2014/main" id="{3D2E1524-9AB1-E208-00B0-48B2AB5C398F}"/>
                  </a:ext>
                </a:extLst>
              </p:cNvPr>
              <p:cNvSpPr/>
              <p:nvPr/>
            </p:nvSpPr>
            <p:spPr>
              <a:xfrm>
                <a:off x="7422832" y="260318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2" name="Freeform: Shape 361">
                <a:extLst>
                  <a:ext uri="{FF2B5EF4-FFF2-40B4-BE49-F238E27FC236}">
                    <a16:creationId xmlns:a16="http://schemas.microsoft.com/office/drawing/2014/main" id="{A90A16AA-03FD-66B8-24F2-D4DC29B494B7}"/>
                  </a:ext>
                </a:extLst>
              </p:cNvPr>
              <p:cNvSpPr/>
              <p:nvPr/>
            </p:nvSpPr>
            <p:spPr>
              <a:xfrm>
                <a:off x="7856029" y="169421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3" name="Freeform: Shape 362">
                <a:extLst>
                  <a:ext uri="{FF2B5EF4-FFF2-40B4-BE49-F238E27FC236}">
                    <a16:creationId xmlns:a16="http://schemas.microsoft.com/office/drawing/2014/main" id="{EEBC5ACF-88F3-AFC3-F525-AA77B85E7F36}"/>
                  </a:ext>
                </a:extLst>
              </p:cNvPr>
              <p:cNvSpPr/>
              <p:nvPr/>
            </p:nvSpPr>
            <p:spPr>
              <a:xfrm>
                <a:off x="7856029" y="442369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4" name="Freeform: Shape 363">
                <a:extLst>
                  <a:ext uri="{FF2B5EF4-FFF2-40B4-BE49-F238E27FC236}">
                    <a16:creationId xmlns:a16="http://schemas.microsoft.com/office/drawing/2014/main" id="{55F06B46-361A-50C6-421F-6FE3433AADE1}"/>
                  </a:ext>
                </a:extLst>
              </p:cNvPr>
              <p:cNvSpPr/>
              <p:nvPr/>
            </p:nvSpPr>
            <p:spPr>
              <a:xfrm>
                <a:off x="7856029" y="214912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5" name="Freeform: Shape 364">
                <a:extLst>
                  <a:ext uri="{FF2B5EF4-FFF2-40B4-BE49-F238E27FC236}">
                    <a16:creationId xmlns:a16="http://schemas.microsoft.com/office/drawing/2014/main" id="{92B3B151-9B02-74AC-D34F-3891612A3118}"/>
                  </a:ext>
                </a:extLst>
              </p:cNvPr>
              <p:cNvSpPr/>
              <p:nvPr/>
            </p:nvSpPr>
            <p:spPr>
              <a:xfrm>
                <a:off x="7856029" y="123929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6" name="Freeform: Shape 365">
                <a:extLst>
                  <a:ext uri="{FF2B5EF4-FFF2-40B4-BE49-F238E27FC236}">
                    <a16:creationId xmlns:a16="http://schemas.microsoft.com/office/drawing/2014/main" id="{14203E75-7C2E-E4E8-73FF-931EAF63113D}"/>
                  </a:ext>
                </a:extLst>
              </p:cNvPr>
              <p:cNvSpPr/>
              <p:nvPr/>
            </p:nvSpPr>
            <p:spPr>
              <a:xfrm>
                <a:off x="7856029" y="78438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7" name="Freeform: Shape 366">
                <a:extLst>
                  <a:ext uri="{FF2B5EF4-FFF2-40B4-BE49-F238E27FC236}">
                    <a16:creationId xmlns:a16="http://schemas.microsoft.com/office/drawing/2014/main" id="{0099DEE1-1440-0B87-BC09-0E5C037C7C68}"/>
                  </a:ext>
                </a:extLst>
              </p:cNvPr>
              <p:cNvSpPr/>
              <p:nvPr/>
            </p:nvSpPr>
            <p:spPr>
              <a:xfrm>
                <a:off x="7856029" y="351386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8" name="Freeform: Shape 367">
                <a:extLst>
                  <a:ext uri="{FF2B5EF4-FFF2-40B4-BE49-F238E27FC236}">
                    <a16:creationId xmlns:a16="http://schemas.microsoft.com/office/drawing/2014/main" id="{5BDECC97-798B-4AFC-DDD1-07FAE67A0646}"/>
                  </a:ext>
                </a:extLst>
              </p:cNvPr>
              <p:cNvSpPr/>
              <p:nvPr/>
            </p:nvSpPr>
            <p:spPr>
              <a:xfrm>
                <a:off x="7856029" y="3968781"/>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9" name="Freeform: Shape 368">
                <a:extLst>
                  <a:ext uri="{FF2B5EF4-FFF2-40B4-BE49-F238E27FC236}">
                    <a16:creationId xmlns:a16="http://schemas.microsoft.com/office/drawing/2014/main" id="{025CD88A-3376-6153-FD6A-A0A3E945202E}"/>
                  </a:ext>
                </a:extLst>
              </p:cNvPr>
              <p:cNvSpPr/>
              <p:nvPr/>
            </p:nvSpPr>
            <p:spPr>
              <a:xfrm>
                <a:off x="7856029" y="329469"/>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0" name="Freeform: Shape 369">
                <a:extLst>
                  <a:ext uri="{FF2B5EF4-FFF2-40B4-BE49-F238E27FC236}">
                    <a16:creationId xmlns:a16="http://schemas.microsoft.com/office/drawing/2014/main" id="{05E1CCA3-AAF1-ED0E-A7B8-62A4361AD417}"/>
                  </a:ext>
                </a:extLst>
              </p:cNvPr>
              <p:cNvSpPr/>
              <p:nvPr/>
            </p:nvSpPr>
            <p:spPr>
              <a:xfrm>
                <a:off x="7856029" y="305895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1" name="Freeform: Shape 370">
                <a:extLst>
                  <a:ext uri="{FF2B5EF4-FFF2-40B4-BE49-F238E27FC236}">
                    <a16:creationId xmlns:a16="http://schemas.microsoft.com/office/drawing/2014/main" id="{02DAA2F2-2551-77F7-9A38-D0D2C2C6DD5A}"/>
                  </a:ext>
                </a:extLst>
              </p:cNvPr>
              <p:cNvSpPr/>
              <p:nvPr/>
            </p:nvSpPr>
            <p:spPr>
              <a:xfrm>
                <a:off x="7856029" y="260403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2" name="Freeform: Shape 371">
                <a:extLst>
                  <a:ext uri="{FF2B5EF4-FFF2-40B4-BE49-F238E27FC236}">
                    <a16:creationId xmlns:a16="http://schemas.microsoft.com/office/drawing/2014/main" id="{3FA4CDB0-11F7-AE22-EFC0-0719220B0E0A}"/>
                  </a:ext>
                </a:extLst>
              </p:cNvPr>
              <p:cNvSpPr/>
              <p:nvPr/>
            </p:nvSpPr>
            <p:spPr>
              <a:xfrm>
                <a:off x="7856029" y="487860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60"/>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3" name="Freeform: Shape 372">
                <a:extLst>
                  <a:ext uri="{FF2B5EF4-FFF2-40B4-BE49-F238E27FC236}">
                    <a16:creationId xmlns:a16="http://schemas.microsoft.com/office/drawing/2014/main" id="{B4715799-8786-FF65-6C31-A4C868528F90}"/>
                  </a:ext>
                </a:extLst>
              </p:cNvPr>
              <p:cNvSpPr/>
              <p:nvPr/>
            </p:nvSpPr>
            <p:spPr>
              <a:xfrm>
                <a:off x="7856029" y="5333523"/>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4" name="Freeform: Shape 373">
                <a:extLst>
                  <a:ext uri="{FF2B5EF4-FFF2-40B4-BE49-F238E27FC236}">
                    <a16:creationId xmlns:a16="http://schemas.microsoft.com/office/drawing/2014/main" id="{890121C3-B723-8F51-7DCA-E79655F67C69}"/>
                  </a:ext>
                </a:extLst>
              </p:cNvPr>
              <p:cNvSpPr/>
              <p:nvPr/>
            </p:nvSpPr>
            <p:spPr>
              <a:xfrm>
                <a:off x="7856029" y="624335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5" name="Freeform: Shape 374">
                <a:extLst>
                  <a:ext uri="{FF2B5EF4-FFF2-40B4-BE49-F238E27FC236}">
                    <a16:creationId xmlns:a16="http://schemas.microsoft.com/office/drawing/2014/main" id="{16CC76BC-7C0E-2279-D17D-27FB76909DC1}"/>
                  </a:ext>
                </a:extLst>
              </p:cNvPr>
              <p:cNvSpPr/>
              <p:nvPr/>
            </p:nvSpPr>
            <p:spPr>
              <a:xfrm>
                <a:off x="7856029" y="5788437"/>
                <a:ext cx="76009" cy="76009"/>
              </a:xfrm>
              <a:custGeom>
                <a:avLst/>
                <a:gdLst>
                  <a:gd name="connsiteX0" fmla="*/ 38005 w 76009"/>
                  <a:gd name="connsiteY0" fmla="*/ 0 h 76009"/>
                  <a:gd name="connsiteX1" fmla="*/ 0 w 76009"/>
                  <a:gd name="connsiteY1" fmla="*/ 38004 h 76009"/>
                  <a:gd name="connsiteX2" fmla="*/ 38005 w 76009"/>
                  <a:gd name="connsiteY2" fmla="*/ 76009 h 76009"/>
                  <a:gd name="connsiteX3" fmla="*/ 76009 w 76009"/>
                  <a:gd name="connsiteY3" fmla="*/ 38004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4"/>
                    </a:cubicBezTo>
                    <a:cubicBezTo>
                      <a:pt x="0" y="59150"/>
                      <a:pt x="17145" y="76009"/>
                      <a:pt x="38005" y="76009"/>
                    </a:cubicBezTo>
                    <a:cubicBezTo>
                      <a:pt x="58864" y="76009"/>
                      <a:pt x="76009" y="59150"/>
                      <a:pt x="76009" y="38004"/>
                    </a:cubicBezTo>
                    <a:cubicBezTo>
                      <a:pt x="76009" y="16859"/>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6" name="Freeform: Shape 375">
                <a:extLst>
                  <a:ext uri="{FF2B5EF4-FFF2-40B4-BE49-F238E27FC236}">
                    <a16:creationId xmlns:a16="http://schemas.microsoft.com/office/drawing/2014/main" id="{AF2795A8-51E2-B3BE-561A-BE572B105653}"/>
                  </a:ext>
                </a:extLst>
              </p:cNvPr>
              <p:cNvSpPr/>
              <p:nvPr/>
            </p:nvSpPr>
            <p:spPr>
              <a:xfrm>
                <a:off x="7856029" y="669826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7" name="Freeform: Shape 376">
                <a:extLst>
                  <a:ext uri="{FF2B5EF4-FFF2-40B4-BE49-F238E27FC236}">
                    <a16:creationId xmlns:a16="http://schemas.microsoft.com/office/drawing/2014/main" id="{11B7B87F-BB5F-01B1-0AB5-D2DB60ED091F}"/>
                  </a:ext>
                </a:extLst>
              </p:cNvPr>
              <p:cNvSpPr/>
              <p:nvPr/>
            </p:nvSpPr>
            <p:spPr>
              <a:xfrm>
                <a:off x="8268081" y="5637847"/>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8" name="Freeform: Shape 377">
                <a:extLst>
                  <a:ext uri="{FF2B5EF4-FFF2-40B4-BE49-F238E27FC236}">
                    <a16:creationId xmlns:a16="http://schemas.microsoft.com/office/drawing/2014/main" id="{0866F0C0-5A57-C00C-184D-8613B0DAB868}"/>
                  </a:ext>
                </a:extLst>
              </p:cNvPr>
              <p:cNvSpPr/>
              <p:nvPr/>
            </p:nvSpPr>
            <p:spPr>
              <a:xfrm>
                <a:off x="8268081" y="347157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9" name="Freeform: Shape 378">
                <a:extLst>
                  <a:ext uri="{FF2B5EF4-FFF2-40B4-BE49-F238E27FC236}">
                    <a16:creationId xmlns:a16="http://schemas.microsoft.com/office/drawing/2014/main" id="{920DEC74-FA9A-4AB0-2145-C84917F690DD}"/>
                  </a:ext>
                </a:extLst>
              </p:cNvPr>
              <p:cNvSpPr/>
              <p:nvPr/>
            </p:nvSpPr>
            <p:spPr>
              <a:xfrm>
                <a:off x="8268081" y="390477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0" name="Freeform: Shape 379">
                <a:extLst>
                  <a:ext uri="{FF2B5EF4-FFF2-40B4-BE49-F238E27FC236}">
                    <a16:creationId xmlns:a16="http://schemas.microsoft.com/office/drawing/2014/main" id="{11AD65BF-D27C-BDD1-D647-261DA6084470}"/>
                  </a:ext>
                </a:extLst>
              </p:cNvPr>
              <p:cNvSpPr/>
              <p:nvPr/>
            </p:nvSpPr>
            <p:spPr>
              <a:xfrm>
                <a:off x="8268081" y="303837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1" name="Freeform: Shape 380">
                <a:extLst>
                  <a:ext uri="{FF2B5EF4-FFF2-40B4-BE49-F238E27FC236}">
                    <a16:creationId xmlns:a16="http://schemas.microsoft.com/office/drawing/2014/main" id="{F8692C91-0434-D167-2BBB-6086922CD4AA}"/>
                  </a:ext>
                </a:extLst>
              </p:cNvPr>
              <p:cNvSpPr/>
              <p:nvPr/>
            </p:nvSpPr>
            <p:spPr>
              <a:xfrm>
                <a:off x="8268081" y="4338256"/>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2" name="Freeform: Shape 381">
                <a:extLst>
                  <a:ext uri="{FF2B5EF4-FFF2-40B4-BE49-F238E27FC236}">
                    <a16:creationId xmlns:a16="http://schemas.microsoft.com/office/drawing/2014/main" id="{19597319-A95A-5CB5-1295-77DEC5524089}"/>
                  </a:ext>
                </a:extLst>
              </p:cNvPr>
              <p:cNvSpPr/>
              <p:nvPr/>
            </p:nvSpPr>
            <p:spPr>
              <a:xfrm>
                <a:off x="8268081" y="5204650"/>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3" name="Freeform: Shape 382">
                <a:extLst>
                  <a:ext uri="{FF2B5EF4-FFF2-40B4-BE49-F238E27FC236}">
                    <a16:creationId xmlns:a16="http://schemas.microsoft.com/office/drawing/2014/main" id="{FE386EFD-BCF6-E051-ACB3-B37DF728D1B7}"/>
                  </a:ext>
                </a:extLst>
              </p:cNvPr>
              <p:cNvSpPr/>
              <p:nvPr/>
            </p:nvSpPr>
            <p:spPr>
              <a:xfrm>
                <a:off x="8268081" y="477145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4" name="Freeform: Shape 383">
                <a:extLst>
                  <a:ext uri="{FF2B5EF4-FFF2-40B4-BE49-F238E27FC236}">
                    <a16:creationId xmlns:a16="http://schemas.microsoft.com/office/drawing/2014/main" id="{6FBF6938-A18B-86D7-AB31-23EB83DB3AFA}"/>
                  </a:ext>
                </a:extLst>
              </p:cNvPr>
              <p:cNvSpPr/>
              <p:nvPr/>
            </p:nvSpPr>
            <p:spPr>
              <a:xfrm>
                <a:off x="8268081" y="2605182"/>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5" name="Freeform: Shape 384">
                <a:extLst>
                  <a:ext uri="{FF2B5EF4-FFF2-40B4-BE49-F238E27FC236}">
                    <a16:creationId xmlns:a16="http://schemas.microsoft.com/office/drawing/2014/main" id="{85011861-1688-7FC3-5BDA-FF9D7ED4F9F8}"/>
                  </a:ext>
                </a:extLst>
              </p:cNvPr>
              <p:cNvSpPr/>
              <p:nvPr/>
            </p:nvSpPr>
            <p:spPr>
              <a:xfrm>
                <a:off x="8268081" y="2171985"/>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6" name="Freeform: Shape 385">
                <a:extLst>
                  <a:ext uri="{FF2B5EF4-FFF2-40B4-BE49-F238E27FC236}">
                    <a16:creationId xmlns:a16="http://schemas.microsoft.com/office/drawing/2014/main" id="{F3F76D0F-B502-5521-711E-11A246D6D8C1}"/>
                  </a:ext>
                </a:extLst>
              </p:cNvPr>
              <p:cNvSpPr/>
              <p:nvPr/>
            </p:nvSpPr>
            <p:spPr>
              <a:xfrm>
                <a:off x="8268081" y="43891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7" name="Freeform: Shape 386">
                <a:extLst>
                  <a:ext uri="{FF2B5EF4-FFF2-40B4-BE49-F238E27FC236}">
                    <a16:creationId xmlns:a16="http://schemas.microsoft.com/office/drawing/2014/main" id="{2174CA79-C68F-C3BC-19E7-A064DD3DEF09}"/>
                  </a:ext>
                </a:extLst>
              </p:cNvPr>
              <p:cNvSpPr/>
              <p:nvPr/>
            </p:nvSpPr>
            <p:spPr>
              <a:xfrm>
                <a:off x="8302942" y="5715"/>
                <a:ext cx="3143" cy="28575"/>
              </a:xfrm>
              <a:custGeom>
                <a:avLst/>
                <a:gdLst>
                  <a:gd name="connsiteX0" fmla="*/ 1429 w 3143"/>
                  <a:gd name="connsiteY0" fmla="*/ 0 h 28575"/>
                  <a:gd name="connsiteX1" fmla="*/ 0 w 3143"/>
                  <a:gd name="connsiteY1" fmla="*/ 0 h 28575"/>
                  <a:gd name="connsiteX2" fmla="*/ 3143 w 3143"/>
                  <a:gd name="connsiteY2" fmla="*/ 0 h 28575"/>
                  <a:gd name="connsiteX3" fmla="*/ 1714 w 3143"/>
                  <a:gd name="connsiteY3" fmla="*/ 0 h 28575"/>
                </a:gdLst>
                <a:ahLst/>
                <a:cxnLst>
                  <a:cxn ang="0">
                    <a:pos x="connsiteX0" y="connsiteY0"/>
                  </a:cxn>
                  <a:cxn ang="0">
                    <a:pos x="connsiteX1" y="connsiteY1"/>
                  </a:cxn>
                  <a:cxn ang="0">
                    <a:pos x="connsiteX2" y="connsiteY2"/>
                  </a:cxn>
                  <a:cxn ang="0">
                    <a:pos x="connsiteX3" y="connsiteY3"/>
                  </a:cxn>
                </a:cxnLst>
                <a:rect l="l" t="t" r="r" b="b"/>
                <a:pathLst>
                  <a:path w="3143" h="28575">
                    <a:moveTo>
                      <a:pt x="1429" y="0"/>
                    </a:moveTo>
                    <a:cubicBezTo>
                      <a:pt x="1429" y="0"/>
                      <a:pt x="286" y="0"/>
                      <a:pt x="0" y="0"/>
                    </a:cubicBezTo>
                    <a:lnTo>
                      <a:pt x="3143" y="0"/>
                    </a:lnTo>
                    <a:cubicBezTo>
                      <a:pt x="3143" y="0"/>
                      <a:pt x="2000" y="0"/>
                      <a:pt x="1714"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8" name="Freeform: Shape 387">
                <a:extLst>
                  <a:ext uri="{FF2B5EF4-FFF2-40B4-BE49-F238E27FC236}">
                    <a16:creationId xmlns:a16="http://schemas.microsoft.com/office/drawing/2014/main" id="{FEB2E0C5-54CC-9475-6753-06CB572594F5}"/>
                  </a:ext>
                </a:extLst>
              </p:cNvPr>
              <p:cNvSpPr/>
              <p:nvPr/>
            </p:nvSpPr>
            <p:spPr>
              <a:xfrm>
                <a:off x="8268081" y="6071044"/>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9" name="Freeform: Shape 388">
                <a:extLst>
                  <a:ext uri="{FF2B5EF4-FFF2-40B4-BE49-F238E27FC236}">
                    <a16:creationId xmlns:a16="http://schemas.microsoft.com/office/drawing/2014/main" id="{CC51209F-9476-6458-AD9C-6FDCF195D0A9}"/>
                  </a:ext>
                </a:extLst>
              </p:cNvPr>
              <p:cNvSpPr/>
              <p:nvPr/>
            </p:nvSpPr>
            <p:spPr>
              <a:xfrm>
                <a:off x="8268081" y="1738788"/>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0" name="Freeform: Shape 389">
                <a:extLst>
                  <a:ext uri="{FF2B5EF4-FFF2-40B4-BE49-F238E27FC236}">
                    <a16:creationId xmlns:a16="http://schemas.microsoft.com/office/drawing/2014/main" id="{C88F4E19-B4DA-E152-28CF-31D9D0063105}"/>
                  </a:ext>
                </a:extLst>
              </p:cNvPr>
              <p:cNvSpPr/>
              <p:nvPr/>
            </p:nvSpPr>
            <p:spPr>
              <a:xfrm>
                <a:off x="8268081" y="87210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1" name="Freeform: Shape 390">
                <a:extLst>
                  <a:ext uri="{FF2B5EF4-FFF2-40B4-BE49-F238E27FC236}">
                    <a16:creationId xmlns:a16="http://schemas.microsoft.com/office/drawing/2014/main" id="{5254CE42-1279-73E2-E00F-0393D18F3F85}"/>
                  </a:ext>
                </a:extLst>
              </p:cNvPr>
              <p:cNvSpPr/>
              <p:nvPr/>
            </p:nvSpPr>
            <p:spPr>
              <a:xfrm>
                <a:off x="8268081" y="130530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2" name="Freeform: Shape 391">
                <a:extLst>
                  <a:ext uri="{FF2B5EF4-FFF2-40B4-BE49-F238E27FC236}">
                    <a16:creationId xmlns:a16="http://schemas.microsoft.com/office/drawing/2014/main" id="{EDA40306-0A41-7C5E-C013-6D3C7831F31C}"/>
                  </a:ext>
                </a:extLst>
              </p:cNvPr>
              <p:cNvSpPr/>
              <p:nvPr/>
            </p:nvSpPr>
            <p:spPr>
              <a:xfrm>
                <a:off x="8268081" y="650424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3" name="Freeform: Shape 392">
                <a:extLst>
                  <a:ext uri="{FF2B5EF4-FFF2-40B4-BE49-F238E27FC236}">
                    <a16:creationId xmlns:a16="http://schemas.microsoft.com/office/drawing/2014/main" id="{05BADA1A-347E-66CB-D73F-BBE39483872D}"/>
                  </a:ext>
                </a:extLst>
              </p:cNvPr>
              <p:cNvSpPr/>
              <p:nvPr/>
            </p:nvSpPr>
            <p:spPr>
              <a:xfrm>
                <a:off x="8660701" y="5907024"/>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4" name="Freeform: Shape 393">
                <a:extLst>
                  <a:ext uri="{FF2B5EF4-FFF2-40B4-BE49-F238E27FC236}">
                    <a16:creationId xmlns:a16="http://schemas.microsoft.com/office/drawing/2014/main" id="{5545A7DE-8700-BE86-1750-9414F4B4F85A}"/>
                  </a:ext>
                </a:extLst>
              </p:cNvPr>
              <p:cNvSpPr/>
              <p:nvPr/>
            </p:nvSpPr>
            <p:spPr>
              <a:xfrm>
                <a:off x="8660701" y="1368171"/>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5" name="Freeform: Shape 394">
                <a:extLst>
                  <a:ext uri="{FF2B5EF4-FFF2-40B4-BE49-F238E27FC236}">
                    <a16:creationId xmlns:a16="http://schemas.microsoft.com/office/drawing/2014/main" id="{4C20977B-BECF-6256-58EC-26AE4E7A11E5}"/>
                  </a:ext>
                </a:extLst>
              </p:cNvPr>
              <p:cNvSpPr/>
              <p:nvPr/>
            </p:nvSpPr>
            <p:spPr>
              <a:xfrm>
                <a:off x="8660701" y="543210"/>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6" name="Freeform: Shape 395">
                <a:extLst>
                  <a:ext uri="{FF2B5EF4-FFF2-40B4-BE49-F238E27FC236}">
                    <a16:creationId xmlns:a16="http://schemas.microsoft.com/office/drawing/2014/main" id="{E845C94D-D32D-008A-908A-765CFE060D6D}"/>
                  </a:ext>
                </a:extLst>
              </p:cNvPr>
              <p:cNvSpPr/>
              <p:nvPr/>
            </p:nvSpPr>
            <p:spPr>
              <a:xfrm>
                <a:off x="8660701" y="955547"/>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7" name="Freeform: Shape 396">
                <a:extLst>
                  <a:ext uri="{FF2B5EF4-FFF2-40B4-BE49-F238E27FC236}">
                    <a16:creationId xmlns:a16="http://schemas.microsoft.com/office/drawing/2014/main" id="{DC894230-DB0A-7956-D9F0-9081FE4972C3}"/>
                  </a:ext>
                </a:extLst>
              </p:cNvPr>
              <p:cNvSpPr/>
              <p:nvPr/>
            </p:nvSpPr>
            <p:spPr>
              <a:xfrm>
                <a:off x="8660701" y="130301"/>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8" name="Freeform: Shape 397">
                <a:extLst>
                  <a:ext uri="{FF2B5EF4-FFF2-40B4-BE49-F238E27FC236}">
                    <a16:creationId xmlns:a16="http://schemas.microsoft.com/office/drawing/2014/main" id="{19717684-AC17-72FA-7090-5AA9007D6297}"/>
                  </a:ext>
                </a:extLst>
              </p:cNvPr>
              <p:cNvSpPr/>
              <p:nvPr/>
            </p:nvSpPr>
            <p:spPr>
              <a:xfrm>
                <a:off x="8660701" y="1780793"/>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9" name="Freeform: Shape 398">
                <a:extLst>
                  <a:ext uri="{FF2B5EF4-FFF2-40B4-BE49-F238E27FC236}">
                    <a16:creationId xmlns:a16="http://schemas.microsoft.com/office/drawing/2014/main" id="{0932CD91-82BD-6573-05D1-ACA8E80F823B}"/>
                  </a:ext>
                </a:extLst>
              </p:cNvPr>
              <p:cNvSpPr/>
              <p:nvPr/>
            </p:nvSpPr>
            <p:spPr>
              <a:xfrm>
                <a:off x="8660701" y="2606039"/>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0" name="Freeform: Shape 399">
                <a:extLst>
                  <a:ext uri="{FF2B5EF4-FFF2-40B4-BE49-F238E27FC236}">
                    <a16:creationId xmlns:a16="http://schemas.microsoft.com/office/drawing/2014/main" id="{35348BC9-8CEE-E074-E527-81CCD8462AF1}"/>
                  </a:ext>
                </a:extLst>
              </p:cNvPr>
              <p:cNvSpPr/>
              <p:nvPr/>
            </p:nvSpPr>
            <p:spPr>
              <a:xfrm>
                <a:off x="8660701" y="301866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1" name="Freeform: Shape 400">
                <a:extLst>
                  <a:ext uri="{FF2B5EF4-FFF2-40B4-BE49-F238E27FC236}">
                    <a16:creationId xmlns:a16="http://schemas.microsoft.com/office/drawing/2014/main" id="{3BE30838-D0F6-8059-71D3-06E5E99C7BAB}"/>
                  </a:ext>
                </a:extLst>
              </p:cNvPr>
              <p:cNvSpPr/>
              <p:nvPr/>
            </p:nvSpPr>
            <p:spPr>
              <a:xfrm>
                <a:off x="8660701" y="219341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2" name="Freeform: Shape 401">
                <a:extLst>
                  <a:ext uri="{FF2B5EF4-FFF2-40B4-BE49-F238E27FC236}">
                    <a16:creationId xmlns:a16="http://schemas.microsoft.com/office/drawing/2014/main" id="{615C2A3D-32C9-7E32-D00A-97D091355172}"/>
                  </a:ext>
                </a:extLst>
              </p:cNvPr>
              <p:cNvSpPr/>
              <p:nvPr/>
            </p:nvSpPr>
            <p:spPr>
              <a:xfrm>
                <a:off x="8660701" y="3431286"/>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3" name="Freeform: Shape 402">
                <a:extLst>
                  <a:ext uri="{FF2B5EF4-FFF2-40B4-BE49-F238E27FC236}">
                    <a16:creationId xmlns:a16="http://schemas.microsoft.com/office/drawing/2014/main" id="{BE0DB917-CCFE-318C-AC1F-96B7F160EF06}"/>
                  </a:ext>
                </a:extLst>
              </p:cNvPr>
              <p:cNvSpPr/>
              <p:nvPr/>
            </p:nvSpPr>
            <p:spPr>
              <a:xfrm>
                <a:off x="8660701" y="425653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4" name="Freeform: Shape 403">
                <a:extLst>
                  <a:ext uri="{FF2B5EF4-FFF2-40B4-BE49-F238E27FC236}">
                    <a16:creationId xmlns:a16="http://schemas.microsoft.com/office/drawing/2014/main" id="{0DF1BCC9-1470-2E70-E11D-0AC6521B63D4}"/>
                  </a:ext>
                </a:extLst>
              </p:cNvPr>
              <p:cNvSpPr/>
              <p:nvPr/>
            </p:nvSpPr>
            <p:spPr>
              <a:xfrm>
                <a:off x="8660701" y="4669154"/>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5" name="Freeform: Shape 404">
                <a:extLst>
                  <a:ext uri="{FF2B5EF4-FFF2-40B4-BE49-F238E27FC236}">
                    <a16:creationId xmlns:a16="http://schemas.microsoft.com/office/drawing/2014/main" id="{9FD99D6D-1625-68D4-EF6E-05C40EE48C59}"/>
                  </a:ext>
                </a:extLst>
              </p:cNvPr>
              <p:cNvSpPr/>
              <p:nvPr/>
            </p:nvSpPr>
            <p:spPr>
              <a:xfrm>
                <a:off x="8660701" y="3843909"/>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6" name="Freeform: Shape 405">
                <a:extLst>
                  <a:ext uri="{FF2B5EF4-FFF2-40B4-BE49-F238E27FC236}">
                    <a16:creationId xmlns:a16="http://schemas.microsoft.com/office/drawing/2014/main" id="{04096D73-7D03-4ADA-36FF-2CEBA5CD4E45}"/>
                  </a:ext>
                </a:extLst>
              </p:cNvPr>
              <p:cNvSpPr/>
              <p:nvPr/>
            </p:nvSpPr>
            <p:spPr>
              <a:xfrm>
                <a:off x="8660701" y="508177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7" name="Freeform: Shape 406">
                <a:extLst>
                  <a:ext uri="{FF2B5EF4-FFF2-40B4-BE49-F238E27FC236}">
                    <a16:creationId xmlns:a16="http://schemas.microsoft.com/office/drawing/2014/main" id="{02D03F5A-92B5-1E31-576F-D950679E3C48}"/>
                  </a:ext>
                </a:extLst>
              </p:cNvPr>
              <p:cNvSpPr/>
              <p:nvPr/>
            </p:nvSpPr>
            <p:spPr>
              <a:xfrm>
                <a:off x="8660701" y="673227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8" name="Freeform: Shape 407">
                <a:extLst>
                  <a:ext uri="{FF2B5EF4-FFF2-40B4-BE49-F238E27FC236}">
                    <a16:creationId xmlns:a16="http://schemas.microsoft.com/office/drawing/2014/main" id="{C4212906-A4B7-B547-8D02-7183B5C506A1}"/>
                  </a:ext>
                </a:extLst>
              </p:cNvPr>
              <p:cNvSpPr/>
              <p:nvPr/>
            </p:nvSpPr>
            <p:spPr>
              <a:xfrm>
                <a:off x="8660701" y="549440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9" name="Freeform: Shape 408">
                <a:extLst>
                  <a:ext uri="{FF2B5EF4-FFF2-40B4-BE49-F238E27FC236}">
                    <a16:creationId xmlns:a16="http://schemas.microsoft.com/office/drawing/2014/main" id="{57428AF3-5AAF-8B4B-7438-E0E0BCBC8555}"/>
                  </a:ext>
                </a:extLst>
              </p:cNvPr>
              <p:cNvSpPr/>
              <p:nvPr/>
            </p:nvSpPr>
            <p:spPr>
              <a:xfrm>
                <a:off x="8660701" y="631964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0" name="Freeform: Shape 409">
                <a:extLst>
                  <a:ext uri="{FF2B5EF4-FFF2-40B4-BE49-F238E27FC236}">
                    <a16:creationId xmlns:a16="http://schemas.microsoft.com/office/drawing/2014/main" id="{DDABAD27-24C6-EF8B-7FBB-942EA3035C69}"/>
                  </a:ext>
                </a:extLst>
              </p:cNvPr>
              <p:cNvSpPr/>
              <p:nvPr/>
            </p:nvSpPr>
            <p:spPr>
              <a:xfrm>
                <a:off x="9034748" y="4572000"/>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1" name="Freeform: Shape 410">
                <a:extLst>
                  <a:ext uri="{FF2B5EF4-FFF2-40B4-BE49-F238E27FC236}">
                    <a16:creationId xmlns:a16="http://schemas.microsoft.com/office/drawing/2014/main" id="{E8E4A377-C535-D1BC-86D6-3FC36F4E5A6F}"/>
                  </a:ext>
                </a:extLst>
              </p:cNvPr>
              <p:cNvSpPr/>
              <p:nvPr/>
            </p:nvSpPr>
            <p:spPr>
              <a:xfrm>
                <a:off x="9034748" y="1035272"/>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2" name="Freeform: Shape 411">
                <a:extLst>
                  <a:ext uri="{FF2B5EF4-FFF2-40B4-BE49-F238E27FC236}">
                    <a16:creationId xmlns:a16="http://schemas.microsoft.com/office/drawing/2014/main" id="{4774D8EC-81B2-E5C2-10E9-C4072E2A8365}"/>
                  </a:ext>
                </a:extLst>
              </p:cNvPr>
              <p:cNvSpPr/>
              <p:nvPr/>
            </p:nvSpPr>
            <p:spPr>
              <a:xfrm>
                <a:off x="9034748" y="142817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3" name="Freeform: Shape 412">
                <a:extLst>
                  <a:ext uri="{FF2B5EF4-FFF2-40B4-BE49-F238E27FC236}">
                    <a16:creationId xmlns:a16="http://schemas.microsoft.com/office/drawing/2014/main" id="{8A3A34B6-88FC-F708-6E4B-216E20A03F2E}"/>
                  </a:ext>
                </a:extLst>
              </p:cNvPr>
              <p:cNvSpPr/>
              <p:nvPr/>
            </p:nvSpPr>
            <p:spPr>
              <a:xfrm>
                <a:off x="9034748" y="64236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4" name="Freeform: Shape 413">
                <a:extLst>
                  <a:ext uri="{FF2B5EF4-FFF2-40B4-BE49-F238E27FC236}">
                    <a16:creationId xmlns:a16="http://schemas.microsoft.com/office/drawing/2014/main" id="{D1B000D8-B78F-9D27-D3FE-10BF4972EBF5}"/>
                  </a:ext>
                </a:extLst>
              </p:cNvPr>
              <p:cNvSpPr/>
              <p:nvPr/>
            </p:nvSpPr>
            <p:spPr>
              <a:xfrm>
                <a:off x="9034748" y="249174"/>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5" name="Freeform: Shape 414">
                <a:extLst>
                  <a:ext uri="{FF2B5EF4-FFF2-40B4-BE49-F238E27FC236}">
                    <a16:creationId xmlns:a16="http://schemas.microsoft.com/office/drawing/2014/main" id="{D2B5AC73-20A7-3DFF-3A16-FE3384D0BCE1}"/>
                  </a:ext>
                </a:extLst>
              </p:cNvPr>
              <p:cNvSpPr/>
              <p:nvPr/>
            </p:nvSpPr>
            <p:spPr>
              <a:xfrm>
                <a:off x="9034748" y="3000089"/>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6" name="Freeform: Shape 415">
                <a:extLst>
                  <a:ext uri="{FF2B5EF4-FFF2-40B4-BE49-F238E27FC236}">
                    <a16:creationId xmlns:a16="http://schemas.microsoft.com/office/drawing/2014/main" id="{0B9D6895-AF55-A302-39D1-544F7F0F344B}"/>
                  </a:ext>
                </a:extLst>
              </p:cNvPr>
              <p:cNvSpPr/>
              <p:nvPr/>
            </p:nvSpPr>
            <p:spPr>
              <a:xfrm>
                <a:off x="9034748" y="260718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7" name="Freeform: Shape 416">
                <a:extLst>
                  <a:ext uri="{FF2B5EF4-FFF2-40B4-BE49-F238E27FC236}">
                    <a16:creationId xmlns:a16="http://schemas.microsoft.com/office/drawing/2014/main" id="{DBA7BBE0-DB4B-0EF9-0755-F78912FEB31C}"/>
                  </a:ext>
                </a:extLst>
              </p:cNvPr>
              <p:cNvSpPr/>
              <p:nvPr/>
            </p:nvSpPr>
            <p:spPr>
              <a:xfrm>
                <a:off x="9034748" y="221399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8" name="Freeform: Shape 417">
                <a:extLst>
                  <a:ext uri="{FF2B5EF4-FFF2-40B4-BE49-F238E27FC236}">
                    <a16:creationId xmlns:a16="http://schemas.microsoft.com/office/drawing/2014/main" id="{DE1EBCA6-8CF0-F76D-239B-8896B9FBF1A9}"/>
                  </a:ext>
                </a:extLst>
              </p:cNvPr>
              <p:cNvSpPr/>
              <p:nvPr/>
            </p:nvSpPr>
            <p:spPr>
              <a:xfrm>
                <a:off x="9034748" y="1821084"/>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4"/>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9" name="Freeform: Shape 418">
                <a:extLst>
                  <a:ext uri="{FF2B5EF4-FFF2-40B4-BE49-F238E27FC236}">
                    <a16:creationId xmlns:a16="http://schemas.microsoft.com/office/drawing/2014/main" id="{33C68C5A-3E09-5494-93B3-CEABFF1D5112}"/>
                  </a:ext>
                </a:extLst>
              </p:cNvPr>
              <p:cNvSpPr/>
              <p:nvPr/>
            </p:nvSpPr>
            <p:spPr>
              <a:xfrm>
                <a:off x="9034748" y="417880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0" name="Freeform: Shape 419">
                <a:extLst>
                  <a:ext uri="{FF2B5EF4-FFF2-40B4-BE49-F238E27FC236}">
                    <a16:creationId xmlns:a16="http://schemas.microsoft.com/office/drawing/2014/main" id="{7E150B09-BAAD-D2E2-9C99-42866729B101}"/>
                  </a:ext>
                </a:extLst>
              </p:cNvPr>
              <p:cNvSpPr/>
              <p:nvPr/>
            </p:nvSpPr>
            <p:spPr>
              <a:xfrm>
                <a:off x="9034748" y="339299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1" name="Freeform: Shape 420">
                <a:extLst>
                  <a:ext uri="{FF2B5EF4-FFF2-40B4-BE49-F238E27FC236}">
                    <a16:creationId xmlns:a16="http://schemas.microsoft.com/office/drawing/2014/main" id="{41474248-5B2C-69F1-01A2-77D6CEC2A8DE}"/>
                  </a:ext>
                </a:extLst>
              </p:cNvPr>
              <p:cNvSpPr/>
              <p:nvPr/>
            </p:nvSpPr>
            <p:spPr>
              <a:xfrm>
                <a:off x="9034748" y="4964906"/>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2" name="Freeform: Shape 421">
                <a:extLst>
                  <a:ext uri="{FF2B5EF4-FFF2-40B4-BE49-F238E27FC236}">
                    <a16:creationId xmlns:a16="http://schemas.microsoft.com/office/drawing/2014/main" id="{90104925-758A-A06F-84D2-60C72A2BB9B4}"/>
                  </a:ext>
                </a:extLst>
              </p:cNvPr>
              <p:cNvSpPr/>
              <p:nvPr/>
            </p:nvSpPr>
            <p:spPr>
              <a:xfrm>
                <a:off x="9034748" y="378590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3" name="Freeform: Shape 422">
                <a:extLst>
                  <a:ext uri="{FF2B5EF4-FFF2-40B4-BE49-F238E27FC236}">
                    <a16:creationId xmlns:a16="http://schemas.microsoft.com/office/drawing/2014/main" id="{95984EE2-3F69-F501-B9AA-950E547D6EF5}"/>
                  </a:ext>
                </a:extLst>
              </p:cNvPr>
              <p:cNvSpPr/>
              <p:nvPr/>
            </p:nvSpPr>
            <p:spPr>
              <a:xfrm>
                <a:off x="9034748" y="535781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4" name="Freeform: Shape 423">
                <a:extLst>
                  <a:ext uri="{FF2B5EF4-FFF2-40B4-BE49-F238E27FC236}">
                    <a16:creationId xmlns:a16="http://schemas.microsoft.com/office/drawing/2014/main" id="{61E6FE09-8F98-44B7-272F-125F071DA8DC}"/>
                  </a:ext>
                </a:extLst>
              </p:cNvPr>
              <p:cNvSpPr/>
              <p:nvPr/>
            </p:nvSpPr>
            <p:spPr>
              <a:xfrm>
                <a:off x="9034748" y="614362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5" name="Freeform: Shape 424">
                <a:extLst>
                  <a:ext uri="{FF2B5EF4-FFF2-40B4-BE49-F238E27FC236}">
                    <a16:creationId xmlns:a16="http://schemas.microsoft.com/office/drawing/2014/main" id="{3D87FE54-4655-D994-1107-8E911FC0F4FB}"/>
                  </a:ext>
                </a:extLst>
              </p:cNvPr>
              <p:cNvSpPr/>
              <p:nvPr/>
            </p:nvSpPr>
            <p:spPr>
              <a:xfrm>
                <a:off x="9034748" y="6536816"/>
                <a:ext cx="65722" cy="65722"/>
              </a:xfrm>
              <a:custGeom>
                <a:avLst/>
                <a:gdLst>
                  <a:gd name="connsiteX0" fmla="*/ 32861 w 65722"/>
                  <a:gd name="connsiteY0" fmla="*/ 0 h 65722"/>
                  <a:gd name="connsiteX1" fmla="*/ 0 w 65722"/>
                  <a:gd name="connsiteY1" fmla="*/ 32862 h 65722"/>
                  <a:gd name="connsiteX2" fmla="*/ 32861 w 65722"/>
                  <a:gd name="connsiteY2" fmla="*/ 65723 h 65722"/>
                  <a:gd name="connsiteX3" fmla="*/ 65722 w 65722"/>
                  <a:gd name="connsiteY3" fmla="*/ 32862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2"/>
                    </a:cubicBezTo>
                    <a:cubicBezTo>
                      <a:pt x="0" y="50863"/>
                      <a:pt x="14573" y="65723"/>
                      <a:pt x="32861" y="65723"/>
                    </a:cubicBezTo>
                    <a:cubicBezTo>
                      <a:pt x="51149" y="65723"/>
                      <a:pt x="65722" y="51149"/>
                      <a:pt x="65722" y="32862"/>
                    </a:cubicBezTo>
                    <a:cubicBezTo>
                      <a:pt x="65722" y="14574"/>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6" name="Freeform: Shape 425">
                <a:extLst>
                  <a:ext uri="{FF2B5EF4-FFF2-40B4-BE49-F238E27FC236}">
                    <a16:creationId xmlns:a16="http://schemas.microsoft.com/office/drawing/2014/main" id="{4C60E3F7-4190-CD77-3EC4-C4EC819321B3}"/>
                  </a:ext>
                </a:extLst>
              </p:cNvPr>
              <p:cNvSpPr/>
              <p:nvPr/>
            </p:nvSpPr>
            <p:spPr>
              <a:xfrm>
                <a:off x="9034748" y="5750718"/>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7" name="Freeform: Shape 426">
                <a:extLst>
                  <a:ext uri="{FF2B5EF4-FFF2-40B4-BE49-F238E27FC236}">
                    <a16:creationId xmlns:a16="http://schemas.microsoft.com/office/drawing/2014/main" id="{66259BDB-2A48-9080-D7EF-C30403180E12}"/>
                  </a:ext>
                </a:extLst>
              </p:cNvPr>
              <p:cNvSpPr/>
              <p:nvPr/>
            </p:nvSpPr>
            <p:spPr>
              <a:xfrm>
                <a:off x="9390506" y="736663"/>
                <a:ext cx="62579" cy="62293"/>
              </a:xfrm>
              <a:custGeom>
                <a:avLst/>
                <a:gdLst>
                  <a:gd name="connsiteX0" fmla="*/ 31432 w 62579"/>
                  <a:gd name="connsiteY0" fmla="*/ 0 h 62293"/>
                  <a:gd name="connsiteX1" fmla="*/ 0 w 62579"/>
                  <a:gd name="connsiteY1" fmla="*/ 31147 h 62293"/>
                  <a:gd name="connsiteX2" fmla="*/ 31432 w 62579"/>
                  <a:gd name="connsiteY2" fmla="*/ 62293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3"/>
                      <a:pt x="31432" y="62293"/>
                    </a:cubicBezTo>
                    <a:cubicBezTo>
                      <a:pt x="48863" y="62293"/>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8" name="Freeform: Shape 427">
                <a:extLst>
                  <a:ext uri="{FF2B5EF4-FFF2-40B4-BE49-F238E27FC236}">
                    <a16:creationId xmlns:a16="http://schemas.microsoft.com/office/drawing/2014/main" id="{26917890-828D-605B-BA02-50335EDA490D}"/>
                  </a:ext>
                </a:extLst>
              </p:cNvPr>
              <p:cNvSpPr/>
              <p:nvPr/>
            </p:nvSpPr>
            <p:spPr>
              <a:xfrm>
                <a:off x="9390506" y="6724554"/>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9" name="Freeform: Shape 428">
                <a:extLst>
                  <a:ext uri="{FF2B5EF4-FFF2-40B4-BE49-F238E27FC236}">
                    <a16:creationId xmlns:a16="http://schemas.microsoft.com/office/drawing/2014/main" id="{1FCC7F5B-E511-01FD-7408-75D679A9ECE7}"/>
                  </a:ext>
                </a:extLst>
              </p:cNvPr>
              <p:cNvSpPr/>
              <p:nvPr/>
            </p:nvSpPr>
            <p:spPr>
              <a:xfrm>
                <a:off x="9390506" y="5976175"/>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0" name="Freeform: Shape 429">
                <a:extLst>
                  <a:ext uri="{FF2B5EF4-FFF2-40B4-BE49-F238E27FC236}">
                    <a16:creationId xmlns:a16="http://schemas.microsoft.com/office/drawing/2014/main" id="{D1F76A25-985B-367D-A8A6-9807593B8131}"/>
                  </a:ext>
                </a:extLst>
              </p:cNvPr>
              <p:cNvSpPr/>
              <p:nvPr/>
            </p:nvSpPr>
            <p:spPr>
              <a:xfrm>
                <a:off x="9390506" y="6350508"/>
                <a:ext cx="62579" cy="62578"/>
              </a:xfrm>
              <a:custGeom>
                <a:avLst/>
                <a:gdLst>
                  <a:gd name="connsiteX0" fmla="*/ 31432 w 62579"/>
                  <a:gd name="connsiteY0" fmla="*/ 0 h 62578"/>
                  <a:gd name="connsiteX1" fmla="*/ 0 w 62579"/>
                  <a:gd name="connsiteY1" fmla="*/ 31432 h 62578"/>
                  <a:gd name="connsiteX2" fmla="*/ 31432 w 62579"/>
                  <a:gd name="connsiteY2" fmla="*/ 62579 h 62578"/>
                  <a:gd name="connsiteX3" fmla="*/ 62579 w 62579"/>
                  <a:gd name="connsiteY3" fmla="*/ 31432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1" name="Freeform: Shape 430">
                <a:extLst>
                  <a:ext uri="{FF2B5EF4-FFF2-40B4-BE49-F238E27FC236}">
                    <a16:creationId xmlns:a16="http://schemas.microsoft.com/office/drawing/2014/main" id="{6480AADC-5509-3F3F-F037-68DD789550C7}"/>
                  </a:ext>
                </a:extLst>
              </p:cNvPr>
              <p:cNvSpPr/>
              <p:nvPr/>
            </p:nvSpPr>
            <p:spPr>
              <a:xfrm>
                <a:off x="9390506" y="5227796"/>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2" name="Freeform: Shape 431">
                <a:extLst>
                  <a:ext uri="{FF2B5EF4-FFF2-40B4-BE49-F238E27FC236}">
                    <a16:creationId xmlns:a16="http://schemas.microsoft.com/office/drawing/2014/main" id="{1149C6F1-9B84-25F7-5918-48A9B420977C}"/>
                  </a:ext>
                </a:extLst>
              </p:cNvPr>
              <p:cNvSpPr/>
              <p:nvPr/>
            </p:nvSpPr>
            <p:spPr>
              <a:xfrm>
                <a:off x="9390506" y="5601842"/>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3" name="Freeform: Shape 432">
                <a:extLst>
                  <a:ext uri="{FF2B5EF4-FFF2-40B4-BE49-F238E27FC236}">
                    <a16:creationId xmlns:a16="http://schemas.microsoft.com/office/drawing/2014/main" id="{200C7956-7ADD-DEA9-4694-030067123B01}"/>
                  </a:ext>
                </a:extLst>
              </p:cNvPr>
              <p:cNvSpPr/>
              <p:nvPr/>
            </p:nvSpPr>
            <p:spPr>
              <a:xfrm>
                <a:off x="9390506" y="4479131"/>
                <a:ext cx="62579" cy="62864"/>
              </a:xfrm>
              <a:custGeom>
                <a:avLst/>
                <a:gdLst>
                  <a:gd name="connsiteX0" fmla="*/ 31432 w 62579"/>
                  <a:gd name="connsiteY0" fmla="*/ 0 h 62864"/>
                  <a:gd name="connsiteX1" fmla="*/ 0 w 62579"/>
                  <a:gd name="connsiteY1" fmla="*/ 31433 h 62864"/>
                  <a:gd name="connsiteX2" fmla="*/ 31432 w 62579"/>
                  <a:gd name="connsiteY2" fmla="*/ 62865 h 62864"/>
                  <a:gd name="connsiteX3" fmla="*/ 62579 w 62579"/>
                  <a:gd name="connsiteY3" fmla="*/ 31433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3"/>
                    </a:cubicBezTo>
                    <a:cubicBezTo>
                      <a:pt x="0" y="48863"/>
                      <a:pt x="14002" y="62865"/>
                      <a:pt x="31432" y="62865"/>
                    </a:cubicBezTo>
                    <a:cubicBezTo>
                      <a:pt x="48863" y="62865"/>
                      <a:pt x="62579" y="48863"/>
                      <a:pt x="62579" y="31433"/>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4" name="Freeform: Shape 433">
                <a:extLst>
                  <a:ext uri="{FF2B5EF4-FFF2-40B4-BE49-F238E27FC236}">
                    <a16:creationId xmlns:a16="http://schemas.microsoft.com/office/drawing/2014/main" id="{30EAF97B-7D7F-473C-7FC3-77FBCF9FE846}"/>
                  </a:ext>
                </a:extLst>
              </p:cNvPr>
              <p:cNvSpPr/>
              <p:nvPr/>
            </p:nvSpPr>
            <p:spPr>
              <a:xfrm>
                <a:off x="9390506" y="3730751"/>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5" name="Freeform: Shape 434">
                <a:extLst>
                  <a:ext uri="{FF2B5EF4-FFF2-40B4-BE49-F238E27FC236}">
                    <a16:creationId xmlns:a16="http://schemas.microsoft.com/office/drawing/2014/main" id="{28AFD7F7-D17B-E35E-E136-4BCF908E3623}"/>
                  </a:ext>
                </a:extLst>
              </p:cNvPr>
              <p:cNvSpPr/>
              <p:nvPr/>
            </p:nvSpPr>
            <p:spPr>
              <a:xfrm>
                <a:off x="9390506" y="4853463"/>
                <a:ext cx="62579" cy="62578"/>
              </a:xfrm>
              <a:custGeom>
                <a:avLst/>
                <a:gdLst>
                  <a:gd name="connsiteX0" fmla="*/ 31432 w 62579"/>
                  <a:gd name="connsiteY0" fmla="*/ 0 h 62578"/>
                  <a:gd name="connsiteX1" fmla="*/ 0 w 62579"/>
                  <a:gd name="connsiteY1" fmla="*/ 31147 h 62578"/>
                  <a:gd name="connsiteX2" fmla="*/ 31432 w 62579"/>
                  <a:gd name="connsiteY2" fmla="*/ 62579 h 62578"/>
                  <a:gd name="connsiteX3" fmla="*/ 62579 w 62579"/>
                  <a:gd name="connsiteY3" fmla="*/ 31147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147"/>
                    </a:cubicBezTo>
                    <a:cubicBezTo>
                      <a:pt x="0" y="48291"/>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6" name="Freeform: Shape 435">
                <a:extLst>
                  <a:ext uri="{FF2B5EF4-FFF2-40B4-BE49-F238E27FC236}">
                    <a16:creationId xmlns:a16="http://schemas.microsoft.com/office/drawing/2014/main" id="{A179D5A6-CB52-494A-3148-B67EDBACB861}"/>
                  </a:ext>
                </a:extLst>
              </p:cNvPr>
              <p:cNvSpPr/>
              <p:nvPr/>
            </p:nvSpPr>
            <p:spPr>
              <a:xfrm>
                <a:off x="9390506" y="4104798"/>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7" name="Freeform: Shape 436">
                <a:extLst>
                  <a:ext uri="{FF2B5EF4-FFF2-40B4-BE49-F238E27FC236}">
                    <a16:creationId xmlns:a16="http://schemas.microsoft.com/office/drawing/2014/main" id="{26D8C736-0F4D-B909-2CD0-CB60B19C4F6D}"/>
                  </a:ext>
                </a:extLst>
              </p:cNvPr>
              <p:cNvSpPr/>
              <p:nvPr/>
            </p:nvSpPr>
            <p:spPr>
              <a:xfrm>
                <a:off x="9390506" y="362331"/>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8" name="Freeform: Shape 437">
                <a:extLst>
                  <a:ext uri="{FF2B5EF4-FFF2-40B4-BE49-F238E27FC236}">
                    <a16:creationId xmlns:a16="http://schemas.microsoft.com/office/drawing/2014/main" id="{2A398A12-CA18-B3B7-FF0F-3E6D62CF8D0E}"/>
                  </a:ext>
                </a:extLst>
              </p:cNvPr>
              <p:cNvSpPr/>
              <p:nvPr/>
            </p:nvSpPr>
            <p:spPr>
              <a:xfrm>
                <a:off x="9390506" y="2608040"/>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9" name="Freeform: Shape 438">
                <a:extLst>
                  <a:ext uri="{FF2B5EF4-FFF2-40B4-BE49-F238E27FC236}">
                    <a16:creationId xmlns:a16="http://schemas.microsoft.com/office/drawing/2014/main" id="{DD853820-2E5E-5CC7-D663-BF7D56954401}"/>
                  </a:ext>
                </a:extLst>
              </p:cNvPr>
              <p:cNvSpPr/>
              <p:nvPr/>
            </p:nvSpPr>
            <p:spPr>
              <a:xfrm>
                <a:off x="9390506" y="223370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0" name="Freeform: Shape 439">
                <a:extLst>
                  <a:ext uri="{FF2B5EF4-FFF2-40B4-BE49-F238E27FC236}">
                    <a16:creationId xmlns:a16="http://schemas.microsoft.com/office/drawing/2014/main" id="{8E283005-0CA3-8FCF-61B9-2B9AF1A22E69}"/>
                  </a:ext>
                </a:extLst>
              </p:cNvPr>
              <p:cNvSpPr/>
              <p:nvPr/>
            </p:nvSpPr>
            <p:spPr>
              <a:xfrm>
                <a:off x="9390506" y="298208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1" name="Freeform: Shape 440">
                <a:extLst>
                  <a:ext uri="{FF2B5EF4-FFF2-40B4-BE49-F238E27FC236}">
                    <a16:creationId xmlns:a16="http://schemas.microsoft.com/office/drawing/2014/main" id="{6EB740F4-D654-AACF-0567-42B1F865BB2E}"/>
                  </a:ext>
                </a:extLst>
              </p:cNvPr>
              <p:cNvSpPr/>
              <p:nvPr/>
            </p:nvSpPr>
            <p:spPr>
              <a:xfrm>
                <a:off x="9390506" y="1859375"/>
                <a:ext cx="62579" cy="62864"/>
              </a:xfrm>
              <a:custGeom>
                <a:avLst/>
                <a:gdLst>
                  <a:gd name="connsiteX0" fmla="*/ 31432 w 62579"/>
                  <a:gd name="connsiteY0" fmla="*/ 0 h 62864"/>
                  <a:gd name="connsiteX1" fmla="*/ 0 w 62579"/>
                  <a:gd name="connsiteY1" fmla="*/ 31432 h 62864"/>
                  <a:gd name="connsiteX2" fmla="*/ 31432 w 62579"/>
                  <a:gd name="connsiteY2" fmla="*/ 62865 h 62864"/>
                  <a:gd name="connsiteX3" fmla="*/ 62579 w 62579"/>
                  <a:gd name="connsiteY3" fmla="*/ 31432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2"/>
                    </a:cubicBezTo>
                    <a:cubicBezTo>
                      <a:pt x="0" y="48863"/>
                      <a:pt x="14002" y="62865"/>
                      <a:pt x="31432" y="62865"/>
                    </a:cubicBezTo>
                    <a:cubicBezTo>
                      <a:pt x="48863" y="62865"/>
                      <a:pt x="62579" y="48863"/>
                      <a:pt x="62579" y="31432"/>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2" name="Freeform: Shape 441">
                <a:extLst>
                  <a:ext uri="{FF2B5EF4-FFF2-40B4-BE49-F238E27FC236}">
                    <a16:creationId xmlns:a16="http://schemas.microsoft.com/office/drawing/2014/main" id="{B227915B-C446-6565-B0A1-702C73DF2F91}"/>
                  </a:ext>
                </a:extLst>
              </p:cNvPr>
              <p:cNvSpPr/>
              <p:nvPr/>
            </p:nvSpPr>
            <p:spPr>
              <a:xfrm>
                <a:off x="9390506" y="1110996"/>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8"/>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3" name="Freeform: Shape 442">
                <a:extLst>
                  <a:ext uri="{FF2B5EF4-FFF2-40B4-BE49-F238E27FC236}">
                    <a16:creationId xmlns:a16="http://schemas.microsoft.com/office/drawing/2014/main" id="{AA936930-7F04-8A36-F15D-9D3F0F863265}"/>
                  </a:ext>
                </a:extLst>
              </p:cNvPr>
              <p:cNvSpPr/>
              <p:nvPr/>
            </p:nvSpPr>
            <p:spPr>
              <a:xfrm>
                <a:off x="9390506" y="3356419"/>
                <a:ext cx="62579" cy="62293"/>
              </a:xfrm>
              <a:custGeom>
                <a:avLst/>
                <a:gdLst>
                  <a:gd name="connsiteX0" fmla="*/ 31432 w 62579"/>
                  <a:gd name="connsiteY0" fmla="*/ 0 h 62293"/>
                  <a:gd name="connsiteX1" fmla="*/ 0 w 62579"/>
                  <a:gd name="connsiteY1" fmla="*/ 31147 h 62293"/>
                  <a:gd name="connsiteX2" fmla="*/ 31432 w 62579"/>
                  <a:gd name="connsiteY2" fmla="*/ 62294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4"/>
                      <a:pt x="31432" y="62294"/>
                    </a:cubicBezTo>
                    <a:cubicBezTo>
                      <a:pt x="48863" y="62294"/>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4" name="Freeform: Shape 443">
                <a:extLst>
                  <a:ext uri="{FF2B5EF4-FFF2-40B4-BE49-F238E27FC236}">
                    <a16:creationId xmlns:a16="http://schemas.microsoft.com/office/drawing/2014/main" id="{69D37CD7-4199-033B-0DEB-7DC86A6FD56A}"/>
                  </a:ext>
                </a:extLst>
              </p:cNvPr>
              <p:cNvSpPr/>
              <p:nvPr/>
            </p:nvSpPr>
            <p:spPr>
              <a:xfrm>
                <a:off x="9390506" y="1485042"/>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5" name="Freeform: Shape 444">
                <a:extLst>
                  <a:ext uri="{FF2B5EF4-FFF2-40B4-BE49-F238E27FC236}">
                    <a16:creationId xmlns:a16="http://schemas.microsoft.com/office/drawing/2014/main" id="{42D620CA-B63D-EF73-5771-D6244E8AFEC9}"/>
                  </a:ext>
                </a:extLst>
              </p:cNvPr>
              <p:cNvSpPr/>
              <p:nvPr/>
            </p:nvSpPr>
            <p:spPr>
              <a:xfrm>
                <a:off x="9729977" y="1183005"/>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6" name="Freeform: Shape 445">
                <a:extLst>
                  <a:ext uri="{FF2B5EF4-FFF2-40B4-BE49-F238E27FC236}">
                    <a16:creationId xmlns:a16="http://schemas.microsoft.com/office/drawing/2014/main" id="{2BFAA207-74FF-508B-DD3E-4E503AC64C54}"/>
                  </a:ext>
                </a:extLst>
              </p:cNvPr>
              <p:cNvSpPr/>
              <p:nvPr/>
            </p:nvSpPr>
            <p:spPr>
              <a:xfrm>
                <a:off x="9729977" y="826674"/>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7" name="Freeform: Shape 446">
                <a:extLst>
                  <a:ext uri="{FF2B5EF4-FFF2-40B4-BE49-F238E27FC236}">
                    <a16:creationId xmlns:a16="http://schemas.microsoft.com/office/drawing/2014/main" id="{D8CD5DDE-B414-3AEA-43CB-E42B259D2140}"/>
                  </a:ext>
                </a:extLst>
              </p:cNvPr>
              <p:cNvSpPr/>
              <p:nvPr/>
            </p:nvSpPr>
            <p:spPr>
              <a:xfrm>
                <a:off x="9729977" y="1539335"/>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8" name="Freeform: Shape 447">
                <a:extLst>
                  <a:ext uri="{FF2B5EF4-FFF2-40B4-BE49-F238E27FC236}">
                    <a16:creationId xmlns:a16="http://schemas.microsoft.com/office/drawing/2014/main" id="{B20B1B38-ABC2-17FC-A44B-19B6C10F2B57}"/>
                  </a:ext>
                </a:extLst>
              </p:cNvPr>
              <p:cNvSpPr/>
              <p:nvPr/>
            </p:nvSpPr>
            <p:spPr>
              <a:xfrm>
                <a:off x="9729977" y="47005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9" name="Freeform: Shape 448">
                <a:extLst>
                  <a:ext uri="{FF2B5EF4-FFF2-40B4-BE49-F238E27FC236}">
                    <a16:creationId xmlns:a16="http://schemas.microsoft.com/office/drawing/2014/main" id="{92AAD1D0-0B7C-201F-DCF9-4CB1D57AC6A4}"/>
                  </a:ext>
                </a:extLst>
              </p:cNvPr>
              <p:cNvSpPr/>
              <p:nvPr/>
            </p:nvSpPr>
            <p:spPr>
              <a:xfrm>
                <a:off x="9729977" y="189595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0" name="Freeform: Shape 449">
                <a:extLst>
                  <a:ext uri="{FF2B5EF4-FFF2-40B4-BE49-F238E27FC236}">
                    <a16:creationId xmlns:a16="http://schemas.microsoft.com/office/drawing/2014/main" id="{BE1180F2-E6BC-CE8E-602F-62889F7738BB}"/>
                  </a:ext>
                </a:extLst>
              </p:cNvPr>
              <p:cNvSpPr/>
              <p:nvPr/>
            </p:nvSpPr>
            <p:spPr>
              <a:xfrm>
                <a:off x="9729977" y="26086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1" name="Freeform: Shape 450">
                <a:extLst>
                  <a:ext uri="{FF2B5EF4-FFF2-40B4-BE49-F238E27FC236}">
                    <a16:creationId xmlns:a16="http://schemas.microsoft.com/office/drawing/2014/main" id="{9756DD47-A413-7640-EE0F-4FBEC94B7A47}"/>
                  </a:ext>
                </a:extLst>
              </p:cNvPr>
              <p:cNvSpPr/>
              <p:nvPr/>
            </p:nvSpPr>
            <p:spPr>
              <a:xfrm>
                <a:off x="9729977" y="11372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2" name="Freeform: Shape 451">
                <a:extLst>
                  <a:ext uri="{FF2B5EF4-FFF2-40B4-BE49-F238E27FC236}">
                    <a16:creationId xmlns:a16="http://schemas.microsoft.com/office/drawing/2014/main" id="{70AD732A-0D0F-9FFF-582F-34825D52E490}"/>
                  </a:ext>
                </a:extLst>
              </p:cNvPr>
              <p:cNvSpPr/>
              <p:nvPr/>
            </p:nvSpPr>
            <p:spPr>
              <a:xfrm>
                <a:off x="9729977" y="225228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3" name="Freeform: Shape 452">
                <a:extLst>
                  <a:ext uri="{FF2B5EF4-FFF2-40B4-BE49-F238E27FC236}">
                    <a16:creationId xmlns:a16="http://schemas.microsoft.com/office/drawing/2014/main" id="{74767AE4-EA7C-7680-035D-C531275D08A8}"/>
                  </a:ext>
                </a:extLst>
              </p:cNvPr>
              <p:cNvSpPr/>
              <p:nvPr/>
            </p:nvSpPr>
            <p:spPr>
              <a:xfrm>
                <a:off x="9729977" y="296522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4" name="Freeform: Shape 453">
                <a:extLst>
                  <a:ext uri="{FF2B5EF4-FFF2-40B4-BE49-F238E27FC236}">
                    <a16:creationId xmlns:a16="http://schemas.microsoft.com/office/drawing/2014/main" id="{EEBD129C-6D92-2961-2CCC-45322D3B8F61}"/>
                  </a:ext>
                </a:extLst>
              </p:cNvPr>
              <p:cNvSpPr/>
              <p:nvPr/>
            </p:nvSpPr>
            <p:spPr>
              <a:xfrm>
                <a:off x="9729977" y="54601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5" name="Freeform: Shape 454">
                <a:extLst>
                  <a:ext uri="{FF2B5EF4-FFF2-40B4-BE49-F238E27FC236}">
                    <a16:creationId xmlns:a16="http://schemas.microsoft.com/office/drawing/2014/main" id="{59E6F468-F2AD-B4FF-BF7A-3A71180E9499}"/>
                  </a:ext>
                </a:extLst>
              </p:cNvPr>
              <p:cNvSpPr/>
              <p:nvPr/>
            </p:nvSpPr>
            <p:spPr>
              <a:xfrm>
                <a:off x="9729977" y="6529387"/>
                <a:ext cx="59436" cy="59721"/>
              </a:xfrm>
              <a:custGeom>
                <a:avLst/>
                <a:gdLst>
                  <a:gd name="connsiteX0" fmla="*/ 29718 w 59436"/>
                  <a:gd name="connsiteY0" fmla="*/ 0 h 59721"/>
                  <a:gd name="connsiteX1" fmla="*/ 0 w 59436"/>
                  <a:gd name="connsiteY1" fmla="*/ 30004 h 59721"/>
                  <a:gd name="connsiteX2" fmla="*/ 29718 w 59436"/>
                  <a:gd name="connsiteY2" fmla="*/ 59722 h 59721"/>
                  <a:gd name="connsiteX3" fmla="*/ 59436 w 59436"/>
                  <a:gd name="connsiteY3" fmla="*/ 30004 h 59721"/>
                  <a:gd name="connsiteX4" fmla="*/ 29718 w 59436"/>
                  <a:gd name="connsiteY4" fmla="*/ 0 h 59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721">
                    <a:moveTo>
                      <a:pt x="29718" y="0"/>
                    </a:moveTo>
                    <a:cubicBezTo>
                      <a:pt x="13145" y="0"/>
                      <a:pt x="0" y="13430"/>
                      <a:pt x="0" y="30004"/>
                    </a:cubicBezTo>
                    <a:cubicBezTo>
                      <a:pt x="0" y="46577"/>
                      <a:pt x="13430" y="59722"/>
                      <a:pt x="29718" y="59722"/>
                    </a:cubicBezTo>
                    <a:cubicBezTo>
                      <a:pt x="46006" y="59722"/>
                      <a:pt x="59436" y="46291"/>
                      <a:pt x="59436" y="30004"/>
                    </a:cubicBezTo>
                    <a:cubicBezTo>
                      <a:pt x="59436" y="13716"/>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6" name="Freeform: Shape 455">
                <a:extLst>
                  <a:ext uri="{FF2B5EF4-FFF2-40B4-BE49-F238E27FC236}">
                    <a16:creationId xmlns:a16="http://schemas.microsoft.com/office/drawing/2014/main" id="{A9A964A4-5FB0-F140-470D-F997A5FC9F1F}"/>
                  </a:ext>
                </a:extLst>
              </p:cNvPr>
              <p:cNvSpPr/>
              <p:nvPr/>
            </p:nvSpPr>
            <p:spPr>
              <a:xfrm>
                <a:off x="9729977" y="61730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7" name="Freeform: Shape 456">
                <a:extLst>
                  <a:ext uri="{FF2B5EF4-FFF2-40B4-BE49-F238E27FC236}">
                    <a16:creationId xmlns:a16="http://schemas.microsoft.com/office/drawing/2014/main" id="{8C019C5F-A97C-40C1-2734-130F8D805F7D}"/>
                  </a:ext>
                </a:extLst>
              </p:cNvPr>
              <p:cNvSpPr/>
              <p:nvPr/>
            </p:nvSpPr>
            <p:spPr>
              <a:xfrm>
                <a:off x="9729977" y="367817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8" name="Freeform: Shape 457">
                <a:extLst>
                  <a:ext uri="{FF2B5EF4-FFF2-40B4-BE49-F238E27FC236}">
                    <a16:creationId xmlns:a16="http://schemas.microsoft.com/office/drawing/2014/main" id="{F5E0613D-88AA-C6D9-05D9-44F370CF0565}"/>
                  </a:ext>
                </a:extLst>
              </p:cNvPr>
              <p:cNvSpPr/>
              <p:nvPr/>
            </p:nvSpPr>
            <p:spPr>
              <a:xfrm>
                <a:off x="9729977" y="439083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9" name="Freeform: Shape 458">
                <a:extLst>
                  <a:ext uri="{FF2B5EF4-FFF2-40B4-BE49-F238E27FC236}">
                    <a16:creationId xmlns:a16="http://schemas.microsoft.com/office/drawing/2014/main" id="{04B0C0AB-9B4E-8C8F-5BC2-7BADE2A6785C}"/>
                  </a:ext>
                </a:extLst>
              </p:cNvPr>
              <p:cNvSpPr/>
              <p:nvPr/>
            </p:nvSpPr>
            <p:spPr>
              <a:xfrm>
                <a:off x="9729977" y="403450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0" name="Freeform: Shape 459">
                <a:extLst>
                  <a:ext uri="{FF2B5EF4-FFF2-40B4-BE49-F238E27FC236}">
                    <a16:creationId xmlns:a16="http://schemas.microsoft.com/office/drawing/2014/main" id="{B06ACDB6-39E3-7CCF-B506-717C0E1F039C}"/>
                  </a:ext>
                </a:extLst>
              </p:cNvPr>
              <p:cNvSpPr/>
              <p:nvPr/>
            </p:nvSpPr>
            <p:spPr>
              <a:xfrm>
                <a:off x="9729977" y="33215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1" name="Freeform: Shape 460">
                <a:extLst>
                  <a:ext uri="{FF2B5EF4-FFF2-40B4-BE49-F238E27FC236}">
                    <a16:creationId xmlns:a16="http://schemas.microsoft.com/office/drawing/2014/main" id="{07DB241A-175A-8B82-A5D2-5C52BCC39D8D}"/>
                  </a:ext>
                </a:extLst>
              </p:cNvPr>
              <p:cNvSpPr/>
              <p:nvPr/>
            </p:nvSpPr>
            <p:spPr>
              <a:xfrm>
                <a:off x="9729977" y="5816726"/>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2" name="Freeform: Shape 461">
                <a:extLst>
                  <a:ext uri="{FF2B5EF4-FFF2-40B4-BE49-F238E27FC236}">
                    <a16:creationId xmlns:a16="http://schemas.microsoft.com/office/drawing/2014/main" id="{1E8425F1-48DB-43B7-6989-B2B6A1F50694}"/>
                  </a:ext>
                </a:extLst>
              </p:cNvPr>
              <p:cNvSpPr/>
              <p:nvPr/>
            </p:nvSpPr>
            <p:spPr>
              <a:xfrm>
                <a:off x="9729977" y="474745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3" name="Freeform: Shape 462">
                <a:extLst>
                  <a:ext uri="{FF2B5EF4-FFF2-40B4-BE49-F238E27FC236}">
                    <a16:creationId xmlns:a16="http://schemas.microsoft.com/office/drawing/2014/main" id="{6BEEA350-0DA8-FEB5-0C1C-E1CA433F9E22}"/>
                  </a:ext>
                </a:extLst>
              </p:cNvPr>
              <p:cNvSpPr/>
              <p:nvPr/>
            </p:nvSpPr>
            <p:spPr>
              <a:xfrm>
                <a:off x="9729977" y="510378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4" name="Freeform: Shape 463">
                <a:extLst>
                  <a:ext uri="{FF2B5EF4-FFF2-40B4-BE49-F238E27FC236}">
                    <a16:creationId xmlns:a16="http://schemas.microsoft.com/office/drawing/2014/main" id="{1CB51432-B785-53D4-56AD-6E8691972E48}"/>
                  </a:ext>
                </a:extLst>
              </p:cNvPr>
              <p:cNvSpPr/>
              <p:nvPr/>
            </p:nvSpPr>
            <p:spPr>
              <a:xfrm>
                <a:off x="10052875" y="912399"/>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5" name="Freeform: Shape 464">
                <a:extLst>
                  <a:ext uri="{FF2B5EF4-FFF2-40B4-BE49-F238E27FC236}">
                    <a16:creationId xmlns:a16="http://schemas.microsoft.com/office/drawing/2014/main" id="{526CF154-749F-EB98-C445-4F14727C2EBD}"/>
                  </a:ext>
                </a:extLst>
              </p:cNvPr>
              <p:cNvSpPr/>
              <p:nvPr/>
            </p:nvSpPr>
            <p:spPr>
              <a:xfrm>
                <a:off x="10052875" y="1251870"/>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6" name="Freeform: Shape 465">
                <a:extLst>
                  <a:ext uri="{FF2B5EF4-FFF2-40B4-BE49-F238E27FC236}">
                    <a16:creationId xmlns:a16="http://schemas.microsoft.com/office/drawing/2014/main" id="{9F8F61CC-ACA4-6D7B-2F77-E1321089F8F6}"/>
                  </a:ext>
                </a:extLst>
              </p:cNvPr>
              <p:cNvSpPr/>
              <p:nvPr/>
            </p:nvSpPr>
            <p:spPr>
              <a:xfrm>
                <a:off x="10052875" y="572643"/>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7" name="Freeform: Shape 466">
                <a:extLst>
                  <a:ext uri="{FF2B5EF4-FFF2-40B4-BE49-F238E27FC236}">
                    <a16:creationId xmlns:a16="http://schemas.microsoft.com/office/drawing/2014/main" id="{5F52348C-DD13-3928-041B-EC9D3AAD8EAC}"/>
                  </a:ext>
                </a:extLst>
              </p:cNvPr>
              <p:cNvSpPr/>
              <p:nvPr/>
            </p:nvSpPr>
            <p:spPr>
              <a:xfrm>
                <a:off x="10052875" y="2948939"/>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8" name="Freeform: Shape 467">
                <a:extLst>
                  <a:ext uri="{FF2B5EF4-FFF2-40B4-BE49-F238E27FC236}">
                    <a16:creationId xmlns:a16="http://schemas.microsoft.com/office/drawing/2014/main" id="{278033DB-29BE-619A-17AC-7470F23BDD6D}"/>
                  </a:ext>
                </a:extLst>
              </p:cNvPr>
              <p:cNvSpPr/>
              <p:nvPr/>
            </p:nvSpPr>
            <p:spPr>
              <a:xfrm>
                <a:off x="10052875" y="260946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9" name="Freeform: Shape 468">
                <a:extLst>
                  <a:ext uri="{FF2B5EF4-FFF2-40B4-BE49-F238E27FC236}">
                    <a16:creationId xmlns:a16="http://schemas.microsoft.com/office/drawing/2014/main" id="{A4716B1B-D0B3-0673-E98E-AA5A07283420}"/>
                  </a:ext>
                </a:extLst>
              </p:cNvPr>
              <p:cNvSpPr/>
              <p:nvPr/>
            </p:nvSpPr>
            <p:spPr>
              <a:xfrm>
                <a:off x="10052875" y="226999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0" name="Freeform: Shape 469">
                <a:extLst>
                  <a:ext uri="{FF2B5EF4-FFF2-40B4-BE49-F238E27FC236}">
                    <a16:creationId xmlns:a16="http://schemas.microsoft.com/office/drawing/2014/main" id="{D7D28279-E198-5002-45E6-A6001E29F6A0}"/>
                  </a:ext>
                </a:extLst>
              </p:cNvPr>
              <p:cNvSpPr/>
              <p:nvPr/>
            </p:nvSpPr>
            <p:spPr>
              <a:xfrm>
                <a:off x="10052875" y="1930526"/>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1" name="Freeform: Shape 470">
                <a:extLst>
                  <a:ext uri="{FF2B5EF4-FFF2-40B4-BE49-F238E27FC236}">
                    <a16:creationId xmlns:a16="http://schemas.microsoft.com/office/drawing/2014/main" id="{B5CE0BC2-C4E1-9DE1-BC0A-F3B0A6E9E581}"/>
                  </a:ext>
                </a:extLst>
              </p:cNvPr>
              <p:cNvSpPr/>
              <p:nvPr/>
            </p:nvSpPr>
            <p:spPr>
              <a:xfrm>
                <a:off x="10052875" y="1591056"/>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2" name="Freeform: Shape 471">
                <a:extLst>
                  <a:ext uri="{FF2B5EF4-FFF2-40B4-BE49-F238E27FC236}">
                    <a16:creationId xmlns:a16="http://schemas.microsoft.com/office/drawing/2014/main" id="{24880BFF-64BF-0E7A-3178-76B62D3F74C3}"/>
                  </a:ext>
                </a:extLst>
              </p:cNvPr>
              <p:cNvSpPr/>
              <p:nvPr/>
            </p:nvSpPr>
            <p:spPr>
              <a:xfrm>
                <a:off x="10052875" y="23345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3" name="Freeform: Shape 472">
                <a:extLst>
                  <a:ext uri="{FF2B5EF4-FFF2-40B4-BE49-F238E27FC236}">
                    <a16:creationId xmlns:a16="http://schemas.microsoft.com/office/drawing/2014/main" id="{2AC3665E-B25D-142E-C31B-3653F298EDE7}"/>
                  </a:ext>
                </a:extLst>
              </p:cNvPr>
              <p:cNvSpPr/>
              <p:nvPr/>
            </p:nvSpPr>
            <p:spPr>
              <a:xfrm>
                <a:off x="10052875" y="600417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4" name="Freeform: Shape 473">
                <a:extLst>
                  <a:ext uri="{FF2B5EF4-FFF2-40B4-BE49-F238E27FC236}">
                    <a16:creationId xmlns:a16="http://schemas.microsoft.com/office/drawing/2014/main" id="{92D4894B-1D4C-A397-5E45-D392218900F0}"/>
                  </a:ext>
                </a:extLst>
              </p:cNvPr>
              <p:cNvSpPr/>
              <p:nvPr/>
            </p:nvSpPr>
            <p:spPr>
              <a:xfrm>
                <a:off x="10052875" y="6683121"/>
                <a:ext cx="56578" cy="56863"/>
              </a:xfrm>
              <a:custGeom>
                <a:avLst/>
                <a:gdLst>
                  <a:gd name="connsiteX0" fmla="*/ 28289 w 56578"/>
                  <a:gd name="connsiteY0" fmla="*/ 0 h 56863"/>
                  <a:gd name="connsiteX1" fmla="*/ 0 w 56578"/>
                  <a:gd name="connsiteY1" fmla="*/ 28575 h 56863"/>
                  <a:gd name="connsiteX2" fmla="*/ 28289 w 56578"/>
                  <a:gd name="connsiteY2" fmla="*/ 56864 h 56863"/>
                  <a:gd name="connsiteX3" fmla="*/ 56579 w 56578"/>
                  <a:gd name="connsiteY3" fmla="*/ 28575 h 56863"/>
                  <a:gd name="connsiteX4" fmla="*/ 28289 w 56578"/>
                  <a:gd name="connsiteY4" fmla="*/ 0 h 5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3">
                    <a:moveTo>
                      <a:pt x="28289" y="0"/>
                    </a:moveTo>
                    <a:cubicBezTo>
                      <a:pt x="12573" y="0"/>
                      <a:pt x="0" y="12573"/>
                      <a:pt x="0" y="28575"/>
                    </a:cubicBezTo>
                    <a:cubicBezTo>
                      <a:pt x="0" y="44577"/>
                      <a:pt x="12859" y="56864"/>
                      <a:pt x="28289" y="56864"/>
                    </a:cubicBezTo>
                    <a:cubicBezTo>
                      <a:pt x="43720" y="56864"/>
                      <a:pt x="56579" y="44005"/>
                      <a:pt x="56579" y="28575"/>
                    </a:cubicBezTo>
                    <a:cubicBezTo>
                      <a:pt x="56579" y="13144"/>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5" name="Freeform: Shape 474">
                <a:extLst>
                  <a:ext uri="{FF2B5EF4-FFF2-40B4-BE49-F238E27FC236}">
                    <a16:creationId xmlns:a16="http://schemas.microsoft.com/office/drawing/2014/main" id="{B94CC0E2-9B90-14B3-FB33-0A64629197C8}"/>
                  </a:ext>
                </a:extLst>
              </p:cNvPr>
              <p:cNvSpPr/>
              <p:nvPr/>
            </p:nvSpPr>
            <p:spPr>
              <a:xfrm>
                <a:off x="10052875" y="3288411"/>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6" name="Freeform: Shape 475">
                <a:extLst>
                  <a:ext uri="{FF2B5EF4-FFF2-40B4-BE49-F238E27FC236}">
                    <a16:creationId xmlns:a16="http://schemas.microsoft.com/office/drawing/2014/main" id="{612EB06B-886C-D091-354D-06A633FCD2DB}"/>
                  </a:ext>
                </a:extLst>
              </p:cNvPr>
              <p:cNvSpPr/>
              <p:nvPr/>
            </p:nvSpPr>
            <p:spPr>
              <a:xfrm>
                <a:off x="10052875" y="3967352"/>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859"/>
                      <a:pt x="0" y="28289"/>
                    </a:cubicBezTo>
                    <a:cubicBezTo>
                      <a:pt x="0" y="43720"/>
                      <a:pt x="12859" y="56864"/>
                      <a:pt x="28289" y="56864"/>
                    </a:cubicBezTo>
                    <a:cubicBezTo>
                      <a:pt x="43720" y="56864"/>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7" name="Freeform: Shape 476">
                <a:extLst>
                  <a:ext uri="{FF2B5EF4-FFF2-40B4-BE49-F238E27FC236}">
                    <a16:creationId xmlns:a16="http://schemas.microsoft.com/office/drawing/2014/main" id="{77AD8208-6C02-BC48-394A-62B4559440A9}"/>
                  </a:ext>
                </a:extLst>
              </p:cNvPr>
              <p:cNvSpPr/>
              <p:nvPr/>
            </p:nvSpPr>
            <p:spPr>
              <a:xfrm>
                <a:off x="10052875" y="4985765"/>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6"/>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8" name="Freeform: Shape 477">
                <a:extLst>
                  <a:ext uri="{FF2B5EF4-FFF2-40B4-BE49-F238E27FC236}">
                    <a16:creationId xmlns:a16="http://schemas.microsoft.com/office/drawing/2014/main" id="{832209F0-C9BA-F5A2-5E16-341212758481}"/>
                  </a:ext>
                </a:extLst>
              </p:cNvPr>
              <p:cNvSpPr/>
              <p:nvPr/>
            </p:nvSpPr>
            <p:spPr>
              <a:xfrm>
                <a:off x="10052875" y="4646295"/>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9" name="Freeform: Shape 478">
                <a:extLst>
                  <a:ext uri="{FF2B5EF4-FFF2-40B4-BE49-F238E27FC236}">
                    <a16:creationId xmlns:a16="http://schemas.microsoft.com/office/drawing/2014/main" id="{093A31F7-2449-FC0A-836E-5451ECB64A1D}"/>
                  </a:ext>
                </a:extLst>
              </p:cNvPr>
              <p:cNvSpPr/>
              <p:nvPr/>
            </p:nvSpPr>
            <p:spPr>
              <a:xfrm>
                <a:off x="10052875" y="4306824"/>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0" name="Freeform: Shape 479">
                <a:extLst>
                  <a:ext uri="{FF2B5EF4-FFF2-40B4-BE49-F238E27FC236}">
                    <a16:creationId xmlns:a16="http://schemas.microsoft.com/office/drawing/2014/main" id="{07F0688E-36F0-E35E-0B8E-7DCF0856A55A}"/>
                  </a:ext>
                </a:extLst>
              </p:cNvPr>
              <p:cNvSpPr/>
              <p:nvPr/>
            </p:nvSpPr>
            <p:spPr>
              <a:xfrm>
                <a:off x="10052875" y="3627881"/>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1" name="Freeform: Shape 480">
                <a:extLst>
                  <a:ext uri="{FF2B5EF4-FFF2-40B4-BE49-F238E27FC236}">
                    <a16:creationId xmlns:a16="http://schemas.microsoft.com/office/drawing/2014/main" id="{13221627-FA2E-F919-2332-FB9C5967F953}"/>
                  </a:ext>
                </a:extLst>
              </p:cNvPr>
              <p:cNvSpPr/>
              <p:nvPr/>
            </p:nvSpPr>
            <p:spPr>
              <a:xfrm>
                <a:off x="10052875" y="6343650"/>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2" name="Freeform: Shape 481">
                <a:extLst>
                  <a:ext uri="{FF2B5EF4-FFF2-40B4-BE49-F238E27FC236}">
                    <a16:creationId xmlns:a16="http://schemas.microsoft.com/office/drawing/2014/main" id="{DA7E99CA-5CF3-71EA-2601-31776CD2D3BE}"/>
                  </a:ext>
                </a:extLst>
              </p:cNvPr>
              <p:cNvSpPr/>
              <p:nvPr/>
            </p:nvSpPr>
            <p:spPr>
              <a:xfrm>
                <a:off x="10052875" y="566470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3" name="Freeform: Shape 482">
                <a:extLst>
                  <a:ext uri="{FF2B5EF4-FFF2-40B4-BE49-F238E27FC236}">
                    <a16:creationId xmlns:a16="http://schemas.microsoft.com/office/drawing/2014/main" id="{B2B5235A-8BBC-48D4-CD1F-199BED719730}"/>
                  </a:ext>
                </a:extLst>
              </p:cNvPr>
              <p:cNvSpPr/>
              <p:nvPr/>
            </p:nvSpPr>
            <p:spPr>
              <a:xfrm>
                <a:off x="10052875" y="532523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4" name="Freeform: Shape 483">
                <a:extLst>
                  <a:ext uri="{FF2B5EF4-FFF2-40B4-BE49-F238E27FC236}">
                    <a16:creationId xmlns:a16="http://schemas.microsoft.com/office/drawing/2014/main" id="{05239D1F-329F-0AD7-45CD-C5371314F47F}"/>
                  </a:ext>
                </a:extLst>
              </p:cNvPr>
              <p:cNvSpPr/>
              <p:nvPr/>
            </p:nvSpPr>
            <p:spPr>
              <a:xfrm>
                <a:off x="10360342" y="293350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5" name="Freeform: Shape 484">
                <a:extLst>
                  <a:ext uri="{FF2B5EF4-FFF2-40B4-BE49-F238E27FC236}">
                    <a16:creationId xmlns:a16="http://schemas.microsoft.com/office/drawing/2014/main" id="{B7337C6B-8F3C-D2D7-F048-C4F857A856E6}"/>
                  </a:ext>
                </a:extLst>
              </p:cNvPr>
              <p:cNvSpPr/>
              <p:nvPr/>
            </p:nvSpPr>
            <p:spPr>
              <a:xfrm>
                <a:off x="10360342" y="347186"/>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2"/>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6" name="Freeform: Shape 485">
                <a:extLst>
                  <a:ext uri="{FF2B5EF4-FFF2-40B4-BE49-F238E27FC236}">
                    <a16:creationId xmlns:a16="http://schemas.microsoft.com/office/drawing/2014/main" id="{F7A1C8BB-1894-08AB-46EA-0EA3324B3614}"/>
                  </a:ext>
                </a:extLst>
              </p:cNvPr>
              <p:cNvSpPr/>
              <p:nvPr/>
            </p:nvSpPr>
            <p:spPr>
              <a:xfrm>
                <a:off x="10360342" y="1640490"/>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7" name="Freeform: Shape 486">
                <a:extLst>
                  <a:ext uri="{FF2B5EF4-FFF2-40B4-BE49-F238E27FC236}">
                    <a16:creationId xmlns:a16="http://schemas.microsoft.com/office/drawing/2014/main" id="{C807D45F-4B7B-AF86-F846-05543B42EF76}"/>
                  </a:ext>
                </a:extLst>
              </p:cNvPr>
              <p:cNvSpPr/>
              <p:nvPr/>
            </p:nvSpPr>
            <p:spPr>
              <a:xfrm>
                <a:off x="10360342" y="993838"/>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8" name="Freeform: Shape 487">
                <a:extLst>
                  <a:ext uri="{FF2B5EF4-FFF2-40B4-BE49-F238E27FC236}">
                    <a16:creationId xmlns:a16="http://schemas.microsoft.com/office/drawing/2014/main" id="{411D654C-BDF0-8B3E-E46E-4C5FA8FA2919}"/>
                  </a:ext>
                </a:extLst>
              </p:cNvPr>
              <p:cNvSpPr/>
              <p:nvPr/>
            </p:nvSpPr>
            <p:spPr>
              <a:xfrm>
                <a:off x="10360342" y="1963674"/>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9" name="Freeform: Shape 488">
                <a:extLst>
                  <a:ext uri="{FF2B5EF4-FFF2-40B4-BE49-F238E27FC236}">
                    <a16:creationId xmlns:a16="http://schemas.microsoft.com/office/drawing/2014/main" id="{9CBD3E43-3DD4-6482-8B20-D70EAED4A3D5}"/>
                  </a:ext>
                </a:extLst>
              </p:cNvPr>
              <p:cNvSpPr/>
              <p:nvPr/>
            </p:nvSpPr>
            <p:spPr>
              <a:xfrm>
                <a:off x="10360342" y="2610326"/>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0" name="Freeform: Shape 489">
                <a:extLst>
                  <a:ext uri="{FF2B5EF4-FFF2-40B4-BE49-F238E27FC236}">
                    <a16:creationId xmlns:a16="http://schemas.microsoft.com/office/drawing/2014/main" id="{88C589CA-A101-9553-9AD8-25DEA11E0308}"/>
                  </a:ext>
                </a:extLst>
              </p:cNvPr>
              <p:cNvSpPr/>
              <p:nvPr/>
            </p:nvSpPr>
            <p:spPr>
              <a:xfrm>
                <a:off x="10360342" y="2287143"/>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1" name="Freeform: Shape 490">
                <a:extLst>
                  <a:ext uri="{FF2B5EF4-FFF2-40B4-BE49-F238E27FC236}">
                    <a16:creationId xmlns:a16="http://schemas.microsoft.com/office/drawing/2014/main" id="{BBF96A99-A69C-4BDC-7983-09B54E75C414}"/>
                  </a:ext>
                </a:extLst>
              </p:cNvPr>
              <p:cNvSpPr/>
              <p:nvPr/>
            </p:nvSpPr>
            <p:spPr>
              <a:xfrm>
                <a:off x="10360342" y="1317021"/>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2" name="Freeform: Shape 491">
                <a:extLst>
                  <a:ext uri="{FF2B5EF4-FFF2-40B4-BE49-F238E27FC236}">
                    <a16:creationId xmlns:a16="http://schemas.microsoft.com/office/drawing/2014/main" id="{D2F94F2F-BC1D-30B2-BCA4-108392095AE6}"/>
                  </a:ext>
                </a:extLst>
              </p:cNvPr>
              <p:cNvSpPr/>
              <p:nvPr/>
            </p:nvSpPr>
            <p:spPr>
              <a:xfrm>
                <a:off x="10360342" y="325697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3" name="Freeform: Shape 492">
                <a:extLst>
                  <a:ext uri="{FF2B5EF4-FFF2-40B4-BE49-F238E27FC236}">
                    <a16:creationId xmlns:a16="http://schemas.microsoft.com/office/drawing/2014/main" id="{8F62A3ED-1417-646E-5341-B2D1E4F23277}"/>
                  </a:ext>
                </a:extLst>
              </p:cNvPr>
              <p:cNvSpPr/>
              <p:nvPr/>
            </p:nvSpPr>
            <p:spPr>
              <a:xfrm>
                <a:off x="10360342" y="3580161"/>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4" name="Freeform: Shape 493">
                <a:extLst>
                  <a:ext uri="{FF2B5EF4-FFF2-40B4-BE49-F238E27FC236}">
                    <a16:creationId xmlns:a16="http://schemas.microsoft.com/office/drawing/2014/main" id="{719A7245-0F6D-C0E5-81F6-5A62ECD0A99A}"/>
                  </a:ext>
                </a:extLst>
              </p:cNvPr>
              <p:cNvSpPr/>
              <p:nvPr/>
            </p:nvSpPr>
            <p:spPr>
              <a:xfrm>
                <a:off x="10360342" y="648966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5" name="Freeform: Shape 494">
                <a:extLst>
                  <a:ext uri="{FF2B5EF4-FFF2-40B4-BE49-F238E27FC236}">
                    <a16:creationId xmlns:a16="http://schemas.microsoft.com/office/drawing/2014/main" id="{AC5C2238-27BD-BAF6-3D00-40FC06C9BA1F}"/>
                  </a:ext>
                </a:extLst>
              </p:cNvPr>
              <p:cNvSpPr/>
              <p:nvPr/>
            </p:nvSpPr>
            <p:spPr>
              <a:xfrm>
                <a:off x="10360342" y="3903630"/>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6" name="Freeform: Shape 495">
                <a:extLst>
                  <a:ext uri="{FF2B5EF4-FFF2-40B4-BE49-F238E27FC236}">
                    <a16:creationId xmlns:a16="http://schemas.microsoft.com/office/drawing/2014/main" id="{5719E2EA-4067-C7A6-882D-052BE52879F6}"/>
                  </a:ext>
                </a:extLst>
              </p:cNvPr>
              <p:cNvSpPr/>
              <p:nvPr/>
            </p:nvSpPr>
            <p:spPr>
              <a:xfrm>
                <a:off x="10360342" y="4226813"/>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7" name="Freeform: Shape 496">
                <a:extLst>
                  <a:ext uri="{FF2B5EF4-FFF2-40B4-BE49-F238E27FC236}">
                    <a16:creationId xmlns:a16="http://schemas.microsoft.com/office/drawing/2014/main" id="{355454FB-8A25-1F45-58A3-A868C596E6A0}"/>
                  </a:ext>
                </a:extLst>
              </p:cNvPr>
              <p:cNvSpPr/>
              <p:nvPr/>
            </p:nvSpPr>
            <p:spPr>
              <a:xfrm>
                <a:off x="10360342" y="4549997"/>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8" name="Freeform: Shape 497">
                <a:extLst>
                  <a:ext uri="{FF2B5EF4-FFF2-40B4-BE49-F238E27FC236}">
                    <a16:creationId xmlns:a16="http://schemas.microsoft.com/office/drawing/2014/main" id="{B914F1AF-3435-CAB6-E448-FBB3F2279F62}"/>
                  </a:ext>
                </a:extLst>
              </p:cNvPr>
              <p:cNvSpPr/>
              <p:nvPr/>
            </p:nvSpPr>
            <p:spPr>
              <a:xfrm>
                <a:off x="10360342" y="4873180"/>
                <a:ext cx="54292" cy="54292"/>
              </a:xfrm>
              <a:custGeom>
                <a:avLst/>
                <a:gdLst>
                  <a:gd name="connsiteX0" fmla="*/ 27146 w 54292"/>
                  <a:gd name="connsiteY0" fmla="*/ 0 h 54292"/>
                  <a:gd name="connsiteX1" fmla="*/ 0 w 54292"/>
                  <a:gd name="connsiteY1" fmla="*/ 27147 h 54292"/>
                  <a:gd name="connsiteX2" fmla="*/ 27146 w 54292"/>
                  <a:gd name="connsiteY2" fmla="*/ 54293 h 54292"/>
                  <a:gd name="connsiteX3" fmla="*/ 54293 w 54292"/>
                  <a:gd name="connsiteY3" fmla="*/ 27147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7"/>
                    </a:cubicBezTo>
                    <a:cubicBezTo>
                      <a:pt x="0" y="42291"/>
                      <a:pt x="12001" y="54293"/>
                      <a:pt x="27146" y="54293"/>
                    </a:cubicBezTo>
                    <a:cubicBezTo>
                      <a:pt x="42291" y="54293"/>
                      <a:pt x="54293" y="42291"/>
                      <a:pt x="54293" y="27147"/>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9" name="Freeform: Shape 498">
                <a:extLst>
                  <a:ext uri="{FF2B5EF4-FFF2-40B4-BE49-F238E27FC236}">
                    <a16:creationId xmlns:a16="http://schemas.microsoft.com/office/drawing/2014/main" id="{B517CB3A-1D7F-FBDE-C651-3CB5DBCE4C7A}"/>
                  </a:ext>
                </a:extLst>
              </p:cNvPr>
              <p:cNvSpPr/>
              <p:nvPr/>
            </p:nvSpPr>
            <p:spPr>
              <a:xfrm>
                <a:off x="10360342" y="519664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0" name="Freeform: Shape 499">
                <a:extLst>
                  <a:ext uri="{FF2B5EF4-FFF2-40B4-BE49-F238E27FC236}">
                    <a16:creationId xmlns:a16="http://schemas.microsoft.com/office/drawing/2014/main" id="{E273303B-74FB-93E2-5B34-D964DF00C4F9}"/>
                  </a:ext>
                </a:extLst>
              </p:cNvPr>
              <p:cNvSpPr/>
              <p:nvPr/>
            </p:nvSpPr>
            <p:spPr>
              <a:xfrm>
                <a:off x="10360342" y="6166485"/>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1" name="Freeform: Shape 500">
                <a:extLst>
                  <a:ext uri="{FF2B5EF4-FFF2-40B4-BE49-F238E27FC236}">
                    <a16:creationId xmlns:a16="http://schemas.microsoft.com/office/drawing/2014/main" id="{7AA11FF8-1A16-E565-6832-9A6FAF6D877B}"/>
                  </a:ext>
                </a:extLst>
              </p:cNvPr>
              <p:cNvSpPr/>
              <p:nvPr/>
            </p:nvSpPr>
            <p:spPr>
              <a:xfrm>
                <a:off x="10360342" y="5843301"/>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2" name="Freeform: Shape 501">
                <a:extLst>
                  <a:ext uri="{FF2B5EF4-FFF2-40B4-BE49-F238E27FC236}">
                    <a16:creationId xmlns:a16="http://schemas.microsoft.com/office/drawing/2014/main" id="{93FF677E-9EFA-6932-239A-D1F440737E98}"/>
                  </a:ext>
                </a:extLst>
              </p:cNvPr>
              <p:cNvSpPr/>
              <p:nvPr/>
            </p:nvSpPr>
            <p:spPr>
              <a:xfrm>
                <a:off x="10360342" y="5519832"/>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3" name="Freeform: Shape 502">
                <a:extLst>
                  <a:ext uri="{FF2B5EF4-FFF2-40B4-BE49-F238E27FC236}">
                    <a16:creationId xmlns:a16="http://schemas.microsoft.com/office/drawing/2014/main" id="{6AA622D2-A8FD-1373-712C-896B82C1D6D3}"/>
                  </a:ext>
                </a:extLst>
              </p:cNvPr>
              <p:cNvSpPr/>
              <p:nvPr/>
            </p:nvSpPr>
            <p:spPr>
              <a:xfrm>
                <a:off x="10360342" y="670655"/>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4" name="Freeform: Shape 503">
                <a:extLst>
                  <a:ext uri="{FF2B5EF4-FFF2-40B4-BE49-F238E27FC236}">
                    <a16:creationId xmlns:a16="http://schemas.microsoft.com/office/drawing/2014/main" id="{FC7A098E-EA9E-9B6F-7498-24FCAFDF1B0B}"/>
                  </a:ext>
                </a:extLst>
              </p:cNvPr>
              <p:cNvSpPr/>
              <p:nvPr/>
            </p:nvSpPr>
            <p:spPr>
              <a:xfrm>
                <a:off x="10653522" y="5074062"/>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5" name="Freeform: Shape 504">
                <a:extLst>
                  <a:ext uri="{FF2B5EF4-FFF2-40B4-BE49-F238E27FC236}">
                    <a16:creationId xmlns:a16="http://schemas.microsoft.com/office/drawing/2014/main" id="{E89DEDF9-E8C4-78D3-F623-A403E4688E74}"/>
                  </a:ext>
                </a:extLst>
              </p:cNvPr>
              <p:cNvSpPr/>
              <p:nvPr/>
            </p:nvSpPr>
            <p:spPr>
              <a:xfrm>
                <a:off x="10653522" y="476631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6" name="Freeform: Shape 505">
                <a:extLst>
                  <a:ext uri="{FF2B5EF4-FFF2-40B4-BE49-F238E27FC236}">
                    <a16:creationId xmlns:a16="http://schemas.microsoft.com/office/drawing/2014/main" id="{D82EBFC1-E32B-14BA-E89D-6294649F32EA}"/>
                  </a:ext>
                </a:extLst>
              </p:cNvPr>
              <p:cNvSpPr/>
              <p:nvPr/>
            </p:nvSpPr>
            <p:spPr>
              <a:xfrm>
                <a:off x="10653522" y="5382101"/>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5"/>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7" name="Freeform: Shape 506">
                <a:extLst>
                  <a:ext uri="{FF2B5EF4-FFF2-40B4-BE49-F238E27FC236}">
                    <a16:creationId xmlns:a16="http://schemas.microsoft.com/office/drawing/2014/main" id="{547D9331-CFD2-66D2-2A07-A6C4896A1F55}"/>
                  </a:ext>
                </a:extLst>
              </p:cNvPr>
              <p:cNvSpPr/>
              <p:nvPr/>
            </p:nvSpPr>
            <p:spPr>
              <a:xfrm>
                <a:off x="10653522" y="568985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8" name="Freeform: Shape 507">
                <a:extLst>
                  <a:ext uri="{FF2B5EF4-FFF2-40B4-BE49-F238E27FC236}">
                    <a16:creationId xmlns:a16="http://schemas.microsoft.com/office/drawing/2014/main" id="{0F28F562-F3C3-78F0-DDBD-B6323372B00D}"/>
                  </a:ext>
                </a:extLst>
              </p:cNvPr>
              <p:cNvSpPr/>
              <p:nvPr/>
            </p:nvSpPr>
            <p:spPr>
              <a:xfrm>
                <a:off x="10653522" y="384248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9" name="Freeform: Shape 508">
                <a:extLst>
                  <a:ext uri="{FF2B5EF4-FFF2-40B4-BE49-F238E27FC236}">
                    <a16:creationId xmlns:a16="http://schemas.microsoft.com/office/drawing/2014/main" id="{F12E417C-5206-036C-A460-3CB60E8251DD}"/>
                  </a:ext>
                </a:extLst>
              </p:cNvPr>
              <p:cNvSpPr/>
              <p:nvPr/>
            </p:nvSpPr>
            <p:spPr>
              <a:xfrm>
                <a:off x="10653522" y="3534727"/>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0" name="Freeform: Shape 509">
                <a:extLst>
                  <a:ext uri="{FF2B5EF4-FFF2-40B4-BE49-F238E27FC236}">
                    <a16:creationId xmlns:a16="http://schemas.microsoft.com/office/drawing/2014/main" id="{0CB0414D-8ED2-AA11-D972-CA2DDD967C14}"/>
                  </a:ext>
                </a:extLst>
              </p:cNvPr>
              <p:cNvSpPr/>
              <p:nvPr/>
            </p:nvSpPr>
            <p:spPr>
              <a:xfrm>
                <a:off x="10653522" y="5997892"/>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1" name="Freeform: Shape 510">
                <a:extLst>
                  <a:ext uri="{FF2B5EF4-FFF2-40B4-BE49-F238E27FC236}">
                    <a16:creationId xmlns:a16="http://schemas.microsoft.com/office/drawing/2014/main" id="{0D7D913A-5837-31E6-5C37-9EF53DBE861A}"/>
                  </a:ext>
                </a:extLst>
              </p:cNvPr>
              <p:cNvSpPr/>
              <p:nvPr/>
            </p:nvSpPr>
            <p:spPr>
              <a:xfrm>
                <a:off x="10653522" y="4150518"/>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39719"/>
                      <a:pt x="51435" y="25717"/>
                    </a:cubicBezTo>
                    <a:cubicBezTo>
                      <a:pt x="51435" y="11716"/>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2" name="Freeform: Shape 511">
                <a:extLst>
                  <a:ext uri="{FF2B5EF4-FFF2-40B4-BE49-F238E27FC236}">
                    <a16:creationId xmlns:a16="http://schemas.microsoft.com/office/drawing/2014/main" id="{DA192A86-3801-2E82-0101-3C00617E5B30}"/>
                  </a:ext>
                </a:extLst>
              </p:cNvPr>
              <p:cNvSpPr/>
              <p:nvPr/>
            </p:nvSpPr>
            <p:spPr>
              <a:xfrm>
                <a:off x="10653522" y="4458271"/>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3" name="Freeform: Shape 512">
                <a:extLst>
                  <a:ext uri="{FF2B5EF4-FFF2-40B4-BE49-F238E27FC236}">
                    <a16:creationId xmlns:a16="http://schemas.microsoft.com/office/drawing/2014/main" id="{E4572400-4DB4-F623-E8B3-CFDDAD6E3F24}"/>
                  </a:ext>
                </a:extLst>
              </p:cNvPr>
              <p:cNvSpPr/>
              <p:nvPr/>
            </p:nvSpPr>
            <p:spPr>
              <a:xfrm>
                <a:off x="10653522" y="3226688"/>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4" name="Freeform: Shape 513">
                <a:extLst>
                  <a:ext uri="{FF2B5EF4-FFF2-40B4-BE49-F238E27FC236}">
                    <a16:creationId xmlns:a16="http://schemas.microsoft.com/office/drawing/2014/main" id="{E8546461-4E2F-47C1-1340-833263431524}"/>
                  </a:ext>
                </a:extLst>
              </p:cNvPr>
              <p:cNvSpPr/>
              <p:nvPr/>
            </p:nvSpPr>
            <p:spPr>
              <a:xfrm>
                <a:off x="10653522" y="661368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5" name="Freeform: Shape 514">
                <a:extLst>
                  <a:ext uri="{FF2B5EF4-FFF2-40B4-BE49-F238E27FC236}">
                    <a16:creationId xmlns:a16="http://schemas.microsoft.com/office/drawing/2014/main" id="{5CD366EB-7EC6-BD30-818D-D8E17BD89599}"/>
                  </a:ext>
                </a:extLst>
              </p:cNvPr>
              <p:cNvSpPr/>
              <p:nvPr/>
            </p:nvSpPr>
            <p:spPr>
              <a:xfrm>
                <a:off x="10653522" y="6305930"/>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6" name="Freeform: Shape 515">
                <a:extLst>
                  <a:ext uri="{FF2B5EF4-FFF2-40B4-BE49-F238E27FC236}">
                    <a16:creationId xmlns:a16="http://schemas.microsoft.com/office/drawing/2014/main" id="{17FF3CA7-5A13-FC38-2C3C-34F859EBDCA6}"/>
                  </a:ext>
                </a:extLst>
              </p:cNvPr>
              <p:cNvSpPr/>
              <p:nvPr/>
            </p:nvSpPr>
            <p:spPr>
              <a:xfrm>
                <a:off x="10653522" y="76352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7" name="Freeform: Shape 516">
                <a:extLst>
                  <a:ext uri="{FF2B5EF4-FFF2-40B4-BE49-F238E27FC236}">
                    <a16:creationId xmlns:a16="http://schemas.microsoft.com/office/drawing/2014/main" id="{D1A44146-1B03-FA8E-C7A7-AA3FD563075B}"/>
                  </a:ext>
                </a:extLst>
              </p:cNvPr>
              <p:cNvSpPr/>
              <p:nvPr/>
            </p:nvSpPr>
            <p:spPr>
              <a:xfrm>
                <a:off x="10653522" y="14773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8" name="Freeform: Shape 517">
                <a:extLst>
                  <a:ext uri="{FF2B5EF4-FFF2-40B4-BE49-F238E27FC236}">
                    <a16:creationId xmlns:a16="http://schemas.microsoft.com/office/drawing/2014/main" id="{FBD8A31D-54EF-BEF3-2C20-0DE109A6B98C}"/>
                  </a:ext>
                </a:extLst>
              </p:cNvPr>
              <p:cNvSpPr/>
              <p:nvPr/>
            </p:nvSpPr>
            <p:spPr>
              <a:xfrm>
                <a:off x="10653522" y="2918936"/>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9" name="Freeform: Shape 518">
                <a:extLst>
                  <a:ext uri="{FF2B5EF4-FFF2-40B4-BE49-F238E27FC236}">
                    <a16:creationId xmlns:a16="http://schemas.microsoft.com/office/drawing/2014/main" id="{B97A3BC1-0A75-AC86-35FF-8A3AEFC0328E}"/>
                  </a:ext>
                </a:extLst>
              </p:cNvPr>
              <p:cNvSpPr/>
              <p:nvPr/>
            </p:nvSpPr>
            <p:spPr>
              <a:xfrm>
                <a:off x="10653522" y="1995106"/>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0" name="Freeform: Shape 519">
                <a:extLst>
                  <a:ext uri="{FF2B5EF4-FFF2-40B4-BE49-F238E27FC236}">
                    <a16:creationId xmlns:a16="http://schemas.microsoft.com/office/drawing/2014/main" id="{1D0B0BC6-4C05-0FF9-72C4-CFB335B95EB2}"/>
                  </a:ext>
                </a:extLst>
              </p:cNvPr>
              <p:cNvSpPr/>
              <p:nvPr/>
            </p:nvSpPr>
            <p:spPr>
              <a:xfrm>
                <a:off x="10653522" y="455771"/>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1" name="Freeform: Shape 520">
                <a:extLst>
                  <a:ext uri="{FF2B5EF4-FFF2-40B4-BE49-F238E27FC236}">
                    <a16:creationId xmlns:a16="http://schemas.microsoft.com/office/drawing/2014/main" id="{287B4698-957E-B2D5-DF96-6C297CC4A527}"/>
                  </a:ext>
                </a:extLst>
              </p:cNvPr>
              <p:cNvSpPr/>
              <p:nvPr/>
            </p:nvSpPr>
            <p:spPr>
              <a:xfrm>
                <a:off x="10653522" y="1687353"/>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2" name="Freeform: Shape 521">
                <a:extLst>
                  <a:ext uri="{FF2B5EF4-FFF2-40B4-BE49-F238E27FC236}">
                    <a16:creationId xmlns:a16="http://schemas.microsoft.com/office/drawing/2014/main" id="{553FD463-EE85-2FA2-FED8-37F3F305A79B}"/>
                  </a:ext>
                </a:extLst>
              </p:cNvPr>
              <p:cNvSpPr/>
              <p:nvPr/>
            </p:nvSpPr>
            <p:spPr>
              <a:xfrm>
                <a:off x="10653522" y="2610897"/>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3" name="Freeform: Shape 522">
                <a:extLst>
                  <a:ext uri="{FF2B5EF4-FFF2-40B4-BE49-F238E27FC236}">
                    <a16:creationId xmlns:a16="http://schemas.microsoft.com/office/drawing/2014/main" id="{FF37AD9A-05E7-EBF8-6487-71BEEBE4BB43}"/>
                  </a:ext>
                </a:extLst>
              </p:cNvPr>
              <p:cNvSpPr/>
              <p:nvPr/>
            </p:nvSpPr>
            <p:spPr>
              <a:xfrm>
                <a:off x="10653522" y="2303144"/>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4" name="Freeform: Shape 523">
                <a:extLst>
                  <a:ext uri="{FF2B5EF4-FFF2-40B4-BE49-F238E27FC236}">
                    <a16:creationId xmlns:a16="http://schemas.microsoft.com/office/drawing/2014/main" id="{750ADC1F-57BD-685E-B133-77703D3C5EF1}"/>
                  </a:ext>
                </a:extLst>
              </p:cNvPr>
              <p:cNvSpPr/>
              <p:nvPr/>
            </p:nvSpPr>
            <p:spPr>
              <a:xfrm>
                <a:off x="10653522" y="107156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5" name="Freeform: Shape 524">
                <a:extLst>
                  <a:ext uri="{FF2B5EF4-FFF2-40B4-BE49-F238E27FC236}">
                    <a16:creationId xmlns:a16="http://schemas.microsoft.com/office/drawing/2014/main" id="{0B38EFF1-6255-3E62-C25A-FDA7A1F0528C}"/>
                  </a:ext>
                </a:extLst>
              </p:cNvPr>
              <p:cNvSpPr/>
              <p:nvPr/>
            </p:nvSpPr>
            <p:spPr>
              <a:xfrm>
                <a:off x="10653522" y="1379315"/>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6" name="Freeform: Shape 525">
                <a:extLst>
                  <a:ext uri="{FF2B5EF4-FFF2-40B4-BE49-F238E27FC236}">
                    <a16:creationId xmlns:a16="http://schemas.microsoft.com/office/drawing/2014/main" id="{591FA64E-7F91-B51C-1C68-FAF0DD31C5DA}"/>
                  </a:ext>
                </a:extLst>
              </p:cNvPr>
              <p:cNvSpPr/>
              <p:nvPr/>
            </p:nvSpPr>
            <p:spPr>
              <a:xfrm>
                <a:off x="10932413" y="85210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7" name="Freeform: Shape 526">
                <a:extLst>
                  <a:ext uri="{FF2B5EF4-FFF2-40B4-BE49-F238E27FC236}">
                    <a16:creationId xmlns:a16="http://schemas.microsoft.com/office/drawing/2014/main" id="{1BC988AA-52D0-8B2C-2A0C-28305E249A8A}"/>
                  </a:ext>
                </a:extLst>
              </p:cNvPr>
              <p:cNvSpPr/>
              <p:nvPr/>
            </p:nvSpPr>
            <p:spPr>
              <a:xfrm>
                <a:off x="10932413" y="265747"/>
                <a:ext cx="49149" cy="49149"/>
              </a:xfrm>
              <a:custGeom>
                <a:avLst/>
                <a:gdLst>
                  <a:gd name="connsiteX0" fmla="*/ 24575 w 49149"/>
                  <a:gd name="connsiteY0" fmla="*/ 0 h 49149"/>
                  <a:gd name="connsiteX1" fmla="*/ 0 w 49149"/>
                  <a:gd name="connsiteY1" fmla="*/ 24574 h 49149"/>
                  <a:gd name="connsiteX2" fmla="*/ 24575 w 49149"/>
                  <a:gd name="connsiteY2" fmla="*/ 49149 h 49149"/>
                  <a:gd name="connsiteX3" fmla="*/ 49149 w 49149"/>
                  <a:gd name="connsiteY3" fmla="*/ 24574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4"/>
                    </a:cubicBezTo>
                    <a:cubicBezTo>
                      <a:pt x="0" y="38291"/>
                      <a:pt x="10859" y="49149"/>
                      <a:pt x="24575" y="49149"/>
                    </a:cubicBezTo>
                    <a:cubicBezTo>
                      <a:pt x="38290" y="49149"/>
                      <a:pt x="49149" y="38291"/>
                      <a:pt x="49149" y="24574"/>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8" name="Freeform: Shape 527">
                <a:extLst>
                  <a:ext uri="{FF2B5EF4-FFF2-40B4-BE49-F238E27FC236}">
                    <a16:creationId xmlns:a16="http://schemas.microsoft.com/office/drawing/2014/main" id="{DE5E5D88-B43E-2906-236F-204CAD4C244A}"/>
                  </a:ext>
                </a:extLst>
              </p:cNvPr>
              <p:cNvSpPr/>
              <p:nvPr/>
            </p:nvSpPr>
            <p:spPr>
              <a:xfrm>
                <a:off x="10932414" y="558927"/>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9" name="Freeform: Shape 528">
                <a:extLst>
                  <a:ext uri="{FF2B5EF4-FFF2-40B4-BE49-F238E27FC236}">
                    <a16:creationId xmlns:a16="http://schemas.microsoft.com/office/drawing/2014/main" id="{543D0F7A-9969-6772-2B13-7E8F96946FDC}"/>
                  </a:ext>
                </a:extLst>
              </p:cNvPr>
              <p:cNvSpPr/>
              <p:nvPr/>
            </p:nvSpPr>
            <p:spPr>
              <a:xfrm>
                <a:off x="10932414" y="1145571"/>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0" name="Freeform: Shape 529">
                <a:extLst>
                  <a:ext uri="{FF2B5EF4-FFF2-40B4-BE49-F238E27FC236}">
                    <a16:creationId xmlns:a16="http://schemas.microsoft.com/office/drawing/2014/main" id="{7A069200-E673-BDC6-D020-31FB42797B7B}"/>
                  </a:ext>
                </a:extLst>
              </p:cNvPr>
              <p:cNvSpPr/>
              <p:nvPr/>
            </p:nvSpPr>
            <p:spPr>
              <a:xfrm>
                <a:off x="10932413" y="231857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1"/>
                      <a:pt x="10859" y="49149"/>
                      <a:pt x="24575" y="49149"/>
                    </a:cubicBezTo>
                    <a:cubicBezTo>
                      <a:pt x="38290" y="49149"/>
                      <a:pt x="49149" y="38291"/>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1" name="Freeform: Shape 530">
                <a:extLst>
                  <a:ext uri="{FF2B5EF4-FFF2-40B4-BE49-F238E27FC236}">
                    <a16:creationId xmlns:a16="http://schemas.microsoft.com/office/drawing/2014/main" id="{A23DEF7F-6928-FB97-8D68-EE1BB7EB05D5}"/>
                  </a:ext>
                </a:extLst>
              </p:cNvPr>
              <p:cNvSpPr/>
              <p:nvPr/>
            </p:nvSpPr>
            <p:spPr>
              <a:xfrm>
                <a:off x="10932413" y="173193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2" name="Freeform: Shape 531">
                <a:extLst>
                  <a:ext uri="{FF2B5EF4-FFF2-40B4-BE49-F238E27FC236}">
                    <a16:creationId xmlns:a16="http://schemas.microsoft.com/office/drawing/2014/main" id="{359BA224-D1DE-B2C0-9E60-B434D02BA9E6}"/>
                  </a:ext>
                </a:extLst>
              </p:cNvPr>
              <p:cNvSpPr/>
              <p:nvPr/>
            </p:nvSpPr>
            <p:spPr>
              <a:xfrm>
                <a:off x="10932413" y="261175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3" name="Freeform: Shape 532">
                <a:extLst>
                  <a:ext uri="{FF2B5EF4-FFF2-40B4-BE49-F238E27FC236}">
                    <a16:creationId xmlns:a16="http://schemas.microsoft.com/office/drawing/2014/main" id="{2E43393E-BC50-9D7C-BD46-FED95D77AEFD}"/>
                  </a:ext>
                </a:extLst>
              </p:cNvPr>
              <p:cNvSpPr/>
              <p:nvPr/>
            </p:nvSpPr>
            <p:spPr>
              <a:xfrm>
                <a:off x="10932413" y="2025110"/>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4" name="Freeform: Shape 533">
                <a:extLst>
                  <a:ext uri="{FF2B5EF4-FFF2-40B4-BE49-F238E27FC236}">
                    <a16:creationId xmlns:a16="http://schemas.microsoft.com/office/drawing/2014/main" id="{B2D7DADC-04F6-8F25-FF3F-4D18AAFDD793}"/>
                  </a:ext>
                </a:extLst>
              </p:cNvPr>
              <p:cNvSpPr/>
              <p:nvPr/>
            </p:nvSpPr>
            <p:spPr>
              <a:xfrm>
                <a:off x="10932413" y="143875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5" name="Freeform: Shape 534">
                <a:extLst>
                  <a:ext uri="{FF2B5EF4-FFF2-40B4-BE49-F238E27FC236}">
                    <a16:creationId xmlns:a16="http://schemas.microsoft.com/office/drawing/2014/main" id="{2738C9BF-86DE-C3DF-F6B5-1AAF773D6F54}"/>
                  </a:ext>
                </a:extLst>
              </p:cNvPr>
              <p:cNvSpPr/>
              <p:nvPr/>
            </p:nvSpPr>
            <p:spPr>
              <a:xfrm>
                <a:off x="10932413" y="2904934"/>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005"/>
                      <a:pt x="49149" y="24574"/>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6" name="Freeform: Shape 535">
                <a:extLst>
                  <a:ext uri="{FF2B5EF4-FFF2-40B4-BE49-F238E27FC236}">
                    <a16:creationId xmlns:a16="http://schemas.microsoft.com/office/drawing/2014/main" id="{89F57757-518F-48C6-65AA-2EEB2086F8A1}"/>
                  </a:ext>
                </a:extLst>
              </p:cNvPr>
              <p:cNvSpPr/>
              <p:nvPr/>
            </p:nvSpPr>
            <p:spPr>
              <a:xfrm>
                <a:off x="10932413" y="642366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7" name="Freeform: Shape 536">
                <a:extLst>
                  <a:ext uri="{FF2B5EF4-FFF2-40B4-BE49-F238E27FC236}">
                    <a16:creationId xmlns:a16="http://schemas.microsoft.com/office/drawing/2014/main" id="{8ADA405F-8E4F-4C4B-65C0-1FE8CA8FF95A}"/>
                  </a:ext>
                </a:extLst>
              </p:cNvPr>
              <p:cNvSpPr/>
              <p:nvPr/>
            </p:nvSpPr>
            <p:spPr>
              <a:xfrm>
                <a:off x="10932413" y="613048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8" name="Freeform: Shape 537">
                <a:extLst>
                  <a:ext uri="{FF2B5EF4-FFF2-40B4-BE49-F238E27FC236}">
                    <a16:creationId xmlns:a16="http://schemas.microsoft.com/office/drawing/2014/main" id="{C1730012-DBDD-BA93-ED54-D6484D5F420A}"/>
                  </a:ext>
                </a:extLst>
              </p:cNvPr>
              <p:cNvSpPr/>
              <p:nvPr/>
            </p:nvSpPr>
            <p:spPr>
              <a:xfrm>
                <a:off x="10932413" y="583730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9" name="Freeform: Shape 538">
                <a:extLst>
                  <a:ext uri="{FF2B5EF4-FFF2-40B4-BE49-F238E27FC236}">
                    <a16:creationId xmlns:a16="http://schemas.microsoft.com/office/drawing/2014/main" id="{A1112BD6-2BE6-E337-A516-8CA0A231F34C}"/>
                  </a:ext>
                </a:extLst>
              </p:cNvPr>
              <p:cNvSpPr/>
              <p:nvPr/>
            </p:nvSpPr>
            <p:spPr>
              <a:xfrm>
                <a:off x="10932413" y="6717125"/>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290"/>
                      <a:pt x="49149" y="24574"/>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0" name="Freeform: Shape 539">
                <a:extLst>
                  <a:ext uri="{FF2B5EF4-FFF2-40B4-BE49-F238E27FC236}">
                    <a16:creationId xmlns:a16="http://schemas.microsoft.com/office/drawing/2014/main" id="{E1665E42-F24C-5781-3887-BFF55F53A274}"/>
                  </a:ext>
                </a:extLst>
              </p:cNvPr>
              <p:cNvSpPr/>
              <p:nvPr/>
            </p:nvSpPr>
            <p:spPr>
              <a:xfrm>
                <a:off x="10932414" y="3198114"/>
                <a:ext cx="49149" cy="49148"/>
              </a:xfrm>
              <a:custGeom>
                <a:avLst/>
                <a:gdLst>
                  <a:gd name="connsiteX0" fmla="*/ 49149 w 49149"/>
                  <a:gd name="connsiteY0" fmla="*/ 24574 h 49148"/>
                  <a:gd name="connsiteX1" fmla="*/ 24574 w 49149"/>
                  <a:gd name="connsiteY1" fmla="*/ 49149 h 49148"/>
                  <a:gd name="connsiteX2" fmla="*/ 0 w 49149"/>
                  <a:gd name="connsiteY2" fmla="*/ 24574 h 49148"/>
                  <a:gd name="connsiteX3" fmla="*/ 24574 w 49149"/>
                  <a:gd name="connsiteY3" fmla="*/ 0 h 49148"/>
                  <a:gd name="connsiteX4" fmla="*/ 49149 w 49149"/>
                  <a:gd name="connsiteY4" fmla="*/ 24574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4"/>
                    </a:moveTo>
                    <a:cubicBezTo>
                      <a:pt x="49149" y="38147"/>
                      <a:pt x="38146" y="49149"/>
                      <a:pt x="24574" y="49149"/>
                    </a:cubicBezTo>
                    <a:cubicBezTo>
                      <a:pt x="11002" y="49149"/>
                      <a:pt x="0" y="38147"/>
                      <a:pt x="0" y="24574"/>
                    </a:cubicBezTo>
                    <a:cubicBezTo>
                      <a:pt x="0" y="11002"/>
                      <a:pt x="11002" y="0"/>
                      <a:pt x="24574" y="0"/>
                    </a:cubicBezTo>
                    <a:cubicBezTo>
                      <a:pt x="38146" y="0"/>
                      <a:pt x="49149" y="11002"/>
                      <a:pt x="49149" y="24574"/>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1" name="Freeform: Shape 540">
                <a:extLst>
                  <a:ext uri="{FF2B5EF4-FFF2-40B4-BE49-F238E27FC236}">
                    <a16:creationId xmlns:a16="http://schemas.microsoft.com/office/drawing/2014/main" id="{2E852F29-2C9A-B7A1-D501-7DEFD9AC603A}"/>
                  </a:ext>
                </a:extLst>
              </p:cNvPr>
              <p:cNvSpPr/>
              <p:nvPr/>
            </p:nvSpPr>
            <p:spPr>
              <a:xfrm>
                <a:off x="10932413" y="554412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2" name="Freeform: Shape 541">
                <a:extLst>
                  <a:ext uri="{FF2B5EF4-FFF2-40B4-BE49-F238E27FC236}">
                    <a16:creationId xmlns:a16="http://schemas.microsoft.com/office/drawing/2014/main" id="{CA540F35-9BA2-FB98-BB68-AC8252FA1300}"/>
                  </a:ext>
                </a:extLst>
              </p:cNvPr>
              <p:cNvSpPr/>
              <p:nvPr/>
            </p:nvSpPr>
            <p:spPr>
              <a:xfrm>
                <a:off x="10932413" y="3784758"/>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3" name="Freeform: Shape 542">
                <a:extLst>
                  <a:ext uri="{FF2B5EF4-FFF2-40B4-BE49-F238E27FC236}">
                    <a16:creationId xmlns:a16="http://schemas.microsoft.com/office/drawing/2014/main" id="{DC42853F-5B7D-D863-F316-77606FB65C52}"/>
                  </a:ext>
                </a:extLst>
              </p:cNvPr>
              <p:cNvSpPr/>
              <p:nvPr/>
            </p:nvSpPr>
            <p:spPr>
              <a:xfrm>
                <a:off x="10932413" y="4077938"/>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4"/>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4" name="Freeform: Shape 543">
                <a:extLst>
                  <a:ext uri="{FF2B5EF4-FFF2-40B4-BE49-F238E27FC236}">
                    <a16:creationId xmlns:a16="http://schemas.microsoft.com/office/drawing/2014/main" id="{CC3930C0-6CC3-3CD8-F0CE-8F710A7B1292}"/>
                  </a:ext>
                </a:extLst>
              </p:cNvPr>
              <p:cNvSpPr/>
              <p:nvPr/>
            </p:nvSpPr>
            <p:spPr>
              <a:xfrm>
                <a:off x="10932413" y="3491293"/>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5" name="Freeform: Shape 544">
                <a:extLst>
                  <a:ext uri="{FF2B5EF4-FFF2-40B4-BE49-F238E27FC236}">
                    <a16:creationId xmlns:a16="http://schemas.microsoft.com/office/drawing/2014/main" id="{8D94327B-7CC5-13D7-9E51-55738B6E420F}"/>
                  </a:ext>
                </a:extLst>
              </p:cNvPr>
              <p:cNvSpPr/>
              <p:nvPr/>
            </p:nvSpPr>
            <p:spPr>
              <a:xfrm>
                <a:off x="10932413" y="525094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6" name="Freeform: Shape 545">
                <a:extLst>
                  <a:ext uri="{FF2B5EF4-FFF2-40B4-BE49-F238E27FC236}">
                    <a16:creationId xmlns:a16="http://schemas.microsoft.com/office/drawing/2014/main" id="{174ED4C3-4819-1889-ACC6-B674FCC1E6E0}"/>
                  </a:ext>
                </a:extLst>
              </p:cNvPr>
              <p:cNvSpPr/>
              <p:nvPr/>
            </p:nvSpPr>
            <p:spPr>
              <a:xfrm>
                <a:off x="10932413" y="437111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7" name="Freeform: Shape 546">
                <a:extLst>
                  <a:ext uri="{FF2B5EF4-FFF2-40B4-BE49-F238E27FC236}">
                    <a16:creationId xmlns:a16="http://schemas.microsoft.com/office/drawing/2014/main" id="{9D61FB93-4B5E-62D6-B01D-65948C444AAE}"/>
                  </a:ext>
                </a:extLst>
              </p:cNvPr>
              <p:cNvSpPr/>
              <p:nvPr/>
            </p:nvSpPr>
            <p:spPr>
              <a:xfrm>
                <a:off x="10932413" y="466429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8" name="Freeform: Shape 547">
                <a:extLst>
                  <a:ext uri="{FF2B5EF4-FFF2-40B4-BE49-F238E27FC236}">
                    <a16:creationId xmlns:a16="http://schemas.microsoft.com/office/drawing/2014/main" id="{C582E09B-E338-9BAC-DFE9-5CE1307B47C1}"/>
                  </a:ext>
                </a:extLst>
              </p:cNvPr>
              <p:cNvSpPr/>
              <p:nvPr/>
            </p:nvSpPr>
            <p:spPr>
              <a:xfrm>
                <a:off x="10932413" y="495747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9" name="Freeform: Shape 548">
                <a:extLst>
                  <a:ext uri="{FF2B5EF4-FFF2-40B4-BE49-F238E27FC236}">
                    <a16:creationId xmlns:a16="http://schemas.microsoft.com/office/drawing/2014/main" id="{749443BA-0A15-9522-90CB-DC578067B6EB}"/>
                  </a:ext>
                </a:extLst>
              </p:cNvPr>
              <p:cNvSpPr/>
              <p:nvPr/>
            </p:nvSpPr>
            <p:spPr>
              <a:xfrm>
                <a:off x="11198161" y="65751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0" name="Freeform: Shape 549">
                <a:extLst>
                  <a:ext uri="{FF2B5EF4-FFF2-40B4-BE49-F238E27FC236}">
                    <a16:creationId xmlns:a16="http://schemas.microsoft.com/office/drawing/2014/main" id="{171BEB5A-2B94-6AAA-4915-1D10B281F58D}"/>
                  </a:ext>
                </a:extLst>
              </p:cNvPr>
              <p:cNvSpPr/>
              <p:nvPr/>
            </p:nvSpPr>
            <p:spPr>
              <a:xfrm>
                <a:off x="11198161" y="1215866"/>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1" name="Freeform: Shape 550">
                <a:extLst>
                  <a:ext uri="{FF2B5EF4-FFF2-40B4-BE49-F238E27FC236}">
                    <a16:creationId xmlns:a16="http://schemas.microsoft.com/office/drawing/2014/main" id="{43215457-2F69-3270-F760-B776BD09ADC0}"/>
                  </a:ext>
                </a:extLst>
              </p:cNvPr>
              <p:cNvSpPr/>
              <p:nvPr/>
            </p:nvSpPr>
            <p:spPr>
              <a:xfrm>
                <a:off x="11198161" y="149532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2" name="Freeform: Shape 551">
                <a:extLst>
                  <a:ext uri="{FF2B5EF4-FFF2-40B4-BE49-F238E27FC236}">
                    <a16:creationId xmlns:a16="http://schemas.microsoft.com/office/drawing/2014/main" id="{1346144A-3F06-91D6-90A5-CDF9E02BBDC8}"/>
                  </a:ext>
                </a:extLst>
              </p:cNvPr>
              <p:cNvSpPr/>
              <p:nvPr/>
            </p:nvSpPr>
            <p:spPr>
              <a:xfrm>
                <a:off x="11198161" y="205397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3" name="Freeform: Shape 552">
                <a:extLst>
                  <a:ext uri="{FF2B5EF4-FFF2-40B4-BE49-F238E27FC236}">
                    <a16:creationId xmlns:a16="http://schemas.microsoft.com/office/drawing/2014/main" id="{B97C4F3B-44EA-0B60-79D0-F214B66DB02C}"/>
                  </a:ext>
                </a:extLst>
              </p:cNvPr>
              <p:cNvSpPr/>
              <p:nvPr/>
            </p:nvSpPr>
            <p:spPr>
              <a:xfrm>
                <a:off x="11198161" y="2612326"/>
                <a:ext cx="46862" cy="46577"/>
              </a:xfrm>
              <a:custGeom>
                <a:avLst/>
                <a:gdLst>
                  <a:gd name="connsiteX0" fmla="*/ 23431 w 46862"/>
                  <a:gd name="connsiteY0" fmla="*/ 0 h 46577"/>
                  <a:gd name="connsiteX1" fmla="*/ 0 w 46862"/>
                  <a:gd name="connsiteY1" fmla="*/ 23146 h 46577"/>
                  <a:gd name="connsiteX2" fmla="*/ 23431 w 46862"/>
                  <a:gd name="connsiteY2" fmla="*/ 46577 h 46577"/>
                  <a:gd name="connsiteX3" fmla="*/ 46863 w 46862"/>
                  <a:gd name="connsiteY3" fmla="*/ 23146 h 46577"/>
                  <a:gd name="connsiteX4" fmla="*/ 23431 w 46862"/>
                  <a:gd name="connsiteY4" fmla="*/ 0 h 4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577">
                    <a:moveTo>
                      <a:pt x="23431" y="0"/>
                    </a:moveTo>
                    <a:cubicBezTo>
                      <a:pt x="10573" y="0"/>
                      <a:pt x="0" y="10287"/>
                      <a:pt x="0" y="23146"/>
                    </a:cubicBezTo>
                    <a:cubicBezTo>
                      <a:pt x="0" y="36005"/>
                      <a:pt x="10573" y="46577"/>
                      <a:pt x="23431" y="46577"/>
                    </a:cubicBezTo>
                    <a:cubicBezTo>
                      <a:pt x="36290" y="46577"/>
                      <a:pt x="46863" y="36005"/>
                      <a:pt x="46863" y="23146"/>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4" name="Freeform: Shape 553">
                <a:extLst>
                  <a:ext uri="{FF2B5EF4-FFF2-40B4-BE49-F238E27FC236}">
                    <a16:creationId xmlns:a16="http://schemas.microsoft.com/office/drawing/2014/main" id="{DA4B1351-6486-D181-72F4-947B201A4A5C}"/>
                  </a:ext>
                </a:extLst>
              </p:cNvPr>
              <p:cNvSpPr/>
              <p:nvPr/>
            </p:nvSpPr>
            <p:spPr>
              <a:xfrm>
                <a:off x="11198161" y="2891504"/>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5" name="Freeform: Shape 554">
                <a:extLst>
                  <a:ext uri="{FF2B5EF4-FFF2-40B4-BE49-F238E27FC236}">
                    <a16:creationId xmlns:a16="http://schemas.microsoft.com/office/drawing/2014/main" id="{1096B673-6C3A-AF81-37C4-75E6D9E9140B}"/>
                  </a:ext>
                </a:extLst>
              </p:cNvPr>
              <p:cNvSpPr/>
              <p:nvPr/>
            </p:nvSpPr>
            <p:spPr>
              <a:xfrm>
                <a:off x="11198161" y="1774507"/>
                <a:ext cx="46862" cy="46863"/>
              </a:xfrm>
              <a:custGeom>
                <a:avLst/>
                <a:gdLst>
                  <a:gd name="connsiteX0" fmla="*/ 23431 w 46862"/>
                  <a:gd name="connsiteY0" fmla="*/ 0 h 46863"/>
                  <a:gd name="connsiteX1" fmla="*/ 0 w 46862"/>
                  <a:gd name="connsiteY1" fmla="*/ 23431 h 46863"/>
                  <a:gd name="connsiteX2" fmla="*/ 23431 w 46862"/>
                  <a:gd name="connsiteY2" fmla="*/ 46863 h 46863"/>
                  <a:gd name="connsiteX3" fmla="*/ 46863 w 46862"/>
                  <a:gd name="connsiteY3" fmla="*/ 23431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6" name="Freeform: Shape 555">
                <a:extLst>
                  <a:ext uri="{FF2B5EF4-FFF2-40B4-BE49-F238E27FC236}">
                    <a16:creationId xmlns:a16="http://schemas.microsoft.com/office/drawing/2014/main" id="{81623D1D-3C71-6526-2822-308FA88D5BAA}"/>
                  </a:ext>
                </a:extLst>
              </p:cNvPr>
              <p:cNvSpPr/>
              <p:nvPr/>
            </p:nvSpPr>
            <p:spPr>
              <a:xfrm>
                <a:off x="11198161" y="378047"/>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7" name="Freeform: Shape 556">
                <a:extLst>
                  <a:ext uri="{FF2B5EF4-FFF2-40B4-BE49-F238E27FC236}">
                    <a16:creationId xmlns:a16="http://schemas.microsoft.com/office/drawing/2014/main" id="{10E45160-C046-79C4-C770-F2493D61269C}"/>
                  </a:ext>
                </a:extLst>
              </p:cNvPr>
              <p:cNvSpPr/>
              <p:nvPr/>
            </p:nvSpPr>
            <p:spPr>
              <a:xfrm>
                <a:off x="11198161" y="233314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8" name="Freeform: Shape 557">
                <a:extLst>
                  <a:ext uri="{FF2B5EF4-FFF2-40B4-BE49-F238E27FC236}">
                    <a16:creationId xmlns:a16="http://schemas.microsoft.com/office/drawing/2014/main" id="{A08ABB08-22EE-7082-0A2A-4D5A09FB4196}"/>
                  </a:ext>
                </a:extLst>
              </p:cNvPr>
              <p:cNvSpPr/>
              <p:nvPr/>
            </p:nvSpPr>
            <p:spPr>
              <a:xfrm>
                <a:off x="11198161" y="98869"/>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2"/>
                    </a:cubicBezTo>
                    <a:cubicBezTo>
                      <a:pt x="0" y="36576"/>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9" name="Freeform: Shape 558">
                <a:extLst>
                  <a:ext uri="{FF2B5EF4-FFF2-40B4-BE49-F238E27FC236}">
                    <a16:creationId xmlns:a16="http://schemas.microsoft.com/office/drawing/2014/main" id="{5B29C4AD-736F-3CBE-60ED-CA372003816A}"/>
                  </a:ext>
                </a:extLst>
              </p:cNvPr>
              <p:cNvSpPr/>
              <p:nvPr/>
            </p:nvSpPr>
            <p:spPr>
              <a:xfrm>
                <a:off x="11198161" y="3170682"/>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1"/>
                      <a:pt x="10490" y="0"/>
                      <a:pt x="23431" y="0"/>
                    </a:cubicBezTo>
                    <a:cubicBezTo>
                      <a:pt x="36372" y="0"/>
                      <a:pt x="46863" y="10491"/>
                      <a:pt x="46863" y="23431"/>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0" name="Freeform: Shape 559">
                <a:extLst>
                  <a:ext uri="{FF2B5EF4-FFF2-40B4-BE49-F238E27FC236}">
                    <a16:creationId xmlns:a16="http://schemas.microsoft.com/office/drawing/2014/main" id="{96BF3FFF-32BD-5C55-9558-B04C3E77C90D}"/>
                  </a:ext>
                </a:extLst>
              </p:cNvPr>
              <p:cNvSpPr/>
              <p:nvPr/>
            </p:nvSpPr>
            <p:spPr>
              <a:xfrm>
                <a:off x="11198161" y="93668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1" name="Freeform: Shape 560">
                <a:extLst>
                  <a:ext uri="{FF2B5EF4-FFF2-40B4-BE49-F238E27FC236}">
                    <a16:creationId xmlns:a16="http://schemas.microsoft.com/office/drawing/2014/main" id="{7FC01FBC-C1D2-4301-34D2-F42DE61C2B1C}"/>
                  </a:ext>
                </a:extLst>
              </p:cNvPr>
              <p:cNvSpPr/>
              <p:nvPr/>
            </p:nvSpPr>
            <p:spPr>
              <a:xfrm>
                <a:off x="11198161" y="6522243"/>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2" name="Freeform: Shape 561">
                <a:extLst>
                  <a:ext uri="{FF2B5EF4-FFF2-40B4-BE49-F238E27FC236}">
                    <a16:creationId xmlns:a16="http://schemas.microsoft.com/office/drawing/2014/main" id="{3D177ABD-12D3-6959-AF53-F5212E9E62FA}"/>
                  </a:ext>
                </a:extLst>
              </p:cNvPr>
              <p:cNvSpPr/>
              <p:nvPr/>
            </p:nvSpPr>
            <p:spPr>
              <a:xfrm>
                <a:off x="11198161" y="6242780"/>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0"/>
                      <a:pt x="10490" y="0"/>
                      <a:pt x="23431" y="0"/>
                    </a:cubicBezTo>
                    <a:cubicBezTo>
                      <a:pt x="36372" y="0"/>
                      <a:pt x="46863" y="10490"/>
                      <a:pt x="46863" y="23431"/>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3" name="Freeform: Shape 562">
                <a:extLst>
                  <a:ext uri="{FF2B5EF4-FFF2-40B4-BE49-F238E27FC236}">
                    <a16:creationId xmlns:a16="http://schemas.microsoft.com/office/drawing/2014/main" id="{462BD804-7071-492B-170F-48557D9803DF}"/>
                  </a:ext>
                </a:extLst>
              </p:cNvPr>
              <p:cNvSpPr/>
              <p:nvPr/>
            </p:nvSpPr>
            <p:spPr>
              <a:xfrm>
                <a:off x="11198161" y="5963602"/>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4" name="Freeform: Shape 563">
                <a:extLst>
                  <a:ext uri="{FF2B5EF4-FFF2-40B4-BE49-F238E27FC236}">
                    <a16:creationId xmlns:a16="http://schemas.microsoft.com/office/drawing/2014/main" id="{60766E9D-8D82-9582-67C6-FC59780655A2}"/>
                  </a:ext>
                </a:extLst>
              </p:cNvPr>
              <p:cNvSpPr/>
              <p:nvPr/>
            </p:nvSpPr>
            <p:spPr>
              <a:xfrm>
                <a:off x="11198161" y="4008786"/>
                <a:ext cx="46862" cy="46862"/>
              </a:xfrm>
              <a:custGeom>
                <a:avLst/>
                <a:gdLst>
                  <a:gd name="connsiteX0" fmla="*/ 46863 w 46862"/>
                  <a:gd name="connsiteY0" fmla="*/ 23432 h 46862"/>
                  <a:gd name="connsiteX1" fmla="*/ 23431 w 46862"/>
                  <a:gd name="connsiteY1" fmla="*/ 46863 h 46862"/>
                  <a:gd name="connsiteX2" fmla="*/ 0 w 46862"/>
                  <a:gd name="connsiteY2" fmla="*/ 23432 h 46862"/>
                  <a:gd name="connsiteX3" fmla="*/ 23431 w 46862"/>
                  <a:gd name="connsiteY3" fmla="*/ 0 h 46862"/>
                  <a:gd name="connsiteX4" fmla="*/ 46863 w 46862"/>
                  <a:gd name="connsiteY4" fmla="*/ 23432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2"/>
                    </a:moveTo>
                    <a:cubicBezTo>
                      <a:pt x="46863" y="36373"/>
                      <a:pt x="36372" y="46863"/>
                      <a:pt x="23431" y="46863"/>
                    </a:cubicBezTo>
                    <a:cubicBezTo>
                      <a:pt x="10490" y="46863"/>
                      <a:pt x="0" y="36373"/>
                      <a:pt x="0" y="23432"/>
                    </a:cubicBezTo>
                    <a:cubicBezTo>
                      <a:pt x="0" y="10490"/>
                      <a:pt x="10490" y="0"/>
                      <a:pt x="23431" y="0"/>
                    </a:cubicBezTo>
                    <a:cubicBezTo>
                      <a:pt x="36372" y="0"/>
                      <a:pt x="46863" y="10490"/>
                      <a:pt x="46863" y="23432"/>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5" name="Freeform: Shape 564">
                <a:extLst>
                  <a:ext uri="{FF2B5EF4-FFF2-40B4-BE49-F238E27FC236}">
                    <a16:creationId xmlns:a16="http://schemas.microsoft.com/office/drawing/2014/main" id="{E06E6664-C414-40C9-451B-0A544693B028}"/>
                  </a:ext>
                </a:extLst>
              </p:cNvPr>
              <p:cNvSpPr/>
              <p:nvPr/>
            </p:nvSpPr>
            <p:spPr>
              <a:xfrm>
                <a:off x="11198161" y="372960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1"/>
                    </a:cubicBezTo>
                    <a:cubicBezTo>
                      <a:pt x="0" y="36576"/>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6" name="Freeform: Shape 565">
                <a:extLst>
                  <a:ext uri="{FF2B5EF4-FFF2-40B4-BE49-F238E27FC236}">
                    <a16:creationId xmlns:a16="http://schemas.microsoft.com/office/drawing/2014/main" id="{55D26453-7E4C-D517-CAA2-1985C251BBE4}"/>
                  </a:ext>
                </a:extLst>
              </p:cNvPr>
              <p:cNvSpPr/>
              <p:nvPr/>
            </p:nvSpPr>
            <p:spPr>
              <a:xfrm>
                <a:off x="11198161" y="345014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7" name="Freeform: Shape 566">
                <a:extLst>
                  <a:ext uri="{FF2B5EF4-FFF2-40B4-BE49-F238E27FC236}">
                    <a16:creationId xmlns:a16="http://schemas.microsoft.com/office/drawing/2014/main" id="{6C351D80-5148-608B-A97E-E1A507DD454E}"/>
                  </a:ext>
                </a:extLst>
              </p:cNvPr>
              <p:cNvSpPr/>
              <p:nvPr/>
            </p:nvSpPr>
            <p:spPr>
              <a:xfrm>
                <a:off x="11198161" y="5684424"/>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576"/>
                      <a:pt x="46863" y="23432"/>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8" name="Freeform: Shape 567">
                <a:extLst>
                  <a:ext uri="{FF2B5EF4-FFF2-40B4-BE49-F238E27FC236}">
                    <a16:creationId xmlns:a16="http://schemas.microsoft.com/office/drawing/2014/main" id="{C434F449-BB89-B9D4-70C0-9223847B719E}"/>
                  </a:ext>
                </a:extLst>
              </p:cNvPr>
              <p:cNvSpPr/>
              <p:nvPr/>
            </p:nvSpPr>
            <p:spPr>
              <a:xfrm>
                <a:off x="11198161" y="4287964"/>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9" name="Freeform: Shape 568">
                <a:extLst>
                  <a:ext uri="{FF2B5EF4-FFF2-40B4-BE49-F238E27FC236}">
                    <a16:creationId xmlns:a16="http://schemas.microsoft.com/office/drawing/2014/main" id="{52ADE322-069A-5B6C-C41B-FEE41FBB95D0}"/>
                  </a:ext>
                </a:extLst>
              </p:cNvPr>
              <p:cNvSpPr/>
              <p:nvPr/>
            </p:nvSpPr>
            <p:spPr>
              <a:xfrm>
                <a:off x="11198161" y="484660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0" name="Freeform: Shape 569">
                <a:extLst>
                  <a:ext uri="{FF2B5EF4-FFF2-40B4-BE49-F238E27FC236}">
                    <a16:creationId xmlns:a16="http://schemas.microsoft.com/office/drawing/2014/main" id="{3C763E20-5749-53DE-9CCF-5B83D5B1C28F}"/>
                  </a:ext>
                </a:extLst>
              </p:cNvPr>
              <p:cNvSpPr/>
              <p:nvPr/>
            </p:nvSpPr>
            <p:spPr>
              <a:xfrm>
                <a:off x="11198161" y="5404961"/>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1" name="Freeform: Shape 570">
                <a:extLst>
                  <a:ext uri="{FF2B5EF4-FFF2-40B4-BE49-F238E27FC236}">
                    <a16:creationId xmlns:a16="http://schemas.microsoft.com/office/drawing/2014/main" id="{EBCAA70C-647E-75EE-6DF3-C04B1B5408E0}"/>
                  </a:ext>
                </a:extLst>
              </p:cNvPr>
              <p:cNvSpPr/>
              <p:nvPr/>
            </p:nvSpPr>
            <p:spPr>
              <a:xfrm>
                <a:off x="11198161" y="4567142"/>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2" name="Freeform: Shape 571">
                <a:extLst>
                  <a:ext uri="{FF2B5EF4-FFF2-40B4-BE49-F238E27FC236}">
                    <a16:creationId xmlns:a16="http://schemas.microsoft.com/office/drawing/2014/main" id="{7A731DF5-84BB-7569-ED10-726DA19C05A3}"/>
                  </a:ext>
                </a:extLst>
              </p:cNvPr>
              <p:cNvSpPr/>
              <p:nvPr/>
            </p:nvSpPr>
            <p:spPr>
              <a:xfrm>
                <a:off x="11198161" y="5125783"/>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3" name="Freeform: Shape 572">
                <a:extLst>
                  <a:ext uri="{FF2B5EF4-FFF2-40B4-BE49-F238E27FC236}">
                    <a16:creationId xmlns:a16="http://schemas.microsoft.com/office/drawing/2014/main" id="{B5B6829F-4B0E-76E5-7492-B67DBD6BF160}"/>
                  </a:ext>
                </a:extLst>
              </p:cNvPr>
              <p:cNvSpPr/>
              <p:nvPr/>
            </p:nvSpPr>
            <p:spPr>
              <a:xfrm>
                <a:off x="11451336" y="1549050"/>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4" name="Freeform: Shape 573">
                <a:extLst>
                  <a:ext uri="{FF2B5EF4-FFF2-40B4-BE49-F238E27FC236}">
                    <a16:creationId xmlns:a16="http://schemas.microsoft.com/office/drawing/2014/main" id="{48386FA6-0E0F-30FF-9CEA-02014D271D78}"/>
                  </a:ext>
                </a:extLst>
              </p:cNvPr>
              <p:cNvSpPr/>
              <p:nvPr/>
            </p:nvSpPr>
            <p:spPr>
              <a:xfrm>
                <a:off x="11451336" y="12830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5" name="Freeform: Shape 574">
                <a:extLst>
                  <a:ext uri="{FF2B5EF4-FFF2-40B4-BE49-F238E27FC236}">
                    <a16:creationId xmlns:a16="http://schemas.microsoft.com/office/drawing/2014/main" id="{B1EEC358-DCA1-8104-5BBA-743915EB1713}"/>
                  </a:ext>
                </a:extLst>
              </p:cNvPr>
              <p:cNvSpPr/>
              <p:nvPr/>
            </p:nvSpPr>
            <p:spPr>
              <a:xfrm>
                <a:off x="11451336" y="1017269"/>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6" name="Freeform: Shape 575">
                <a:extLst>
                  <a:ext uri="{FF2B5EF4-FFF2-40B4-BE49-F238E27FC236}">
                    <a16:creationId xmlns:a16="http://schemas.microsoft.com/office/drawing/2014/main" id="{9C82777D-1D19-D067-F3BF-378FF9CC8EB2}"/>
                  </a:ext>
                </a:extLst>
              </p:cNvPr>
              <p:cNvSpPr/>
              <p:nvPr/>
            </p:nvSpPr>
            <p:spPr>
              <a:xfrm>
                <a:off x="11451336" y="234686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7" name="Freeform: Shape 576">
                <a:extLst>
                  <a:ext uri="{FF2B5EF4-FFF2-40B4-BE49-F238E27FC236}">
                    <a16:creationId xmlns:a16="http://schemas.microsoft.com/office/drawing/2014/main" id="{71D03B6C-EAAB-3A6D-293E-F265E6DE5616}"/>
                  </a:ext>
                </a:extLst>
              </p:cNvPr>
              <p:cNvSpPr/>
              <p:nvPr/>
            </p:nvSpPr>
            <p:spPr>
              <a:xfrm>
                <a:off x="11451336" y="261289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8" name="Freeform: Shape 577">
                <a:extLst>
                  <a:ext uri="{FF2B5EF4-FFF2-40B4-BE49-F238E27FC236}">
                    <a16:creationId xmlns:a16="http://schemas.microsoft.com/office/drawing/2014/main" id="{2E2B0652-43D8-9CA4-BB95-84F07813600A}"/>
                  </a:ext>
                </a:extLst>
              </p:cNvPr>
              <p:cNvSpPr/>
              <p:nvPr/>
            </p:nvSpPr>
            <p:spPr>
              <a:xfrm>
                <a:off x="11451336" y="485203"/>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9" name="Freeform: Shape 578">
                <a:extLst>
                  <a:ext uri="{FF2B5EF4-FFF2-40B4-BE49-F238E27FC236}">
                    <a16:creationId xmlns:a16="http://schemas.microsoft.com/office/drawing/2014/main" id="{00C5F111-4E28-C7A5-E84C-356F46AADC31}"/>
                  </a:ext>
                </a:extLst>
              </p:cNvPr>
              <p:cNvSpPr/>
              <p:nvPr/>
            </p:nvSpPr>
            <p:spPr>
              <a:xfrm>
                <a:off x="11451336" y="20811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0" name="Freeform: Shape 579">
                <a:extLst>
                  <a:ext uri="{FF2B5EF4-FFF2-40B4-BE49-F238E27FC236}">
                    <a16:creationId xmlns:a16="http://schemas.microsoft.com/office/drawing/2014/main" id="{E56AE1C9-DBCB-85FC-9707-1A29EB65EB50}"/>
                  </a:ext>
                </a:extLst>
              </p:cNvPr>
              <p:cNvSpPr/>
              <p:nvPr/>
            </p:nvSpPr>
            <p:spPr>
              <a:xfrm>
                <a:off x="11451336" y="181508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1" name="Freeform: Shape 580">
                <a:extLst>
                  <a:ext uri="{FF2B5EF4-FFF2-40B4-BE49-F238E27FC236}">
                    <a16:creationId xmlns:a16="http://schemas.microsoft.com/office/drawing/2014/main" id="{48B9D66C-FA72-B448-3364-35BC884DE376}"/>
                  </a:ext>
                </a:extLst>
              </p:cNvPr>
              <p:cNvSpPr/>
              <p:nvPr/>
            </p:nvSpPr>
            <p:spPr>
              <a:xfrm>
                <a:off x="11451336" y="2878931"/>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2" name="Freeform: Shape 581">
                <a:extLst>
                  <a:ext uri="{FF2B5EF4-FFF2-40B4-BE49-F238E27FC236}">
                    <a16:creationId xmlns:a16="http://schemas.microsoft.com/office/drawing/2014/main" id="{721C69A6-78FF-6623-4EEA-7A8DA83D0F33}"/>
                  </a:ext>
                </a:extLst>
              </p:cNvPr>
              <p:cNvSpPr/>
              <p:nvPr/>
            </p:nvSpPr>
            <p:spPr>
              <a:xfrm>
                <a:off x="11451336" y="219170"/>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3" name="Freeform: Shape 582">
                <a:extLst>
                  <a:ext uri="{FF2B5EF4-FFF2-40B4-BE49-F238E27FC236}">
                    <a16:creationId xmlns:a16="http://schemas.microsoft.com/office/drawing/2014/main" id="{FCE1E676-A5E8-45DD-1C1E-2D967CE0E45D}"/>
                  </a:ext>
                </a:extLst>
              </p:cNvPr>
              <p:cNvSpPr/>
              <p:nvPr/>
            </p:nvSpPr>
            <p:spPr>
              <a:xfrm>
                <a:off x="11451336" y="660253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4" name="Freeform: Shape 583">
                <a:extLst>
                  <a:ext uri="{FF2B5EF4-FFF2-40B4-BE49-F238E27FC236}">
                    <a16:creationId xmlns:a16="http://schemas.microsoft.com/office/drawing/2014/main" id="{99C79DF4-6630-9166-6484-17FD07821C07}"/>
                  </a:ext>
                </a:extLst>
              </p:cNvPr>
              <p:cNvSpPr/>
              <p:nvPr/>
            </p:nvSpPr>
            <p:spPr>
              <a:xfrm>
                <a:off x="11451336" y="633650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5" name="Freeform: Shape 584">
                <a:extLst>
                  <a:ext uri="{FF2B5EF4-FFF2-40B4-BE49-F238E27FC236}">
                    <a16:creationId xmlns:a16="http://schemas.microsoft.com/office/drawing/2014/main" id="{9A3071AC-4435-0A8E-C37D-32AC6FB7FDEE}"/>
                  </a:ext>
                </a:extLst>
              </p:cNvPr>
              <p:cNvSpPr/>
              <p:nvPr/>
            </p:nvSpPr>
            <p:spPr>
              <a:xfrm>
                <a:off x="11451336" y="607075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6" name="Freeform: Shape 585">
                <a:extLst>
                  <a:ext uri="{FF2B5EF4-FFF2-40B4-BE49-F238E27FC236}">
                    <a16:creationId xmlns:a16="http://schemas.microsoft.com/office/drawing/2014/main" id="{F2A34C97-FC90-5154-4C3C-EF3275117856}"/>
                  </a:ext>
                </a:extLst>
              </p:cNvPr>
              <p:cNvSpPr/>
              <p:nvPr/>
            </p:nvSpPr>
            <p:spPr>
              <a:xfrm>
                <a:off x="11451336" y="58047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7" name="Freeform: Shape 586">
                <a:extLst>
                  <a:ext uri="{FF2B5EF4-FFF2-40B4-BE49-F238E27FC236}">
                    <a16:creationId xmlns:a16="http://schemas.microsoft.com/office/drawing/2014/main" id="{19357828-F979-1585-68F7-663EA668259D}"/>
                  </a:ext>
                </a:extLst>
              </p:cNvPr>
              <p:cNvSpPr/>
              <p:nvPr/>
            </p:nvSpPr>
            <p:spPr>
              <a:xfrm>
                <a:off x="11451336" y="5538692"/>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8" name="Freeform: Shape 587">
                <a:extLst>
                  <a:ext uri="{FF2B5EF4-FFF2-40B4-BE49-F238E27FC236}">
                    <a16:creationId xmlns:a16="http://schemas.microsoft.com/office/drawing/2014/main" id="{C09CD4A3-6050-3103-B71D-3493FC4C9F9F}"/>
                  </a:ext>
                </a:extLst>
              </p:cNvPr>
              <p:cNvSpPr/>
              <p:nvPr/>
            </p:nvSpPr>
            <p:spPr>
              <a:xfrm>
                <a:off x="11451336" y="4208811"/>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9" name="Freeform: Shape 588">
                <a:extLst>
                  <a:ext uri="{FF2B5EF4-FFF2-40B4-BE49-F238E27FC236}">
                    <a16:creationId xmlns:a16="http://schemas.microsoft.com/office/drawing/2014/main" id="{ECB3A4F4-0F56-5E1C-E8E9-E71C57181F09}"/>
                  </a:ext>
                </a:extLst>
              </p:cNvPr>
              <p:cNvSpPr/>
              <p:nvPr/>
            </p:nvSpPr>
            <p:spPr>
              <a:xfrm>
                <a:off x="11451336" y="39427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0" name="Freeform: Shape 589">
                <a:extLst>
                  <a:ext uri="{FF2B5EF4-FFF2-40B4-BE49-F238E27FC236}">
                    <a16:creationId xmlns:a16="http://schemas.microsoft.com/office/drawing/2014/main" id="{CD9A2FE5-E272-4592-41DD-C276B62E5C72}"/>
                  </a:ext>
                </a:extLst>
              </p:cNvPr>
              <p:cNvSpPr/>
              <p:nvPr/>
            </p:nvSpPr>
            <p:spPr>
              <a:xfrm>
                <a:off x="11451336" y="527265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1" name="Freeform: Shape 590">
                <a:extLst>
                  <a:ext uri="{FF2B5EF4-FFF2-40B4-BE49-F238E27FC236}">
                    <a16:creationId xmlns:a16="http://schemas.microsoft.com/office/drawing/2014/main" id="{110705AB-CB60-2C67-87BC-06299DC6EDD6}"/>
                  </a:ext>
                </a:extLst>
              </p:cNvPr>
              <p:cNvSpPr/>
              <p:nvPr/>
            </p:nvSpPr>
            <p:spPr>
              <a:xfrm>
                <a:off x="11451336" y="3144964"/>
                <a:ext cx="44576" cy="44577"/>
              </a:xfrm>
              <a:custGeom>
                <a:avLst/>
                <a:gdLst>
                  <a:gd name="connsiteX0" fmla="*/ 22288 w 44576"/>
                  <a:gd name="connsiteY0" fmla="*/ 0 h 44577"/>
                  <a:gd name="connsiteX1" fmla="*/ 0 w 44576"/>
                  <a:gd name="connsiteY1" fmla="*/ 22288 h 44577"/>
                  <a:gd name="connsiteX2" fmla="*/ 22288 w 44576"/>
                  <a:gd name="connsiteY2" fmla="*/ 44577 h 44577"/>
                  <a:gd name="connsiteX3" fmla="*/ 44577 w 44576"/>
                  <a:gd name="connsiteY3" fmla="*/ 22288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2" name="Freeform: Shape 591">
                <a:extLst>
                  <a:ext uri="{FF2B5EF4-FFF2-40B4-BE49-F238E27FC236}">
                    <a16:creationId xmlns:a16="http://schemas.microsoft.com/office/drawing/2014/main" id="{899A9A90-5D78-A6FD-F8C3-FE42E53C2E70}"/>
                  </a:ext>
                </a:extLst>
              </p:cNvPr>
              <p:cNvSpPr/>
              <p:nvPr/>
            </p:nvSpPr>
            <p:spPr>
              <a:xfrm>
                <a:off x="11451336" y="341099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3" name="Freeform: Shape 592">
                <a:extLst>
                  <a:ext uri="{FF2B5EF4-FFF2-40B4-BE49-F238E27FC236}">
                    <a16:creationId xmlns:a16="http://schemas.microsoft.com/office/drawing/2014/main" id="{7AA608B5-CA81-5AED-72E1-CB7FC12BD6D4}"/>
                  </a:ext>
                </a:extLst>
              </p:cNvPr>
              <p:cNvSpPr/>
              <p:nvPr/>
            </p:nvSpPr>
            <p:spPr>
              <a:xfrm>
                <a:off x="11451336" y="36767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4" name="Freeform: Shape 593">
                <a:extLst>
                  <a:ext uri="{FF2B5EF4-FFF2-40B4-BE49-F238E27FC236}">
                    <a16:creationId xmlns:a16="http://schemas.microsoft.com/office/drawing/2014/main" id="{5191ED85-4DD2-BC89-D9BC-155DFE1540D5}"/>
                  </a:ext>
                </a:extLst>
              </p:cNvPr>
              <p:cNvSpPr/>
              <p:nvPr/>
            </p:nvSpPr>
            <p:spPr>
              <a:xfrm>
                <a:off x="11451336" y="44748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5" name="Freeform: Shape 594">
                <a:extLst>
                  <a:ext uri="{FF2B5EF4-FFF2-40B4-BE49-F238E27FC236}">
                    <a16:creationId xmlns:a16="http://schemas.microsoft.com/office/drawing/2014/main" id="{CC86C6A2-A09C-4753-9739-1E4B4E8A2A43}"/>
                  </a:ext>
                </a:extLst>
              </p:cNvPr>
              <p:cNvSpPr/>
              <p:nvPr/>
            </p:nvSpPr>
            <p:spPr>
              <a:xfrm>
                <a:off x="11451336" y="50066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6" name="Freeform: Shape 595">
                <a:extLst>
                  <a:ext uri="{FF2B5EF4-FFF2-40B4-BE49-F238E27FC236}">
                    <a16:creationId xmlns:a16="http://schemas.microsoft.com/office/drawing/2014/main" id="{FF9B78D2-E7F2-1E4F-548C-EB047238725B}"/>
                  </a:ext>
                </a:extLst>
              </p:cNvPr>
              <p:cNvSpPr/>
              <p:nvPr/>
            </p:nvSpPr>
            <p:spPr>
              <a:xfrm>
                <a:off x="11451336" y="47408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7" name="Freeform: Shape 596">
                <a:extLst>
                  <a:ext uri="{FF2B5EF4-FFF2-40B4-BE49-F238E27FC236}">
                    <a16:creationId xmlns:a16="http://schemas.microsoft.com/office/drawing/2014/main" id="{A628A279-D2D1-CA94-B22C-ADC417698C42}"/>
                  </a:ext>
                </a:extLst>
              </p:cNvPr>
              <p:cNvSpPr/>
              <p:nvPr/>
            </p:nvSpPr>
            <p:spPr>
              <a:xfrm>
                <a:off x="11451336" y="75123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8" name="Freeform: Shape 597">
                <a:extLst>
                  <a:ext uri="{FF2B5EF4-FFF2-40B4-BE49-F238E27FC236}">
                    <a16:creationId xmlns:a16="http://schemas.microsoft.com/office/drawing/2014/main" id="{2FE977D8-06A2-219E-B0F3-7056A48D32C6}"/>
                  </a:ext>
                </a:extLst>
              </p:cNvPr>
              <p:cNvSpPr/>
              <p:nvPr/>
            </p:nvSpPr>
            <p:spPr>
              <a:xfrm>
                <a:off x="11692509" y="1347025"/>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9" name="Freeform: Shape 598">
                <a:extLst>
                  <a:ext uri="{FF2B5EF4-FFF2-40B4-BE49-F238E27FC236}">
                    <a16:creationId xmlns:a16="http://schemas.microsoft.com/office/drawing/2014/main" id="{8C601A4D-1790-43E3-011C-2BCEB49C5807}"/>
                  </a:ext>
                </a:extLst>
              </p:cNvPr>
              <p:cNvSpPr/>
              <p:nvPr/>
            </p:nvSpPr>
            <p:spPr>
              <a:xfrm>
                <a:off x="11692509" y="185366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0" name="Freeform: Shape 599">
                <a:extLst>
                  <a:ext uri="{FF2B5EF4-FFF2-40B4-BE49-F238E27FC236}">
                    <a16:creationId xmlns:a16="http://schemas.microsoft.com/office/drawing/2014/main" id="{46A723BD-CEE9-7A43-6BC3-2A605DC3ED99}"/>
                  </a:ext>
                </a:extLst>
              </p:cNvPr>
              <p:cNvSpPr/>
              <p:nvPr/>
            </p:nvSpPr>
            <p:spPr>
              <a:xfrm>
                <a:off x="11692509" y="1600485"/>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1" name="Freeform: Shape 600">
                <a:extLst>
                  <a:ext uri="{FF2B5EF4-FFF2-40B4-BE49-F238E27FC236}">
                    <a16:creationId xmlns:a16="http://schemas.microsoft.com/office/drawing/2014/main" id="{8116F195-DBFD-6448-A857-A637FD5F6BAD}"/>
                  </a:ext>
                </a:extLst>
              </p:cNvPr>
              <p:cNvSpPr/>
              <p:nvPr/>
            </p:nvSpPr>
            <p:spPr>
              <a:xfrm>
                <a:off x="11692509" y="1093850"/>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2" name="Freeform: Shape 601">
                <a:extLst>
                  <a:ext uri="{FF2B5EF4-FFF2-40B4-BE49-F238E27FC236}">
                    <a16:creationId xmlns:a16="http://schemas.microsoft.com/office/drawing/2014/main" id="{5352FC3A-43CE-A8FB-5BA2-DD37C117A7F9}"/>
                  </a:ext>
                </a:extLst>
              </p:cNvPr>
              <p:cNvSpPr/>
              <p:nvPr/>
            </p:nvSpPr>
            <p:spPr>
              <a:xfrm>
                <a:off x="11692509" y="2613469"/>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3" name="Freeform: Shape 602">
                <a:extLst>
                  <a:ext uri="{FF2B5EF4-FFF2-40B4-BE49-F238E27FC236}">
                    <a16:creationId xmlns:a16="http://schemas.microsoft.com/office/drawing/2014/main" id="{79BE1AAE-0EAF-8220-16FB-40051FCD6B1F}"/>
                  </a:ext>
                </a:extLst>
              </p:cNvPr>
              <p:cNvSpPr/>
              <p:nvPr/>
            </p:nvSpPr>
            <p:spPr>
              <a:xfrm>
                <a:off x="11692509" y="84039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4" name="Freeform: Shape 603">
                <a:extLst>
                  <a:ext uri="{FF2B5EF4-FFF2-40B4-BE49-F238E27FC236}">
                    <a16:creationId xmlns:a16="http://schemas.microsoft.com/office/drawing/2014/main" id="{6599963A-1692-0811-79B1-848A13649544}"/>
                  </a:ext>
                </a:extLst>
              </p:cNvPr>
              <p:cNvSpPr/>
              <p:nvPr/>
            </p:nvSpPr>
            <p:spPr>
              <a:xfrm>
                <a:off x="11692509" y="210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5" name="Freeform: Shape 604">
                <a:extLst>
                  <a:ext uri="{FF2B5EF4-FFF2-40B4-BE49-F238E27FC236}">
                    <a16:creationId xmlns:a16="http://schemas.microsoft.com/office/drawing/2014/main" id="{C4B12087-3AA7-6E56-DE30-400719DF3F8B}"/>
                  </a:ext>
                </a:extLst>
              </p:cNvPr>
              <p:cNvSpPr/>
              <p:nvPr/>
            </p:nvSpPr>
            <p:spPr>
              <a:xfrm>
                <a:off x="11692509" y="2866929"/>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6" name="Freeform: Shape 605">
                <a:extLst>
                  <a:ext uri="{FF2B5EF4-FFF2-40B4-BE49-F238E27FC236}">
                    <a16:creationId xmlns:a16="http://schemas.microsoft.com/office/drawing/2014/main" id="{CD00EC43-2A4D-7769-33CA-394156E6E0BF}"/>
                  </a:ext>
                </a:extLst>
              </p:cNvPr>
              <p:cNvSpPr/>
              <p:nvPr/>
            </p:nvSpPr>
            <p:spPr>
              <a:xfrm>
                <a:off x="11692509" y="2360294"/>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7" name="Freeform: Shape 606">
                <a:extLst>
                  <a:ext uri="{FF2B5EF4-FFF2-40B4-BE49-F238E27FC236}">
                    <a16:creationId xmlns:a16="http://schemas.microsoft.com/office/drawing/2014/main" id="{101F3776-D1CB-98E9-3B49-AD8A18E0F3CD}"/>
                  </a:ext>
                </a:extLst>
              </p:cNvPr>
              <p:cNvSpPr/>
              <p:nvPr/>
            </p:nvSpPr>
            <p:spPr>
              <a:xfrm>
                <a:off x="11692509" y="587216"/>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8" name="Freeform: Shape 607">
                <a:extLst>
                  <a:ext uri="{FF2B5EF4-FFF2-40B4-BE49-F238E27FC236}">
                    <a16:creationId xmlns:a16="http://schemas.microsoft.com/office/drawing/2014/main" id="{BC5138B7-D2AE-D2C7-46C1-4F1C6009D4B7}"/>
                  </a:ext>
                </a:extLst>
              </p:cNvPr>
              <p:cNvSpPr/>
              <p:nvPr/>
            </p:nvSpPr>
            <p:spPr>
              <a:xfrm>
                <a:off x="11692509" y="312010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9" name="Freeform: Shape 608">
                <a:extLst>
                  <a:ext uri="{FF2B5EF4-FFF2-40B4-BE49-F238E27FC236}">
                    <a16:creationId xmlns:a16="http://schemas.microsoft.com/office/drawing/2014/main" id="{1F395DE1-502B-0EB3-55FC-86F8C04458AE}"/>
                  </a:ext>
                </a:extLst>
              </p:cNvPr>
              <p:cNvSpPr/>
              <p:nvPr/>
            </p:nvSpPr>
            <p:spPr>
              <a:xfrm>
                <a:off x="11692509" y="333756"/>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0" name="Freeform: Shape 609">
                <a:extLst>
                  <a:ext uri="{FF2B5EF4-FFF2-40B4-BE49-F238E27FC236}">
                    <a16:creationId xmlns:a16="http://schemas.microsoft.com/office/drawing/2014/main" id="{4F8DE14B-CFF2-BFBC-F874-916A343124D4}"/>
                  </a:ext>
                </a:extLst>
              </p:cNvPr>
              <p:cNvSpPr/>
              <p:nvPr/>
            </p:nvSpPr>
            <p:spPr>
              <a:xfrm>
                <a:off x="11692509" y="80581"/>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1" name="Freeform: Shape 610">
                <a:extLst>
                  <a:ext uri="{FF2B5EF4-FFF2-40B4-BE49-F238E27FC236}">
                    <a16:creationId xmlns:a16="http://schemas.microsoft.com/office/drawing/2014/main" id="{924846E2-43EF-03F4-9692-0EC1250CCBEB}"/>
                  </a:ext>
                </a:extLst>
              </p:cNvPr>
              <p:cNvSpPr/>
              <p:nvPr/>
            </p:nvSpPr>
            <p:spPr>
              <a:xfrm>
                <a:off x="11692509" y="6666547"/>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2" name="Freeform: Shape 611">
                <a:extLst>
                  <a:ext uri="{FF2B5EF4-FFF2-40B4-BE49-F238E27FC236}">
                    <a16:creationId xmlns:a16="http://schemas.microsoft.com/office/drawing/2014/main" id="{BDBE5295-85D7-FFA3-1849-41B8F49BEDE3}"/>
                  </a:ext>
                </a:extLst>
              </p:cNvPr>
              <p:cNvSpPr/>
              <p:nvPr/>
            </p:nvSpPr>
            <p:spPr>
              <a:xfrm>
                <a:off x="11692509" y="641308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3" name="Freeform: Shape 612">
                <a:extLst>
                  <a:ext uri="{FF2B5EF4-FFF2-40B4-BE49-F238E27FC236}">
                    <a16:creationId xmlns:a16="http://schemas.microsoft.com/office/drawing/2014/main" id="{61B3D1F0-3C93-CD3F-2251-7E5AE394EC04}"/>
                  </a:ext>
                </a:extLst>
              </p:cNvPr>
              <p:cNvSpPr/>
              <p:nvPr/>
            </p:nvSpPr>
            <p:spPr>
              <a:xfrm>
                <a:off x="11692509" y="6159912"/>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29"/>
                      <a:pt x="0" y="21145"/>
                    </a:cubicBezTo>
                    <a:cubicBezTo>
                      <a:pt x="0" y="32861"/>
                      <a:pt x="9430" y="42291"/>
                      <a:pt x="21145" y="42291"/>
                    </a:cubicBezTo>
                    <a:cubicBezTo>
                      <a:pt x="32861" y="42291"/>
                      <a:pt x="42291" y="32861"/>
                      <a:pt x="42291" y="21145"/>
                    </a:cubicBezTo>
                    <a:cubicBezTo>
                      <a:pt x="42291" y="9429"/>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4" name="Freeform: Shape 613">
                <a:extLst>
                  <a:ext uri="{FF2B5EF4-FFF2-40B4-BE49-F238E27FC236}">
                    <a16:creationId xmlns:a16="http://schemas.microsoft.com/office/drawing/2014/main" id="{CEB8CA02-6B66-65BB-6E54-DDA39054045F}"/>
                  </a:ext>
                </a:extLst>
              </p:cNvPr>
              <p:cNvSpPr/>
              <p:nvPr/>
            </p:nvSpPr>
            <p:spPr>
              <a:xfrm>
                <a:off x="11692509" y="5906452"/>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5" name="Freeform: Shape 614">
                <a:extLst>
                  <a:ext uri="{FF2B5EF4-FFF2-40B4-BE49-F238E27FC236}">
                    <a16:creationId xmlns:a16="http://schemas.microsoft.com/office/drawing/2014/main" id="{AC0B922D-F4A3-77ED-0E1C-CABB9E0BE932}"/>
                  </a:ext>
                </a:extLst>
              </p:cNvPr>
              <p:cNvSpPr/>
              <p:nvPr/>
            </p:nvSpPr>
            <p:spPr>
              <a:xfrm>
                <a:off x="11692509" y="3373564"/>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6" name="Freeform: Shape 615">
                <a:extLst>
                  <a:ext uri="{FF2B5EF4-FFF2-40B4-BE49-F238E27FC236}">
                    <a16:creationId xmlns:a16="http://schemas.microsoft.com/office/drawing/2014/main" id="{C50AE42B-8DFB-5CC8-6632-2A2F2B427BA6}"/>
                  </a:ext>
                </a:extLst>
              </p:cNvPr>
              <p:cNvSpPr/>
              <p:nvPr/>
            </p:nvSpPr>
            <p:spPr>
              <a:xfrm>
                <a:off x="11692509" y="565327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7" name="Freeform: Shape 616">
                <a:extLst>
                  <a:ext uri="{FF2B5EF4-FFF2-40B4-BE49-F238E27FC236}">
                    <a16:creationId xmlns:a16="http://schemas.microsoft.com/office/drawing/2014/main" id="{644C78F8-2DB5-5309-CD4D-B0DEB73ABB7B}"/>
                  </a:ext>
                </a:extLst>
              </p:cNvPr>
              <p:cNvSpPr/>
              <p:nvPr/>
            </p:nvSpPr>
            <p:spPr>
              <a:xfrm>
                <a:off x="11692509" y="362673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8" name="Freeform: Shape 617">
                <a:extLst>
                  <a:ext uri="{FF2B5EF4-FFF2-40B4-BE49-F238E27FC236}">
                    <a16:creationId xmlns:a16="http://schemas.microsoft.com/office/drawing/2014/main" id="{EF9EF4CD-CC3A-4406-CD29-F6C8D70AC5F4}"/>
                  </a:ext>
                </a:extLst>
              </p:cNvPr>
              <p:cNvSpPr/>
              <p:nvPr/>
            </p:nvSpPr>
            <p:spPr>
              <a:xfrm>
                <a:off x="11692509" y="438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9" name="Freeform: Shape 618">
                <a:extLst>
                  <a:ext uri="{FF2B5EF4-FFF2-40B4-BE49-F238E27FC236}">
                    <a16:creationId xmlns:a16="http://schemas.microsoft.com/office/drawing/2014/main" id="{F4527F76-C97B-69E8-30E4-A68D88C24047}"/>
                  </a:ext>
                </a:extLst>
              </p:cNvPr>
              <p:cNvSpPr/>
              <p:nvPr/>
            </p:nvSpPr>
            <p:spPr>
              <a:xfrm>
                <a:off x="11692509" y="4133373"/>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0" name="Freeform: Shape 619">
                <a:extLst>
                  <a:ext uri="{FF2B5EF4-FFF2-40B4-BE49-F238E27FC236}">
                    <a16:creationId xmlns:a16="http://schemas.microsoft.com/office/drawing/2014/main" id="{4DDDC62F-BEF5-C740-EF36-F9EEA633870C}"/>
                  </a:ext>
                </a:extLst>
              </p:cNvPr>
              <p:cNvSpPr/>
              <p:nvPr/>
            </p:nvSpPr>
            <p:spPr>
              <a:xfrm>
                <a:off x="11692509" y="3880199"/>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1" name="Freeform: Shape 620">
                <a:extLst>
                  <a:ext uri="{FF2B5EF4-FFF2-40B4-BE49-F238E27FC236}">
                    <a16:creationId xmlns:a16="http://schemas.microsoft.com/office/drawing/2014/main" id="{97DFFCFD-DF2C-6EBD-736E-E7B65E8FC527}"/>
                  </a:ext>
                </a:extLst>
              </p:cNvPr>
              <p:cNvSpPr/>
              <p:nvPr/>
            </p:nvSpPr>
            <p:spPr>
              <a:xfrm>
                <a:off x="11692509" y="5146643"/>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2" name="Freeform: Shape 621">
                <a:extLst>
                  <a:ext uri="{FF2B5EF4-FFF2-40B4-BE49-F238E27FC236}">
                    <a16:creationId xmlns:a16="http://schemas.microsoft.com/office/drawing/2014/main" id="{C7CA837E-9FBD-2BEE-647B-02CE2B9997EB}"/>
                  </a:ext>
                </a:extLst>
              </p:cNvPr>
              <p:cNvSpPr/>
              <p:nvPr/>
            </p:nvSpPr>
            <p:spPr>
              <a:xfrm>
                <a:off x="11692509" y="5399817"/>
                <a:ext cx="42290" cy="42576"/>
              </a:xfrm>
              <a:custGeom>
                <a:avLst/>
                <a:gdLst>
                  <a:gd name="connsiteX0" fmla="*/ 21145 w 42290"/>
                  <a:gd name="connsiteY0" fmla="*/ 0 h 42576"/>
                  <a:gd name="connsiteX1" fmla="*/ 0 w 42290"/>
                  <a:gd name="connsiteY1" fmla="*/ 21146 h 42576"/>
                  <a:gd name="connsiteX2" fmla="*/ 21145 w 42290"/>
                  <a:gd name="connsiteY2" fmla="*/ 42577 h 42576"/>
                  <a:gd name="connsiteX3" fmla="*/ 42291 w 42290"/>
                  <a:gd name="connsiteY3" fmla="*/ 21146 h 42576"/>
                  <a:gd name="connsiteX4" fmla="*/ 21145 w 42290"/>
                  <a:gd name="connsiteY4" fmla="*/ 0 h 42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576">
                    <a:moveTo>
                      <a:pt x="21145" y="0"/>
                    </a:moveTo>
                    <a:cubicBezTo>
                      <a:pt x="9430" y="0"/>
                      <a:pt x="0" y="9430"/>
                      <a:pt x="0" y="21146"/>
                    </a:cubicBezTo>
                    <a:cubicBezTo>
                      <a:pt x="0" y="32861"/>
                      <a:pt x="9430" y="42577"/>
                      <a:pt x="21145" y="42577"/>
                    </a:cubicBezTo>
                    <a:cubicBezTo>
                      <a:pt x="32861" y="42577"/>
                      <a:pt x="42291" y="33147"/>
                      <a:pt x="42291" y="21146"/>
                    </a:cubicBezTo>
                    <a:cubicBezTo>
                      <a:pt x="42291" y="9144"/>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3" name="Freeform: Shape 622">
                <a:extLst>
                  <a:ext uri="{FF2B5EF4-FFF2-40B4-BE49-F238E27FC236}">
                    <a16:creationId xmlns:a16="http://schemas.microsoft.com/office/drawing/2014/main" id="{5827DFAD-1B6A-8332-42A8-26C6B81CF145}"/>
                  </a:ext>
                </a:extLst>
              </p:cNvPr>
              <p:cNvSpPr/>
              <p:nvPr/>
            </p:nvSpPr>
            <p:spPr>
              <a:xfrm>
                <a:off x="11692509" y="4640008"/>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4" name="Freeform: Shape 623">
                <a:extLst>
                  <a:ext uri="{FF2B5EF4-FFF2-40B4-BE49-F238E27FC236}">
                    <a16:creationId xmlns:a16="http://schemas.microsoft.com/office/drawing/2014/main" id="{356CA9F3-AE1D-E7C8-2A7C-B5A92957AA7B}"/>
                  </a:ext>
                </a:extLst>
              </p:cNvPr>
              <p:cNvSpPr/>
              <p:nvPr/>
            </p:nvSpPr>
            <p:spPr>
              <a:xfrm>
                <a:off x="11692509" y="489346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5" name="Freeform: Shape 624">
                <a:extLst>
                  <a:ext uri="{FF2B5EF4-FFF2-40B4-BE49-F238E27FC236}">
                    <a16:creationId xmlns:a16="http://schemas.microsoft.com/office/drawing/2014/main" id="{E8C8C1F8-E3CB-2EB7-AEFB-2BC959FBB6CE}"/>
                  </a:ext>
                </a:extLst>
              </p:cNvPr>
              <p:cNvSpPr/>
              <p:nvPr/>
            </p:nvSpPr>
            <p:spPr>
              <a:xfrm>
                <a:off x="11921966" y="1649063"/>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6" name="Freeform: Shape 625">
                <a:extLst>
                  <a:ext uri="{FF2B5EF4-FFF2-40B4-BE49-F238E27FC236}">
                    <a16:creationId xmlns:a16="http://schemas.microsoft.com/office/drawing/2014/main" id="{A7004B58-3E2C-9487-D581-BC4ECA7ABFFF}"/>
                  </a:ext>
                </a:extLst>
              </p:cNvPr>
              <p:cNvSpPr/>
              <p:nvPr/>
            </p:nvSpPr>
            <p:spPr>
              <a:xfrm>
                <a:off x="11921966" y="1407890"/>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7" name="Freeform: Shape 626">
                <a:extLst>
                  <a:ext uri="{FF2B5EF4-FFF2-40B4-BE49-F238E27FC236}">
                    <a16:creationId xmlns:a16="http://schemas.microsoft.com/office/drawing/2014/main" id="{1DD7D3F8-C016-B46C-4B64-4AB48FBF1C67}"/>
                  </a:ext>
                </a:extLst>
              </p:cNvPr>
              <p:cNvSpPr/>
              <p:nvPr/>
            </p:nvSpPr>
            <p:spPr>
              <a:xfrm>
                <a:off x="11921966" y="116671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8" name="Freeform: Shape 627">
                <a:extLst>
                  <a:ext uri="{FF2B5EF4-FFF2-40B4-BE49-F238E27FC236}">
                    <a16:creationId xmlns:a16="http://schemas.microsoft.com/office/drawing/2014/main" id="{8F68D74A-2A80-3836-BC0F-CC24C8281600}"/>
                  </a:ext>
                </a:extLst>
              </p:cNvPr>
              <p:cNvSpPr/>
              <p:nvPr/>
            </p:nvSpPr>
            <p:spPr>
              <a:xfrm>
                <a:off x="11921966" y="1890522"/>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9" name="Freeform: Shape 628">
                <a:extLst>
                  <a:ext uri="{FF2B5EF4-FFF2-40B4-BE49-F238E27FC236}">
                    <a16:creationId xmlns:a16="http://schemas.microsoft.com/office/drawing/2014/main" id="{2D715B2B-F432-2C28-F01E-8E14AFD143D3}"/>
                  </a:ext>
                </a:extLst>
              </p:cNvPr>
              <p:cNvSpPr/>
              <p:nvPr/>
            </p:nvSpPr>
            <p:spPr>
              <a:xfrm>
                <a:off x="11921966" y="92554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0" name="Freeform: Shape 629">
                <a:extLst>
                  <a:ext uri="{FF2B5EF4-FFF2-40B4-BE49-F238E27FC236}">
                    <a16:creationId xmlns:a16="http://schemas.microsoft.com/office/drawing/2014/main" id="{19181956-A738-F300-6428-FDB51FBB0049}"/>
                  </a:ext>
                </a:extLst>
              </p:cNvPr>
              <p:cNvSpPr/>
              <p:nvPr/>
            </p:nvSpPr>
            <p:spPr>
              <a:xfrm>
                <a:off x="11921966" y="2131694"/>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432"/>
                      <a:pt x="40291" y="20003"/>
                    </a:cubicBezTo>
                    <a:cubicBezTo>
                      <a:pt x="40291" y="8573"/>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1" name="Freeform: Shape 630">
                <a:extLst>
                  <a:ext uri="{FF2B5EF4-FFF2-40B4-BE49-F238E27FC236}">
                    <a16:creationId xmlns:a16="http://schemas.microsoft.com/office/drawing/2014/main" id="{4558C32A-D30D-7DDF-A3FE-04702889957F}"/>
                  </a:ext>
                </a:extLst>
              </p:cNvPr>
              <p:cNvSpPr/>
              <p:nvPr/>
            </p:nvSpPr>
            <p:spPr>
              <a:xfrm>
                <a:off x="11921966" y="2614041"/>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2"/>
                      <a:pt x="40291" y="20002"/>
                    </a:cubicBezTo>
                    <a:cubicBezTo>
                      <a:pt x="40291" y="8572"/>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2" name="Freeform: Shape 631">
                <a:extLst>
                  <a:ext uri="{FF2B5EF4-FFF2-40B4-BE49-F238E27FC236}">
                    <a16:creationId xmlns:a16="http://schemas.microsoft.com/office/drawing/2014/main" id="{4689AE13-E2C6-1FFB-F6C7-021F01FBFA4F}"/>
                  </a:ext>
                </a:extLst>
              </p:cNvPr>
              <p:cNvSpPr/>
              <p:nvPr/>
            </p:nvSpPr>
            <p:spPr>
              <a:xfrm>
                <a:off x="11921966" y="237286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3" name="Freeform: Shape 632">
                <a:extLst>
                  <a:ext uri="{FF2B5EF4-FFF2-40B4-BE49-F238E27FC236}">
                    <a16:creationId xmlns:a16="http://schemas.microsoft.com/office/drawing/2014/main" id="{E4EEF762-BC02-71D2-28C7-5D6F54049304}"/>
                  </a:ext>
                </a:extLst>
              </p:cNvPr>
              <p:cNvSpPr/>
              <p:nvPr/>
            </p:nvSpPr>
            <p:spPr>
              <a:xfrm>
                <a:off x="11921966" y="442912"/>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4" name="Freeform: Shape 633">
                <a:extLst>
                  <a:ext uri="{FF2B5EF4-FFF2-40B4-BE49-F238E27FC236}">
                    <a16:creationId xmlns:a16="http://schemas.microsoft.com/office/drawing/2014/main" id="{469BA7E4-A5C5-E892-4FCD-2BEE0B78FBD0}"/>
                  </a:ext>
                </a:extLst>
              </p:cNvPr>
              <p:cNvSpPr/>
              <p:nvPr/>
            </p:nvSpPr>
            <p:spPr>
              <a:xfrm>
                <a:off x="11921966" y="3096672"/>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5" name="Freeform: Shape 634">
                <a:extLst>
                  <a:ext uri="{FF2B5EF4-FFF2-40B4-BE49-F238E27FC236}">
                    <a16:creationId xmlns:a16="http://schemas.microsoft.com/office/drawing/2014/main" id="{E7EA5607-BE18-7E00-F8AB-A40412BA9C81}"/>
                  </a:ext>
                </a:extLst>
              </p:cNvPr>
              <p:cNvSpPr/>
              <p:nvPr/>
            </p:nvSpPr>
            <p:spPr>
              <a:xfrm>
                <a:off x="11921966" y="201739"/>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6" name="Freeform: Shape 635">
                <a:extLst>
                  <a:ext uri="{FF2B5EF4-FFF2-40B4-BE49-F238E27FC236}">
                    <a16:creationId xmlns:a16="http://schemas.microsoft.com/office/drawing/2014/main" id="{10DB9898-B422-BE47-53E6-C4B8AE4F3362}"/>
                  </a:ext>
                </a:extLst>
              </p:cNvPr>
              <p:cNvSpPr/>
              <p:nvPr/>
            </p:nvSpPr>
            <p:spPr>
              <a:xfrm>
                <a:off x="11921966" y="68408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7" name="Freeform: Shape 636">
                <a:extLst>
                  <a:ext uri="{FF2B5EF4-FFF2-40B4-BE49-F238E27FC236}">
                    <a16:creationId xmlns:a16="http://schemas.microsoft.com/office/drawing/2014/main" id="{AC6EA318-4416-B538-1C10-A18E17189E9E}"/>
                  </a:ext>
                </a:extLst>
              </p:cNvPr>
              <p:cNvSpPr/>
              <p:nvPr/>
            </p:nvSpPr>
            <p:spPr>
              <a:xfrm>
                <a:off x="11921966" y="2855499"/>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2"/>
                    </a:cubicBezTo>
                    <a:cubicBezTo>
                      <a:pt x="0" y="31147"/>
                      <a:pt x="8858" y="40291"/>
                      <a:pt x="20002" y="40291"/>
                    </a:cubicBezTo>
                    <a:cubicBezTo>
                      <a:pt x="31147" y="40291"/>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8" name="Freeform: Shape 637">
                <a:extLst>
                  <a:ext uri="{FF2B5EF4-FFF2-40B4-BE49-F238E27FC236}">
                    <a16:creationId xmlns:a16="http://schemas.microsoft.com/office/drawing/2014/main" id="{233AAF82-366D-4B32-B4BD-D18FBF5940E3}"/>
                  </a:ext>
                </a:extLst>
              </p:cNvPr>
              <p:cNvSpPr/>
              <p:nvPr/>
            </p:nvSpPr>
            <p:spPr>
              <a:xfrm>
                <a:off x="11921966" y="550897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9" name="Freeform: Shape 638">
                <a:extLst>
                  <a:ext uri="{FF2B5EF4-FFF2-40B4-BE49-F238E27FC236}">
                    <a16:creationId xmlns:a16="http://schemas.microsoft.com/office/drawing/2014/main" id="{84865E8B-8B38-53AE-DFD0-61E76154164C}"/>
                  </a:ext>
                </a:extLst>
              </p:cNvPr>
              <p:cNvSpPr/>
              <p:nvPr/>
            </p:nvSpPr>
            <p:spPr>
              <a:xfrm>
                <a:off x="11921966" y="623277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0" name="Freeform: Shape 639">
                <a:extLst>
                  <a:ext uri="{FF2B5EF4-FFF2-40B4-BE49-F238E27FC236}">
                    <a16:creationId xmlns:a16="http://schemas.microsoft.com/office/drawing/2014/main" id="{DDAB956E-CB10-FCB1-05E0-8FC27FDB4674}"/>
                  </a:ext>
                </a:extLst>
              </p:cNvPr>
              <p:cNvSpPr/>
              <p:nvPr/>
            </p:nvSpPr>
            <p:spPr>
              <a:xfrm>
                <a:off x="11921966" y="599160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9"/>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1" name="Freeform: Shape 640">
                <a:extLst>
                  <a:ext uri="{FF2B5EF4-FFF2-40B4-BE49-F238E27FC236}">
                    <a16:creationId xmlns:a16="http://schemas.microsoft.com/office/drawing/2014/main" id="{26462B56-CA66-12F4-2D51-63DE2C4DCD3F}"/>
                  </a:ext>
                </a:extLst>
              </p:cNvPr>
              <p:cNvSpPr/>
              <p:nvPr/>
            </p:nvSpPr>
            <p:spPr>
              <a:xfrm>
                <a:off x="11921966" y="5750433"/>
                <a:ext cx="40290" cy="40290"/>
              </a:xfrm>
              <a:custGeom>
                <a:avLst/>
                <a:gdLst>
                  <a:gd name="connsiteX0" fmla="*/ 20002 w 40290"/>
                  <a:gd name="connsiteY0" fmla="*/ 0 h 40290"/>
                  <a:gd name="connsiteX1" fmla="*/ 0 w 40290"/>
                  <a:gd name="connsiteY1" fmla="*/ 20002 h 40290"/>
                  <a:gd name="connsiteX2" fmla="*/ 20002 w 40290"/>
                  <a:gd name="connsiteY2" fmla="*/ 40290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0"/>
                      <a:pt x="20002" y="40290"/>
                    </a:cubicBezTo>
                    <a:cubicBezTo>
                      <a:pt x="31147" y="40290"/>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2" name="Freeform: Shape 641">
                <a:extLst>
                  <a:ext uri="{FF2B5EF4-FFF2-40B4-BE49-F238E27FC236}">
                    <a16:creationId xmlns:a16="http://schemas.microsoft.com/office/drawing/2014/main" id="{4E5139C6-C1EB-FD82-4337-4D270331A8EE}"/>
                  </a:ext>
                </a:extLst>
              </p:cNvPr>
              <p:cNvSpPr/>
              <p:nvPr/>
            </p:nvSpPr>
            <p:spPr>
              <a:xfrm>
                <a:off x="11921966" y="647395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3" name="Freeform: Shape 642">
                <a:extLst>
                  <a:ext uri="{FF2B5EF4-FFF2-40B4-BE49-F238E27FC236}">
                    <a16:creationId xmlns:a16="http://schemas.microsoft.com/office/drawing/2014/main" id="{B8BDE148-29D8-F505-4C92-BAD348187BD8}"/>
                  </a:ext>
                </a:extLst>
              </p:cNvPr>
              <p:cNvSpPr/>
              <p:nvPr/>
            </p:nvSpPr>
            <p:spPr>
              <a:xfrm>
                <a:off x="11921966" y="3337845"/>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3"/>
                    </a:cubicBezTo>
                    <a:cubicBezTo>
                      <a:pt x="0" y="30861"/>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4" name="Freeform: Shape 643">
                <a:extLst>
                  <a:ext uri="{FF2B5EF4-FFF2-40B4-BE49-F238E27FC236}">
                    <a16:creationId xmlns:a16="http://schemas.microsoft.com/office/drawing/2014/main" id="{39858872-C83C-F2AC-58E2-C42FF5BA85D9}"/>
                  </a:ext>
                </a:extLst>
              </p:cNvPr>
              <p:cNvSpPr/>
              <p:nvPr/>
            </p:nvSpPr>
            <p:spPr>
              <a:xfrm>
                <a:off x="11921966" y="671541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5" name="Freeform: Shape 644">
                <a:extLst>
                  <a:ext uri="{FF2B5EF4-FFF2-40B4-BE49-F238E27FC236}">
                    <a16:creationId xmlns:a16="http://schemas.microsoft.com/office/drawing/2014/main" id="{73A732E5-04C1-2120-9822-14029AEA40DC}"/>
                  </a:ext>
                </a:extLst>
              </p:cNvPr>
              <p:cNvSpPr/>
              <p:nvPr/>
            </p:nvSpPr>
            <p:spPr>
              <a:xfrm>
                <a:off x="11921966" y="382047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6" name="Freeform: Shape 645">
                <a:extLst>
                  <a:ext uri="{FF2B5EF4-FFF2-40B4-BE49-F238E27FC236}">
                    <a16:creationId xmlns:a16="http://schemas.microsoft.com/office/drawing/2014/main" id="{CBA09FD1-4166-8618-1E88-A4EFECAC3416}"/>
                  </a:ext>
                </a:extLst>
              </p:cNvPr>
              <p:cNvSpPr/>
              <p:nvPr/>
            </p:nvSpPr>
            <p:spPr>
              <a:xfrm>
                <a:off x="11921966" y="357901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7" name="Freeform: Shape 646">
                <a:extLst>
                  <a:ext uri="{FF2B5EF4-FFF2-40B4-BE49-F238E27FC236}">
                    <a16:creationId xmlns:a16="http://schemas.microsoft.com/office/drawing/2014/main" id="{D45D64AD-E20E-3D24-A7FF-651A3A88E93D}"/>
                  </a:ext>
                </a:extLst>
              </p:cNvPr>
              <p:cNvSpPr/>
              <p:nvPr/>
            </p:nvSpPr>
            <p:spPr>
              <a:xfrm>
                <a:off x="11921966" y="406165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8" name="Freeform: Shape 647">
                <a:extLst>
                  <a:ext uri="{FF2B5EF4-FFF2-40B4-BE49-F238E27FC236}">
                    <a16:creationId xmlns:a16="http://schemas.microsoft.com/office/drawing/2014/main" id="{B4649853-D97A-2135-7E88-7C9FB84308F2}"/>
                  </a:ext>
                </a:extLst>
              </p:cNvPr>
              <p:cNvSpPr/>
              <p:nvPr/>
            </p:nvSpPr>
            <p:spPr>
              <a:xfrm>
                <a:off x="11921966" y="526780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9" name="Freeform: Shape 648">
                <a:extLst>
                  <a:ext uri="{FF2B5EF4-FFF2-40B4-BE49-F238E27FC236}">
                    <a16:creationId xmlns:a16="http://schemas.microsoft.com/office/drawing/2014/main" id="{F22E0E3B-2242-1F19-C6BD-F67F59DF3DC0}"/>
                  </a:ext>
                </a:extLst>
              </p:cNvPr>
              <p:cNvSpPr/>
              <p:nvPr/>
            </p:nvSpPr>
            <p:spPr>
              <a:xfrm>
                <a:off x="11921966" y="5026628"/>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0" name="Freeform: Shape 649">
                <a:extLst>
                  <a:ext uri="{FF2B5EF4-FFF2-40B4-BE49-F238E27FC236}">
                    <a16:creationId xmlns:a16="http://schemas.microsoft.com/office/drawing/2014/main" id="{951236A8-A774-89F5-7EBF-D49A797383A9}"/>
                  </a:ext>
                </a:extLst>
              </p:cNvPr>
              <p:cNvSpPr/>
              <p:nvPr/>
            </p:nvSpPr>
            <p:spPr>
              <a:xfrm>
                <a:off x="11921966" y="4785455"/>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1" name="Freeform: Shape 650">
                <a:extLst>
                  <a:ext uri="{FF2B5EF4-FFF2-40B4-BE49-F238E27FC236}">
                    <a16:creationId xmlns:a16="http://schemas.microsoft.com/office/drawing/2014/main" id="{68E6B559-A639-F5AC-94D5-249B60B2362D}"/>
                  </a:ext>
                </a:extLst>
              </p:cNvPr>
              <p:cNvSpPr/>
              <p:nvPr/>
            </p:nvSpPr>
            <p:spPr>
              <a:xfrm>
                <a:off x="11921966" y="4302823"/>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2" name="Freeform: Shape 651">
                <a:extLst>
                  <a:ext uri="{FF2B5EF4-FFF2-40B4-BE49-F238E27FC236}">
                    <a16:creationId xmlns:a16="http://schemas.microsoft.com/office/drawing/2014/main" id="{B60E12F1-6E6E-2601-3136-97DD66D329D8}"/>
                  </a:ext>
                </a:extLst>
              </p:cNvPr>
              <p:cNvSpPr/>
              <p:nvPr/>
            </p:nvSpPr>
            <p:spPr>
              <a:xfrm>
                <a:off x="11921966" y="4544282"/>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3"/>
                      <a:pt x="40291" y="20002"/>
                    </a:cubicBezTo>
                    <a:cubicBezTo>
                      <a:pt x="40291" y="8573"/>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grpSp>
        <p:sp>
          <p:nvSpPr>
            <p:cNvPr id="333" name="Rectangle 332">
              <a:extLst>
                <a:ext uri="{FF2B5EF4-FFF2-40B4-BE49-F238E27FC236}">
                  <a16:creationId xmlns:a16="http://schemas.microsoft.com/office/drawing/2014/main" id="{3DC1DB9E-FB40-4B3E-F324-7017F7FAF5C4}"/>
                </a:ext>
              </a:extLst>
            </p:cNvPr>
            <p:cNvSpPr/>
            <p:nvPr/>
          </p:nvSpPr>
          <p:spPr>
            <a:xfrm>
              <a:off x="6968490" y="0"/>
              <a:ext cx="4405535" cy="6858000"/>
            </a:xfrm>
            <a:prstGeom prst="rect">
              <a:avLst/>
            </a:prstGeom>
            <a:gradFill>
              <a:gsLst>
                <a:gs pos="1300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grpSp>
      <p:sp>
        <p:nvSpPr>
          <p:cNvPr id="10" name="Graphic 41">
            <a:extLst>
              <a:ext uri="{FF2B5EF4-FFF2-40B4-BE49-F238E27FC236}">
                <a16:creationId xmlns:a16="http://schemas.microsoft.com/office/drawing/2014/main" id="{815048A5-2AD6-73AF-4142-09D4B802C790}"/>
              </a:ext>
            </a:extLst>
          </p:cNvPr>
          <p:cNvSpPr/>
          <p:nvPr userDrawn="1"/>
        </p:nvSpPr>
        <p:spPr>
          <a:xfrm>
            <a:off x="334964" y="924701"/>
            <a:ext cx="1226929" cy="703620"/>
          </a:xfrm>
          <a:custGeom>
            <a:avLst/>
            <a:gdLst>
              <a:gd name="connsiteX0" fmla="*/ 789988 w 1547008"/>
              <a:gd name="connsiteY0" fmla="*/ 101309 h 887179"/>
              <a:gd name="connsiteX1" fmla="*/ 781266 w 1547008"/>
              <a:gd name="connsiteY1" fmla="*/ 130318 h 887179"/>
              <a:gd name="connsiteX2" fmla="*/ 781256 w 1547008"/>
              <a:gd name="connsiteY2" fmla="*/ 130306 h 887179"/>
              <a:gd name="connsiteX3" fmla="*/ 783409 w 1547008"/>
              <a:gd name="connsiteY3" fmla="*/ 133487 h 887179"/>
              <a:gd name="connsiteX4" fmla="*/ 752775 w 1547008"/>
              <a:gd name="connsiteY4" fmla="*/ 169309 h 887179"/>
              <a:gd name="connsiteX5" fmla="*/ 1383578 w 1547008"/>
              <a:gd name="connsiteY5" fmla="*/ 118068 h 887179"/>
              <a:gd name="connsiteX6" fmla="*/ 1003871 w 1547008"/>
              <a:gd name="connsiteY6" fmla="*/ 54412 h 887179"/>
              <a:gd name="connsiteX7" fmla="*/ 1002075 w 1547008"/>
              <a:gd name="connsiteY7" fmla="*/ 27350 h 887179"/>
              <a:gd name="connsiteX8" fmla="*/ 957178 w 1547008"/>
              <a:gd name="connsiteY8" fmla="*/ 13913 h 887179"/>
              <a:gd name="connsiteX9" fmla="*/ 943709 w 1547008"/>
              <a:gd name="connsiteY9" fmla="*/ 58709 h 887179"/>
              <a:gd name="connsiteX10" fmla="*/ 944164 w 1547008"/>
              <a:gd name="connsiteY10" fmla="*/ 59423 h 887179"/>
              <a:gd name="connsiteX11" fmla="*/ 944386 w 1547008"/>
              <a:gd name="connsiteY11" fmla="*/ 59729 h 887179"/>
              <a:gd name="connsiteX12" fmla="*/ 944401 w 1547008"/>
              <a:gd name="connsiteY12" fmla="*/ 59748 h 887179"/>
              <a:gd name="connsiteX13" fmla="*/ 944912 w 1547008"/>
              <a:gd name="connsiteY13" fmla="*/ 60478 h 887179"/>
              <a:gd name="connsiteX14" fmla="*/ 817006 w 1547008"/>
              <a:gd name="connsiteY14" fmla="*/ 106982 h 887179"/>
              <a:gd name="connsiteX15" fmla="*/ 789988 w 1547008"/>
              <a:gd name="connsiteY15" fmla="*/ 101309 h 887179"/>
              <a:gd name="connsiteX16" fmla="*/ 1078907 w 1547008"/>
              <a:gd name="connsiteY16" fmla="*/ 281749 h 887179"/>
              <a:gd name="connsiteX17" fmla="*/ 1106140 w 1547008"/>
              <a:gd name="connsiteY17" fmla="*/ 289905 h 887179"/>
              <a:gd name="connsiteX18" fmla="*/ 1114313 w 1547008"/>
              <a:gd name="connsiteY18" fmla="*/ 262735 h 887179"/>
              <a:gd name="connsiteX19" fmla="*/ 1096492 w 1547008"/>
              <a:gd name="connsiteY19" fmla="*/ 252277 h 887179"/>
              <a:gd name="connsiteX20" fmla="*/ 993844 w 1547008"/>
              <a:gd name="connsiteY20" fmla="*/ 62068 h 887179"/>
              <a:gd name="connsiteX21" fmla="*/ 997947 w 1547008"/>
              <a:gd name="connsiteY21" fmla="*/ 29593 h 887179"/>
              <a:gd name="connsiteX22" fmla="*/ 959448 w 1547008"/>
              <a:gd name="connsiteY22" fmla="*/ 18068 h 887179"/>
              <a:gd name="connsiteX23" fmla="*/ 947898 w 1547008"/>
              <a:gd name="connsiteY23" fmla="*/ 56489 h 887179"/>
              <a:gd name="connsiteX24" fmla="*/ 977330 w 1547008"/>
              <a:gd name="connsiteY24" fmla="*/ 70946 h 887179"/>
              <a:gd name="connsiteX25" fmla="*/ 1079978 w 1547008"/>
              <a:gd name="connsiteY25" fmla="*/ 261156 h 887179"/>
              <a:gd name="connsiteX26" fmla="*/ 1078920 w 1547008"/>
              <a:gd name="connsiteY26" fmla="*/ 281762 h 887179"/>
              <a:gd name="connsiteX27" fmla="*/ 1078907 w 1547008"/>
              <a:gd name="connsiteY27" fmla="*/ 281749 h 887179"/>
              <a:gd name="connsiteX28" fmla="*/ 913111 w 1547008"/>
              <a:gd name="connsiteY28" fmla="*/ 329466 h 887179"/>
              <a:gd name="connsiteX29" fmla="*/ 881047 w 1547008"/>
              <a:gd name="connsiteY29" fmla="*/ 319863 h 887179"/>
              <a:gd name="connsiteX30" fmla="*/ 884498 w 1547008"/>
              <a:gd name="connsiteY30" fmla="*/ 292789 h 887179"/>
              <a:gd name="connsiteX31" fmla="*/ 800409 w 1547008"/>
              <a:gd name="connsiteY31" fmla="*/ 136965 h 887179"/>
              <a:gd name="connsiteX32" fmla="*/ 785289 w 1547008"/>
              <a:gd name="connsiteY32" fmla="*/ 128170 h 887179"/>
              <a:gd name="connsiteX33" fmla="*/ 792154 w 1547008"/>
              <a:gd name="connsiteY33" fmla="*/ 105321 h 887179"/>
              <a:gd name="connsiteX34" fmla="*/ 815056 w 1547008"/>
              <a:gd name="connsiteY34" fmla="*/ 112181 h 887179"/>
              <a:gd name="connsiteX35" fmla="*/ 814090 w 1547008"/>
              <a:gd name="connsiteY35" fmla="*/ 129618 h 887179"/>
              <a:gd name="connsiteX36" fmla="*/ 898179 w 1547008"/>
              <a:gd name="connsiteY36" fmla="*/ 285442 h 887179"/>
              <a:gd name="connsiteX37" fmla="*/ 922735 w 1547008"/>
              <a:gd name="connsiteY37" fmla="*/ 297476 h 887179"/>
              <a:gd name="connsiteX38" fmla="*/ 913111 w 1547008"/>
              <a:gd name="connsiteY38" fmla="*/ 329466 h 887179"/>
              <a:gd name="connsiteX39" fmla="*/ 606999 w 1547008"/>
              <a:gd name="connsiteY39" fmla="*/ 464373 h 887179"/>
              <a:gd name="connsiteX40" fmla="*/ 633494 w 1547008"/>
              <a:gd name="connsiteY40" fmla="*/ 472304 h 887179"/>
              <a:gd name="connsiteX41" fmla="*/ 641441 w 1547008"/>
              <a:gd name="connsiteY41" fmla="*/ 445870 h 887179"/>
              <a:gd name="connsiteX42" fmla="*/ 623073 w 1547008"/>
              <a:gd name="connsiteY42" fmla="*/ 435686 h 887179"/>
              <a:gd name="connsiteX43" fmla="*/ 557341 w 1547008"/>
              <a:gd name="connsiteY43" fmla="*/ 313893 h 887179"/>
              <a:gd name="connsiteX44" fmla="*/ 560161 w 1547008"/>
              <a:gd name="connsiteY44" fmla="*/ 288206 h 887179"/>
              <a:gd name="connsiteX45" fmla="*/ 529121 w 1547008"/>
              <a:gd name="connsiteY45" fmla="*/ 278912 h 887179"/>
              <a:gd name="connsiteX46" fmla="*/ 519805 w 1547008"/>
              <a:gd name="connsiteY46" fmla="*/ 309880 h 887179"/>
              <a:gd name="connsiteX47" fmla="*/ 542851 w 1547008"/>
              <a:gd name="connsiteY47" fmla="*/ 321667 h 887179"/>
              <a:gd name="connsiteX48" fmla="*/ 608580 w 1547008"/>
              <a:gd name="connsiteY48" fmla="*/ 443460 h 887179"/>
              <a:gd name="connsiteX49" fmla="*/ 606987 w 1547008"/>
              <a:gd name="connsiteY49" fmla="*/ 464364 h 887179"/>
              <a:gd name="connsiteX50" fmla="*/ 606999 w 1547008"/>
              <a:gd name="connsiteY50" fmla="*/ 464373 h 887179"/>
              <a:gd name="connsiteX51" fmla="*/ 775010 w 1547008"/>
              <a:gd name="connsiteY51" fmla="*/ 653147 h 887179"/>
              <a:gd name="connsiteX52" fmla="*/ 880512 w 1547008"/>
              <a:gd name="connsiteY52" fmla="*/ 653147 h 887179"/>
              <a:gd name="connsiteX53" fmla="*/ 880512 w 1547008"/>
              <a:gd name="connsiteY53" fmla="*/ 653137 h 887179"/>
              <a:gd name="connsiteX54" fmla="*/ 1008571 w 1547008"/>
              <a:gd name="connsiteY54" fmla="*/ 768994 h 887179"/>
              <a:gd name="connsiteX55" fmla="*/ 880512 w 1547008"/>
              <a:gd name="connsiteY55" fmla="*/ 884853 h 887179"/>
              <a:gd name="connsiteX56" fmla="*/ 775010 w 1547008"/>
              <a:gd name="connsiteY56" fmla="*/ 884853 h 887179"/>
              <a:gd name="connsiteX57" fmla="*/ 775010 w 1547008"/>
              <a:gd name="connsiteY57" fmla="*/ 653147 h 887179"/>
              <a:gd name="connsiteX58" fmla="*/ 828759 w 1547008"/>
              <a:gd name="connsiteY58" fmla="*/ 840842 h 887179"/>
              <a:gd name="connsiteX59" fmla="*/ 877860 w 1547008"/>
              <a:gd name="connsiteY59" fmla="*/ 840842 h 887179"/>
              <a:gd name="connsiteX60" fmla="*/ 877860 w 1547008"/>
              <a:gd name="connsiteY60" fmla="*/ 840852 h 887179"/>
              <a:gd name="connsiteX61" fmla="*/ 954142 w 1547008"/>
              <a:gd name="connsiteY61" fmla="*/ 769006 h 887179"/>
              <a:gd name="connsiteX62" fmla="*/ 877860 w 1547008"/>
              <a:gd name="connsiteY62" fmla="*/ 697160 h 887179"/>
              <a:gd name="connsiteX63" fmla="*/ 828759 w 1547008"/>
              <a:gd name="connsiteY63" fmla="*/ 697160 h 887179"/>
              <a:gd name="connsiteX64" fmla="*/ 828759 w 1547008"/>
              <a:gd name="connsiteY64" fmla="*/ 840842 h 887179"/>
              <a:gd name="connsiteX65" fmla="*/ 0 w 1547008"/>
              <a:gd name="connsiteY65" fmla="*/ 653147 h 887179"/>
              <a:gd name="connsiteX66" fmla="*/ 95545 w 1547008"/>
              <a:gd name="connsiteY66" fmla="*/ 653147 h 887179"/>
              <a:gd name="connsiteX67" fmla="*/ 194398 w 1547008"/>
              <a:gd name="connsiteY67" fmla="*/ 735582 h 887179"/>
              <a:gd name="connsiteX68" fmla="*/ 95545 w 1547008"/>
              <a:gd name="connsiteY68" fmla="*/ 817981 h 887179"/>
              <a:gd name="connsiteX69" fmla="*/ 43103 w 1547008"/>
              <a:gd name="connsiteY69" fmla="*/ 817981 h 887179"/>
              <a:gd name="connsiteX70" fmla="*/ 43103 w 1547008"/>
              <a:gd name="connsiteY70" fmla="*/ 884853 h 887179"/>
              <a:gd name="connsiteX71" fmla="*/ 0 w 1547008"/>
              <a:gd name="connsiteY71" fmla="*/ 884853 h 887179"/>
              <a:gd name="connsiteX72" fmla="*/ 0 w 1547008"/>
              <a:gd name="connsiteY72" fmla="*/ 653147 h 887179"/>
              <a:gd name="connsiteX73" fmla="*/ 43103 w 1547008"/>
              <a:gd name="connsiteY73" fmla="*/ 781575 h 887179"/>
              <a:gd name="connsiteX74" fmla="*/ 93558 w 1547008"/>
              <a:gd name="connsiteY74" fmla="*/ 781575 h 887179"/>
              <a:gd name="connsiteX75" fmla="*/ 150938 w 1547008"/>
              <a:gd name="connsiteY75" fmla="*/ 735582 h 887179"/>
              <a:gd name="connsiteX76" fmla="*/ 93558 w 1547008"/>
              <a:gd name="connsiteY76" fmla="*/ 689552 h 887179"/>
              <a:gd name="connsiteX77" fmla="*/ 43103 w 1547008"/>
              <a:gd name="connsiteY77" fmla="*/ 689552 h 887179"/>
              <a:gd name="connsiteX78" fmla="*/ 43103 w 1547008"/>
              <a:gd name="connsiteY78" fmla="*/ 781575 h 887179"/>
              <a:gd name="connsiteX79" fmla="*/ 271384 w 1547008"/>
              <a:gd name="connsiteY79" fmla="*/ 708104 h 887179"/>
              <a:gd name="connsiteX80" fmla="*/ 271384 w 1547008"/>
              <a:gd name="connsiteY80" fmla="*/ 733908 h 887179"/>
              <a:gd name="connsiteX81" fmla="*/ 271396 w 1547008"/>
              <a:gd name="connsiteY81" fmla="*/ 733908 h 887179"/>
              <a:gd name="connsiteX82" fmla="*/ 334413 w 1547008"/>
              <a:gd name="connsiteY82" fmla="*/ 706120 h 887179"/>
              <a:gd name="connsiteX83" fmla="*/ 334413 w 1547008"/>
              <a:gd name="connsiteY83" fmla="*/ 745517 h 887179"/>
              <a:gd name="connsiteX84" fmla="*/ 324801 w 1547008"/>
              <a:gd name="connsiteY84" fmla="*/ 744507 h 887179"/>
              <a:gd name="connsiteX85" fmla="*/ 273371 w 1547008"/>
              <a:gd name="connsiteY85" fmla="*/ 799118 h 887179"/>
              <a:gd name="connsiteX86" fmla="*/ 273371 w 1547008"/>
              <a:gd name="connsiteY86" fmla="*/ 884853 h 887179"/>
              <a:gd name="connsiteX87" fmla="*/ 231897 w 1547008"/>
              <a:gd name="connsiteY87" fmla="*/ 884853 h 887179"/>
              <a:gd name="connsiteX88" fmla="*/ 231897 w 1547008"/>
              <a:gd name="connsiteY88" fmla="*/ 708104 h 887179"/>
              <a:gd name="connsiteX89" fmla="*/ 271384 w 1547008"/>
              <a:gd name="connsiteY89" fmla="*/ 708104 h 887179"/>
              <a:gd name="connsiteX90" fmla="*/ 447530 w 1547008"/>
              <a:gd name="connsiteY90" fmla="*/ 851749 h 887179"/>
              <a:gd name="connsiteX91" fmla="*/ 396528 w 1547008"/>
              <a:gd name="connsiteY91" fmla="*/ 810370 h 887179"/>
              <a:gd name="connsiteX92" fmla="*/ 354245 w 1547008"/>
              <a:gd name="connsiteY92" fmla="*/ 810370 h 887179"/>
              <a:gd name="connsiteX93" fmla="*/ 447530 w 1547008"/>
              <a:gd name="connsiteY93" fmla="*/ 887180 h 887179"/>
              <a:gd name="connsiteX94" fmla="*/ 541172 w 1547008"/>
              <a:gd name="connsiteY94" fmla="*/ 810370 h 887179"/>
              <a:gd name="connsiteX95" fmla="*/ 498892 w 1547008"/>
              <a:gd name="connsiteY95" fmla="*/ 810370 h 887179"/>
              <a:gd name="connsiteX96" fmla="*/ 447542 w 1547008"/>
              <a:gd name="connsiteY96" fmla="*/ 851749 h 887179"/>
              <a:gd name="connsiteX97" fmla="*/ 447530 w 1547008"/>
              <a:gd name="connsiteY97" fmla="*/ 851749 h 887179"/>
              <a:gd name="connsiteX98" fmla="*/ 396731 w 1547008"/>
              <a:gd name="connsiteY98" fmla="*/ 781575 h 887179"/>
              <a:gd name="connsiteX99" fmla="*/ 354402 w 1547008"/>
              <a:gd name="connsiteY99" fmla="*/ 781575 h 887179"/>
              <a:gd name="connsiteX100" fmla="*/ 447530 w 1547008"/>
              <a:gd name="connsiteY100" fmla="*/ 706120 h 887179"/>
              <a:gd name="connsiteX101" fmla="*/ 541018 w 1547008"/>
              <a:gd name="connsiteY101" fmla="*/ 781575 h 887179"/>
              <a:gd name="connsiteX102" fmla="*/ 498689 w 1547008"/>
              <a:gd name="connsiteY102" fmla="*/ 781575 h 887179"/>
              <a:gd name="connsiteX103" fmla="*/ 447530 w 1547008"/>
              <a:gd name="connsiteY103" fmla="*/ 741208 h 887179"/>
              <a:gd name="connsiteX104" fmla="*/ 396731 w 1547008"/>
              <a:gd name="connsiteY104" fmla="*/ 781575 h 887179"/>
              <a:gd name="connsiteX105" fmla="*/ 662855 w 1547008"/>
              <a:gd name="connsiteY105" fmla="*/ 741208 h 887179"/>
              <a:gd name="connsiteX106" fmla="*/ 707005 w 1547008"/>
              <a:gd name="connsiteY106" fmla="*/ 765694 h 887179"/>
              <a:gd name="connsiteX107" fmla="*/ 738830 w 1547008"/>
              <a:gd name="connsiteY107" fmla="*/ 747142 h 887179"/>
              <a:gd name="connsiteX108" fmla="*/ 663200 w 1547008"/>
              <a:gd name="connsiteY108" fmla="*/ 706120 h 887179"/>
              <a:gd name="connsiteX109" fmla="*/ 567310 w 1547008"/>
              <a:gd name="connsiteY109" fmla="*/ 796471 h 887179"/>
              <a:gd name="connsiteX110" fmla="*/ 663200 w 1547008"/>
              <a:gd name="connsiteY110" fmla="*/ 887180 h 887179"/>
              <a:gd name="connsiteX111" fmla="*/ 738830 w 1547008"/>
              <a:gd name="connsiteY111" fmla="*/ 845803 h 887179"/>
              <a:gd name="connsiteX112" fmla="*/ 707005 w 1547008"/>
              <a:gd name="connsiteY112" fmla="*/ 827248 h 887179"/>
              <a:gd name="connsiteX113" fmla="*/ 662855 w 1547008"/>
              <a:gd name="connsiteY113" fmla="*/ 851737 h 887179"/>
              <a:gd name="connsiteX114" fmla="*/ 609128 w 1547008"/>
              <a:gd name="connsiteY114" fmla="*/ 796471 h 887179"/>
              <a:gd name="connsiteX115" fmla="*/ 662855 w 1547008"/>
              <a:gd name="connsiteY115" fmla="*/ 741208 h 887179"/>
              <a:gd name="connsiteX116" fmla="*/ 1208954 w 1547008"/>
              <a:gd name="connsiteY116" fmla="*/ 793837 h 887179"/>
              <a:gd name="connsiteX117" fmla="*/ 1093493 w 1547008"/>
              <a:gd name="connsiteY117" fmla="*/ 653147 h 887179"/>
              <a:gd name="connsiteX118" fmla="*/ 1049033 w 1547008"/>
              <a:gd name="connsiteY118" fmla="*/ 653147 h 887179"/>
              <a:gd name="connsiteX119" fmla="*/ 1049033 w 1547008"/>
              <a:gd name="connsiteY119" fmla="*/ 884853 h 887179"/>
              <a:gd name="connsiteX120" fmla="*/ 1102130 w 1547008"/>
              <a:gd name="connsiteY120" fmla="*/ 884853 h 887179"/>
              <a:gd name="connsiteX121" fmla="*/ 1102130 w 1547008"/>
              <a:gd name="connsiteY121" fmla="*/ 744199 h 887179"/>
              <a:gd name="connsiteX122" fmla="*/ 1217901 w 1547008"/>
              <a:gd name="connsiteY122" fmla="*/ 884853 h 887179"/>
              <a:gd name="connsiteX123" fmla="*/ 1262014 w 1547008"/>
              <a:gd name="connsiteY123" fmla="*/ 884853 h 887179"/>
              <a:gd name="connsiteX124" fmla="*/ 1262014 w 1547008"/>
              <a:gd name="connsiteY124" fmla="*/ 653147 h 887179"/>
              <a:gd name="connsiteX125" fmla="*/ 1208954 w 1547008"/>
              <a:gd name="connsiteY125" fmla="*/ 653147 h 887179"/>
              <a:gd name="connsiteX126" fmla="*/ 1208954 w 1547008"/>
              <a:gd name="connsiteY126" fmla="*/ 793837 h 887179"/>
              <a:gd name="connsiteX127" fmla="*/ 1390086 w 1547008"/>
              <a:gd name="connsiteY127" fmla="*/ 653147 h 887179"/>
              <a:gd name="connsiteX128" fmla="*/ 1443183 w 1547008"/>
              <a:gd name="connsiteY128" fmla="*/ 653147 h 887179"/>
              <a:gd name="connsiteX129" fmla="*/ 1547008 w 1547008"/>
              <a:gd name="connsiteY129" fmla="*/ 884853 h 887179"/>
              <a:gd name="connsiteX130" fmla="*/ 1490605 w 1547008"/>
              <a:gd name="connsiteY130" fmla="*/ 884853 h 887179"/>
              <a:gd name="connsiteX131" fmla="*/ 1470071 w 1547008"/>
              <a:gd name="connsiteY131" fmla="*/ 835216 h 887179"/>
              <a:gd name="connsiteX132" fmla="*/ 1453142 w 1547008"/>
              <a:gd name="connsiteY132" fmla="*/ 794502 h 887179"/>
              <a:gd name="connsiteX133" fmla="*/ 1451428 w 1547008"/>
              <a:gd name="connsiteY133" fmla="*/ 790347 h 887179"/>
              <a:gd name="connsiteX134" fmla="*/ 1416307 w 1547008"/>
              <a:gd name="connsiteY134" fmla="*/ 705778 h 887179"/>
              <a:gd name="connsiteX135" fmla="*/ 1379462 w 1547008"/>
              <a:gd name="connsiteY135" fmla="*/ 794502 h 887179"/>
              <a:gd name="connsiteX136" fmla="*/ 1362271 w 1547008"/>
              <a:gd name="connsiteY136" fmla="*/ 835216 h 887179"/>
              <a:gd name="connsiteX137" fmla="*/ 1361450 w 1547008"/>
              <a:gd name="connsiteY137" fmla="*/ 837115 h 887179"/>
              <a:gd name="connsiteX138" fmla="*/ 1341654 w 1547008"/>
              <a:gd name="connsiteY138" fmla="*/ 884853 h 887179"/>
              <a:gd name="connsiteX139" fmla="*/ 1286605 w 1547008"/>
              <a:gd name="connsiteY139" fmla="*/ 884853 h 887179"/>
              <a:gd name="connsiteX140" fmla="*/ 1390086 w 1547008"/>
              <a:gd name="connsiteY140" fmla="*/ 653147 h 887179"/>
              <a:gd name="connsiteX141" fmla="*/ 714393 w 1547008"/>
              <a:gd name="connsiteY141" fmla="*/ 455827 h 887179"/>
              <a:gd name="connsiteX142" fmla="*/ 734690 w 1547008"/>
              <a:gd name="connsiteY142" fmla="*/ 461905 h 887179"/>
              <a:gd name="connsiteX143" fmla="*/ 740782 w 1547008"/>
              <a:gd name="connsiteY143" fmla="*/ 441657 h 887179"/>
              <a:gd name="connsiteX144" fmla="*/ 730479 w 1547008"/>
              <a:gd name="connsiteY144" fmla="*/ 434141 h 887179"/>
              <a:gd name="connsiteX145" fmla="*/ 657073 w 1547008"/>
              <a:gd name="connsiteY145" fmla="*/ 298117 h 887179"/>
              <a:gd name="connsiteX146" fmla="*/ 662249 w 1547008"/>
              <a:gd name="connsiteY146" fmla="*/ 265038 h 887179"/>
              <a:gd name="connsiteX147" fmla="*/ 624405 w 1547008"/>
              <a:gd name="connsiteY147" fmla="*/ 253715 h 887179"/>
              <a:gd name="connsiteX148" fmla="*/ 613055 w 1547008"/>
              <a:gd name="connsiteY148" fmla="*/ 291472 h 887179"/>
              <a:gd name="connsiteX149" fmla="*/ 643594 w 1547008"/>
              <a:gd name="connsiteY149" fmla="*/ 305371 h 887179"/>
              <a:gd name="connsiteX150" fmla="*/ 715915 w 1547008"/>
              <a:gd name="connsiteY150" fmla="*/ 439376 h 887179"/>
              <a:gd name="connsiteX151" fmla="*/ 714405 w 1547008"/>
              <a:gd name="connsiteY151" fmla="*/ 455839 h 887179"/>
              <a:gd name="connsiteX152" fmla="*/ 714393 w 1547008"/>
              <a:gd name="connsiteY152" fmla="*/ 455827 h 887179"/>
              <a:gd name="connsiteX153" fmla="*/ 569915 w 1547008"/>
              <a:gd name="connsiteY153" fmla="*/ 552411 h 887179"/>
              <a:gd name="connsiteX154" fmla="*/ 547240 w 1547008"/>
              <a:gd name="connsiteY154" fmla="*/ 545621 h 887179"/>
              <a:gd name="connsiteX155" fmla="*/ 547240 w 1547008"/>
              <a:gd name="connsiteY155" fmla="*/ 545633 h 887179"/>
              <a:gd name="connsiteX156" fmla="*/ 547621 w 1547008"/>
              <a:gd name="connsiteY156" fmla="*/ 529254 h 887179"/>
              <a:gd name="connsiteX157" fmla="*/ 446983 w 1547008"/>
              <a:gd name="connsiteY157" fmla="*/ 342783 h 887179"/>
              <a:gd name="connsiteX158" fmla="*/ 414552 w 1547008"/>
              <a:gd name="connsiteY158" fmla="*/ 327755 h 887179"/>
              <a:gd name="connsiteX159" fmla="*/ 426759 w 1547008"/>
              <a:gd name="connsiteY159" fmla="*/ 287160 h 887179"/>
              <a:gd name="connsiteX160" fmla="*/ 467446 w 1547008"/>
              <a:gd name="connsiteY160" fmla="*/ 299339 h 887179"/>
              <a:gd name="connsiteX161" fmla="*/ 462164 w 1547008"/>
              <a:gd name="connsiteY161" fmla="*/ 334615 h 887179"/>
              <a:gd name="connsiteX162" fmla="*/ 562801 w 1547008"/>
              <a:gd name="connsiteY162" fmla="*/ 521086 h 887179"/>
              <a:gd name="connsiteX163" fmla="*/ 576721 w 1547008"/>
              <a:gd name="connsiteY163" fmla="*/ 529787 h 887179"/>
              <a:gd name="connsiteX164" fmla="*/ 569915 w 1547008"/>
              <a:gd name="connsiteY164" fmla="*/ 552411 h 887179"/>
              <a:gd name="connsiteX165" fmla="*/ 1025073 w 1547008"/>
              <a:gd name="connsiteY165" fmla="*/ 342866 h 887179"/>
              <a:gd name="connsiteX166" fmla="*/ 986573 w 1547008"/>
              <a:gd name="connsiteY166" fmla="*/ 331340 h 887179"/>
              <a:gd name="connsiteX167" fmla="*/ 986561 w 1547008"/>
              <a:gd name="connsiteY167" fmla="*/ 331340 h 887179"/>
              <a:gd name="connsiteX168" fmla="*/ 991891 w 1547008"/>
              <a:gd name="connsiteY168" fmla="*/ 297618 h 887179"/>
              <a:gd name="connsiteX169" fmla="*/ 911029 w 1547008"/>
              <a:gd name="connsiteY169" fmla="*/ 147790 h 887179"/>
              <a:gd name="connsiteX170" fmla="*/ 896299 w 1547008"/>
              <a:gd name="connsiteY170" fmla="*/ 139161 h 887179"/>
              <a:gd name="connsiteX171" fmla="*/ 903045 w 1547008"/>
              <a:gd name="connsiteY171" fmla="*/ 116751 h 887179"/>
              <a:gd name="connsiteX172" fmla="*/ 925507 w 1547008"/>
              <a:gd name="connsiteY172" fmla="*/ 123469 h 887179"/>
              <a:gd name="connsiteX173" fmla="*/ 924615 w 1547008"/>
              <a:gd name="connsiteY173" fmla="*/ 140490 h 887179"/>
              <a:gd name="connsiteX174" fmla="*/ 1005480 w 1547008"/>
              <a:gd name="connsiteY174" fmla="*/ 290318 h 887179"/>
              <a:gd name="connsiteX175" fmla="*/ 1036625 w 1547008"/>
              <a:gd name="connsiteY175" fmla="*/ 304444 h 887179"/>
              <a:gd name="connsiteX176" fmla="*/ 1025073 w 1547008"/>
              <a:gd name="connsiteY176" fmla="*/ 342866 h 887179"/>
              <a:gd name="connsiteX177" fmla="*/ 376791 w 1547008"/>
              <a:gd name="connsiteY177" fmla="*/ 357205 h 887179"/>
              <a:gd name="connsiteX178" fmla="*/ 354116 w 1547008"/>
              <a:gd name="connsiteY178" fmla="*/ 350416 h 887179"/>
              <a:gd name="connsiteX179" fmla="*/ 347309 w 1547008"/>
              <a:gd name="connsiteY179" fmla="*/ 373037 h 887179"/>
              <a:gd name="connsiteX180" fmla="*/ 361350 w 1547008"/>
              <a:gd name="connsiteY180" fmla="*/ 381738 h 887179"/>
              <a:gd name="connsiteX181" fmla="*/ 445091 w 1547008"/>
              <a:gd name="connsiteY181" fmla="*/ 536921 h 887179"/>
              <a:gd name="connsiteX182" fmla="*/ 442129 w 1547008"/>
              <a:gd name="connsiteY182" fmla="*/ 563663 h 887179"/>
              <a:gd name="connsiteX183" fmla="*/ 474406 w 1547008"/>
              <a:gd name="connsiteY183" fmla="*/ 573324 h 887179"/>
              <a:gd name="connsiteX184" fmla="*/ 484091 w 1547008"/>
              <a:gd name="connsiteY184" fmla="*/ 541122 h 887179"/>
              <a:gd name="connsiteX185" fmla="*/ 460082 w 1547008"/>
              <a:gd name="connsiteY185" fmla="*/ 528873 h 887179"/>
              <a:gd name="connsiteX186" fmla="*/ 376338 w 1547008"/>
              <a:gd name="connsiteY186" fmla="*/ 373690 h 887179"/>
              <a:gd name="connsiteX187" fmla="*/ 376791 w 1547008"/>
              <a:gd name="connsiteY187" fmla="*/ 357205 h 887179"/>
              <a:gd name="connsiteX188" fmla="*/ 786181 w 1547008"/>
              <a:gd name="connsiteY188" fmla="*/ 381063 h 887179"/>
              <a:gd name="connsiteX189" fmla="*/ 739485 w 1547008"/>
              <a:gd name="connsiteY189" fmla="*/ 436065 h 887179"/>
              <a:gd name="connsiteX190" fmla="*/ 742982 w 1547008"/>
              <a:gd name="connsiteY190" fmla="*/ 440469 h 887179"/>
              <a:gd name="connsiteX191" fmla="*/ 735880 w 1547008"/>
              <a:gd name="connsiteY191" fmla="*/ 464090 h 887179"/>
              <a:gd name="connsiteX192" fmla="*/ 713193 w 1547008"/>
              <a:gd name="connsiteY192" fmla="*/ 458452 h 887179"/>
              <a:gd name="connsiteX193" fmla="*/ 579874 w 1547008"/>
              <a:gd name="connsiteY193" fmla="*/ 523545 h 887179"/>
              <a:gd name="connsiteX194" fmla="*/ 582122 w 1547008"/>
              <a:gd name="connsiteY194" fmla="*/ 526869 h 887179"/>
              <a:gd name="connsiteX195" fmla="*/ 572831 w 1547008"/>
              <a:gd name="connsiteY195" fmla="*/ 557775 h 887179"/>
              <a:gd name="connsiteX196" fmla="*/ 541851 w 1547008"/>
              <a:gd name="connsiteY196" fmla="*/ 548505 h 887179"/>
              <a:gd name="connsiteX197" fmla="*/ 539935 w 1547008"/>
              <a:gd name="connsiteY197" fmla="*/ 531840 h 887179"/>
              <a:gd name="connsiteX198" fmla="*/ 487173 w 1547008"/>
              <a:gd name="connsiteY198" fmla="*/ 536730 h 887179"/>
              <a:gd name="connsiteX199" fmla="*/ 488219 w 1547008"/>
              <a:gd name="connsiteY199" fmla="*/ 538223 h 887179"/>
              <a:gd name="connsiteX200" fmla="*/ 488527 w 1547008"/>
              <a:gd name="connsiteY200" fmla="*/ 538737 h 887179"/>
              <a:gd name="connsiteX201" fmla="*/ 476799 w 1547008"/>
              <a:gd name="connsiteY201" fmla="*/ 577740 h 887179"/>
              <a:gd name="connsiteX202" fmla="*/ 437703 w 1547008"/>
              <a:gd name="connsiteY202" fmla="*/ 566036 h 887179"/>
              <a:gd name="connsiteX203" fmla="*/ 439548 w 1547008"/>
              <a:gd name="connsiteY203" fmla="*/ 535972 h 887179"/>
              <a:gd name="connsiteX204" fmla="*/ 163430 w 1547008"/>
              <a:gd name="connsiteY204" fmla="*/ 454866 h 887179"/>
              <a:gd name="connsiteX205" fmla="*/ 786193 w 1547008"/>
              <a:gd name="connsiteY205" fmla="*/ 381039 h 887179"/>
              <a:gd name="connsiteX206" fmla="*/ 786181 w 1547008"/>
              <a:gd name="connsiteY206" fmla="*/ 381063 h 887179"/>
              <a:gd name="connsiteX207" fmla="*/ 344157 w 1547008"/>
              <a:gd name="connsiteY207" fmla="*/ 374736 h 887179"/>
              <a:gd name="connsiteX208" fmla="*/ 352437 w 1547008"/>
              <a:gd name="connsiteY208" fmla="*/ 382960 h 887179"/>
              <a:gd name="connsiteX209" fmla="*/ 352415 w 1547008"/>
              <a:gd name="connsiteY209" fmla="*/ 382972 h 887179"/>
              <a:gd name="connsiteX210" fmla="*/ 316878 w 1547008"/>
              <a:gd name="connsiteY210" fmla="*/ 424172 h 887179"/>
              <a:gd name="connsiteX211" fmla="*/ 444651 w 1547008"/>
              <a:gd name="connsiteY211" fmla="*/ 264277 h 887179"/>
              <a:gd name="connsiteX212" fmla="*/ 768917 w 1547008"/>
              <a:gd name="connsiteY212" fmla="*/ 255709 h 887179"/>
              <a:gd name="connsiteX213" fmla="*/ 878143 w 1547008"/>
              <a:gd name="connsiteY213" fmla="*/ 291838 h 887179"/>
              <a:gd name="connsiteX214" fmla="*/ 876147 w 1547008"/>
              <a:gd name="connsiteY214" fmla="*/ 322474 h 887179"/>
              <a:gd name="connsiteX215" fmla="*/ 915726 w 1547008"/>
              <a:gd name="connsiteY215" fmla="*/ 334319 h 887179"/>
              <a:gd name="connsiteX216" fmla="*/ 929862 w 1547008"/>
              <a:gd name="connsiteY216" fmla="*/ 300265 h 887179"/>
              <a:gd name="connsiteX217" fmla="*/ 981446 w 1547008"/>
              <a:gd name="connsiteY217" fmla="*/ 302663 h 887179"/>
              <a:gd name="connsiteX218" fmla="*/ 981803 w 1547008"/>
              <a:gd name="connsiteY218" fmla="*/ 333892 h 887179"/>
              <a:gd name="connsiteX219" fmla="*/ 1027631 w 1547008"/>
              <a:gd name="connsiteY219" fmla="*/ 347615 h 887179"/>
              <a:gd name="connsiteX220" fmla="*/ 1041383 w 1547008"/>
              <a:gd name="connsiteY220" fmla="*/ 301893 h 887179"/>
              <a:gd name="connsiteX221" fmla="*/ 1038458 w 1547008"/>
              <a:gd name="connsiteY221" fmla="*/ 297584 h 887179"/>
              <a:gd name="connsiteX222" fmla="*/ 1078062 w 1547008"/>
              <a:gd name="connsiteY222" fmla="*/ 289001 h 887179"/>
              <a:gd name="connsiteX223" fmla="*/ 1108484 w 1547008"/>
              <a:gd name="connsiteY223" fmla="*/ 294272 h 887179"/>
              <a:gd name="connsiteX224" fmla="*/ 1121559 w 1547008"/>
              <a:gd name="connsiteY224" fmla="*/ 274034 h 887179"/>
              <a:gd name="connsiteX225" fmla="*/ 1245193 w 1547008"/>
              <a:gd name="connsiteY225" fmla="*/ 188288 h 887179"/>
              <a:gd name="connsiteX226" fmla="*/ 1237079 w 1547008"/>
              <a:gd name="connsiteY226" fmla="*/ 201084 h 887179"/>
              <a:gd name="connsiteX227" fmla="*/ 788002 w 1547008"/>
              <a:gd name="connsiteY227" fmla="*/ 339850 h 887179"/>
              <a:gd name="connsiteX228" fmla="*/ 659727 w 1547008"/>
              <a:gd name="connsiteY228" fmla="*/ 302782 h 887179"/>
              <a:gd name="connsiteX229" fmla="*/ 666829 w 1547008"/>
              <a:gd name="connsiteY229" fmla="*/ 262569 h 887179"/>
              <a:gd name="connsiteX230" fmla="*/ 621941 w 1547008"/>
              <a:gd name="connsiteY230" fmla="*/ 249132 h 887179"/>
              <a:gd name="connsiteX231" fmla="*/ 608475 w 1547008"/>
              <a:gd name="connsiteY231" fmla="*/ 293916 h 887179"/>
              <a:gd name="connsiteX232" fmla="*/ 610545 w 1547008"/>
              <a:gd name="connsiteY232" fmla="*/ 296978 h 887179"/>
              <a:gd name="connsiteX233" fmla="*/ 567823 w 1547008"/>
              <a:gd name="connsiteY233" fmla="*/ 296445 h 887179"/>
              <a:gd name="connsiteX234" fmla="*/ 564597 w 1547008"/>
              <a:gd name="connsiteY234" fmla="*/ 285833 h 887179"/>
              <a:gd name="connsiteX235" fmla="*/ 526753 w 1547008"/>
              <a:gd name="connsiteY235" fmla="*/ 274508 h 887179"/>
              <a:gd name="connsiteX236" fmla="*/ 512370 w 1547008"/>
              <a:gd name="connsiteY236" fmla="*/ 302641 h 887179"/>
              <a:gd name="connsiteX237" fmla="*/ 477881 w 1547008"/>
              <a:gd name="connsiteY237" fmla="*/ 311089 h 887179"/>
              <a:gd name="connsiteX238" fmla="*/ 473609 w 1547008"/>
              <a:gd name="connsiteY238" fmla="*/ 296017 h 887179"/>
              <a:gd name="connsiteX239" fmla="*/ 423462 w 1547008"/>
              <a:gd name="connsiteY239" fmla="*/ 281002 h 887179"/>
              <a:gd name="connsiteX240" fmla="*/ 408413 w 1547008"/>
              <a:gd name="connsiteY240" fmla="*/ 331032 h 887179"/>
              <a:gd name="connsiteX241" fmla="*/ 413613 w 1547008"/>
              <a:gd name="connsiteY241" fmla="*/ 338213 h 887179"/>
              <a:gd name="connsiteX242" fmla="*/ 381361 w 1547008"/>
              <a:gd name="connsiteY242" fmla="*/ 358938 h 887179"/>
              <a:gd name="connsiteX243" fmla="*/ 379931 w 1547008"/>
              <a:gd name="connsiteY243" fmla="*/ 355519 h 887179"/>
              <a:gd name="connsiteX244" fmla="*/ 352415 w 1547008"/>
              <a:gd name="connsiteY244" fmla="*/ 347282 h 887179"/>
              <a:gd name="connsiteX245" fmla="*/ 344157 w 1547008"/>
              <a:gd name="connsiteY245" fmla="*/ 374736 h 88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1547008" h="887179">
                <a:moveTo>
                  <a:pt x="789988" y="101309"/>
                </a:moveTo>
                <a:cubicBezTo>
                  <a:pt x="779553" y="106923"/>
                  <a:pt x="775652" y="119908"/>
                  <a:pt x="781266" y="130318"/>
                </a:cubicBezTo>
                <a:lnTo>
                  <a:pt x="781256" y="130306"/>
                </a:lnTo>
                <a:cubicBezTo>
                  <a:pt x="781875" y="131457"/>
                  <a:pt x="782622" y="132502"/>
                  <a:pt x="783409" y="133487"/>
                </a:cubicBezTo>
                <a:cubicBezTo>
                  <a:pt x="772202" y="144134"/>
                  <a:pt x="761910" y="155992"/>
                  <a:pt x="752775" y="169309"/>
                </a:cubicBezTo>
                <a:cubicBezTo>
                  <a:pt x="752775" y="169309"/>
                  <a:pt x="823228" y="-174753"/>
                  <a:pt x="1383578" y="118068"/>
                </a:cubicBezTo>
                <a:cubicBezTo>
                  <a:pt x="1383578" y="118068"/>
                  <a:pt x="1185898" y="45510"/>
                  <a:pt x="1003871" y="54412"/>
                </a:cubicBezTo>
                <a:cubicBezTo>
                  <a:pt x="1007036" y="45831"/>
                  <a:pt x="1006763" y="36038"/>
                  <a:pt x="1002075" y="27350"/>
                </a:cubicBezTo>
                <a:cubicBezTo>
                  <a:pt x="993404" y="11278"/>
                  <a:pt x="973298" y="5261"/>
                  <a:pt x="957178" y="13913"/>
                </a:cubicBezTo>
                <a:cubicBezTo>
                  <a:pt x="941067" y="22566"/>
                  <a:pt x="935036" y="42626"/>
                  <a:pt x="943709" y="58709"/>
                </a:cubicBezTo>
                <a:cubicBezTo>
                  <a:pt x="943846" y="58961"/>
                  <a:pt x="944000" y="59195"/>
                  <a:pt x="944164" y="59423"/>
                </a:cubicBezTo>
                <a:cubicBezTo>
                  <a:pt x="944237" y="59526"/>
                  <a:pt x="944310" y="59627"/>
                  <a:pt x="944386" y="59729"/>
                </a:cubicBezTo>
                <a:lnTo>
                  <a:pt x="944401" y="59748"/>
                </a:lnTo>
                <a:cubicBezTo>
                  <a:pt x="944577" y="59986"/>
                  <a:pt x="944753" y="60225"/>
                  <a:pt x="944912" y="60478"/>
                </a:cubicBezTo>
                <a:cubicBezTo>
                  <a:pt x="898179" y="68062"/>
                  <a:pt x="854244" y="82650"/>
                  <a:pt x="817006" y="106982"/>
                </a:cubicBezTo>
                <a:cubicBezTo>
                  <a:pt x="810688" y="98923"/>
                  <a:pt x="799327" y="96288"/>
                  <a:pt x="789988" y="101309"/>
                </a:cubicBezTo>
                <a:close/>
                <a:moveTo>
                  <a:pt x="1078907" y="281749"/>
                </a:moveTo>
                <a:cubicBezTo>
                  <a:pt x="1084167" y="291506"/>
                  <a:pt x="1096360" y="295150"/>
                  <a:pt x="1106140" y="289905"/>
                </a:cubicBezTo>
                <a:cubicBezTo>
                  <a:pt x="1115918" y="284658"/>
                  <a:pt x="1119572" y="272492"/>
                  <a:pt x="1114313" y="262735"/>
                </a:cubicBezTo>
                <a:cubicBezTo>
                  <a:pt x="1110661" y="255968"/>
                  <a:pt x="1103677" y="252241"/>
                  <a:pt x="1096492" y="252277"/>
                </a:cubicBezTo>
                <a:lnTo>
                  <a:pt x="993844" y="62068"/>
                </a:lnTo>
                <a:cubicBezTo>
                  <a:pt x="1001743" y="53415"/>
                  <a:pt x="1003825" y="40477"/>
                  <a:pt x="997947" y="29593"/>
                </a:cubicBezTo>
                <a:cubicBezTo>
                  <a:pt x="990501" y="15801"/>
                  <a:pt x="973261" y="10638"/>
                  <a:pt x="959448" y="18068"/>
                </a:cubicBezTo>
                <a:cubicBezTo>
                  <a:pt x="945625" y="25498"/>
                  <a:pt x="940449" y="42697"/>
                  <a:pt x="947898" y="56489"/>
                </a:cubicBezTo>
                <a:cubicBezTo>
                  <a:pt x="953773" y="67374"/>
                  <a:pt x="965744" y="72762"/>
                  <a:pt x="977330" y="70946"/>
                </a:cubicBezTo>
                <a:lnTo>
                  <a:pt x="1079978" y="261156"/>
                </a:lnTo>
                <a:cubicBezTo>
                  <a:pt x="1075992" y="267127"/>
                  <a:pt x="1075266" y="274997"/>
                  <a:pt x="1078920" y="281762"/>
                </a:cubicBezTo>
                <a:lnTo>
                  <a:pt x="1078907" y="281749"/>
                </a:lnTo>
                <a:close/>
                <a:moveTo>
                  <a:pt x="913111" y="329466"/>
                </a:moveTo>
                <a:cubicBezTo>
                  <a:pt x="901605" y="335649"/>
                  <a:pt x="887247" y="331352"/>
                  <a:pt x="881047" y="319863"/>
                </a:cubicBezTo>
                <a:cubicBezTo>
                  <a:pt x="876147" y="310782"/>
                  <a:pt x="877894" y="299994"/>
                  <a:pt x="884498" y="292789"/>
                </a:cubicBezTo>
                <a:lnTo>
                  <a:pt x="800409" y="136965"/>
                </a:lnTo>
                <a:cubicBezTo>
                  <a:pt x="794319" y="137048"/>
                  <a:pt x="788383" y="133891"/>
                  <a:pt x="785289" y="128170"/>
                </a:cubicBezTo>
                <a:cubicBezTo>
                  <a:pt x="780863" y="119968"/>
                  <a:pt x="783932" y="109736"/>
                  <a:pt x="792154" y="105321"/>
                </a:cubicBezTo>
                <a:cubicBezTo>
                  <a:pt x="800373" y="100905"/>
                  <a:pt x="810630" y="103980"/>
                  <a:pt x="815056" y="112181"/>
                </a:cubicBezTo>
                <a:cubicBezTo>
                  <a:pt x="818147" y="117902"/>
                  <a:pt x="817517" y="124585"/>
                  <a:pt x="814090" y="129618"/>
                </a:cubicBezTo>
                <a:lnTo>
                  <a:pt x="898179" y="285442"/>
                </a:lnTo>
                <a:cubicBezTo>
                  <a:pt x="907840" y="283910"/>
                  <a:pt x="917833" y="288397"/>
                  <a:pt x="922735" y="297476"/>
                </a:cubicBezTo>
                <a:cubicBezTo>
                  <a:pt x="928933" y="308953"/>
                  <a:pt x="924627" y="323280"/>
                  <a:pt x="913111" y="329466"/>
                </a:cubicBezTo>
                <a:close/>
                <a:moveTo>
                  <a:pt x="606999" y="464373"/>
                </a:moveTo>
                <a:cubicBezTo>
                  <a:pt x="612114" y="473871"/>
                  <a:pt x="623987" y="477419"/>
                  <a:pt x="633494" y="472304"/>
                </a:cubicBezTo>
                <a:cubicBezTo>
                  <a:pt x="643010" y="467199"/>
                  <a:pt x="646569" y="455353"/>
                  <a:pt x="641441" y="445870"/>
                </a:cubicBezTo>
                <a:cubicBezTo>
                  <a:pt x="637717" y="438973"/>
                  <a:pt x="630424" y="435271"/>
                  <a:pt x="623073" y="435686"/>
                </a:cubicBezTo>
                <a:lnTo>
                  <a:pt x="557341" y="313893"/>
                </a:lnTo>
                <a:cubicBezTo>
                  <a:pt x="563326" y="306925"/>
                  <a:pt x="564788" y="296765"/>
                  <a:pt x="560161" y="288206"/>
                </a:cubicBezTo>
                <a:cubicBezTo>
                  <a:pt x="554164" y="277084"/>
                  <a:pt x="540268" y="272932"/>
                  <a:pt x="529121" y="278912"/>
                </a:cubicBezTo>
                <a:cubicBezTo>
                  <a:pt x="517974" y="284895"/>
                  <a:pt x="513810" y="298760"/>
                  <a:pt x="519805" y="309880"/>
                </a:cubicBezTo>
                <a:cubicBezTo>
                  <a:pt x="524421" y="318438"/>
                  <a:pt x="533725" y="322818"/>
                  <a:pt x="542851" y="321667"/>
                </a:cubicBezTo>
                <a:lnTo>
                  <a:pt x="608580" y="443460"/>
                </a:lnTo>
                <a:cubicBezTo>
                  <a:pt x="604179" y="449348"/>
                  <a:pt x="603262" y="457467"/>
                  <a:pt x="606987" y="464364"/>
                </a:cubicBezTo>
                <a:lnTo>
                  <a:pt x="606999" y="464373"/>
                </a:lnTo>
                <a:close/>
                <a:moveTo>
                  <a:pt x="775010" y="653147"/>
                </a:moveTo>
                <a:lnTo>
                  <a:pt x="880512" y="653147"/>
                </a:lnTo>
                <a:lnTo>
                  <a:pt x="880512" y="653137"/>
                </a:lnTo>
                <a:cubicBezTo>
                  <a:pt x="956486" y="653137"/>
                  <a:pt x="1008571" y="698822"/>
                  <a:pt x="1008571" y="768994"/>
                </a:cubicBezTo>
                <a:cubicBezTo>
                  <a:pt x="1008571" y="839168"/>
                  <a:pt x="956486" y="884853"/>
                  <a:pt x="880512" y="884853"/>
                </a:cubicBezTo>
                <a:lnTo>
                  <a:pt x="775010" y="884853"/>
                </a:lnTo>
                <a:lnTo>
                  <a:pt x="775010" y="653147"/>
                </a:lnTo>
                <a:close/>
                <a:moveTo>
                  <a:pt x="828759" y="840842"/>
                </a:moveTo>
                <a:lnTo>
                  <a:pt x="877860" y="840842"/>
                </a:lnTo>
                <a:lnTo>
                  <a:pt x="877860" y="840852"/>
                </a:lnTo>
                <a:cubicBezTo>
                  <a:pt x="923960" y="840852"/>
                  <a:pt x="954142" y="813374"/>
                  <a:pt x="954142" y="769006"/>
                </a:cubicBezTo>
                <a:cubicBezTo>
                  <a:pt x="954142" y="724638"/>
                  <a:pt x="923960" y="697160"/>
                  <a:pt x="877860" y="697160"/>
                </a:cubicBezTo>
                <a:lnTo>
                  <a:pt x="828759" y="697160"/>
                </a:lnTo>
                <a:lnTo>
                  <a:pt x="828759" y="840842"/>
                </a:lnTo>
                <a:close/>
                <a:moveTo>
                  <a:pt x="0" y="653147"/>
                </a:moveTo>
                <a:lnTo>
                  <a:pt x="95545" y="653147"/>
                </a:lnTo>
                <a:cubicBezTo>
                  <a:pt x="156589" y="653147"/>
                  <a:pt x="194398" y="684625"/>
                  <a:pt x="194398" y="735582"/>
                </a:cubicBezTo>
                <a:cubicBezTo>
                  <a:pt x="194398" y="786537"/>
                  <a:pt x="156577" y="817981"/>
                  <a:pt x="95545" y="817981"/>
                </a:cubicBezTo>
                <a:lnTo>
                  <a:pt x="43103" y="817981"/>
                </a:lnTo>
                <a:lnTo>
                  <a:pt x="43103" y="884853"/>
                </a:lnTo>
                <a:lnTo>
                  <a:pt x="0" y="884853"/>
                </a:lnTo>
                <a:lnTo>
                  <a:pt x="0" y="653147"/>
                </a:lnTo>
                <a:close/>
                <a:moveTo>
                  <a:pt x="43103" y="781575"/>
                </a:moveTo>
                <a:lnTo>
                  <a:pt x="93558" y="781575"/>
                </a:lnTo>
                <a:cubicBezTo>
                  <a:pt x="131367" y="781575"/>
                  <a:pt x="150938" y="764734"/>
                  <a:pt x="150938" y="735582"/>
                </a:cubicBezTo>
                <a:cubicBezTo>
                  <a:pt x="150938" y="706430"/>
                  <a:pt x="131367" y="689552"/>
                  <a:pt x="93558" y="689552"/>
                </a:cubicBezTo>
                <a:lnTo>
                  <a:pt x="43103" y="689552"/>
                </a:lnTo>
                <a:lnTo>
                  <a:pt x="43103" y="781575"/>
                </a:lnTo>
                <a:close/>
                <a:moveTo>
                  <a:pt x="271384" y="708104"/>
                </a:moveTo>
                <a:lnTo>
                  <a:pt x="271384" y="733908"/>
                </a:lnTo>
                <a:lnTo>
                  <a:pt x="271396" y="733908"/>
                </a:lnTo>
                <a:cubicBezTo>
                  <a:pt x="283340" y="715402"/>
                  <a:pt x="304885" y="706120"/>
                  <a:pt x="334413" y="706120"/>
                </a:cubicBezTo>
                <a:lnTo>
                  <a:pt x="334413" y="745517"/>
                </a:lnTo>
                <a:cubicBezTo>
                  <a:pt x="330749" y="744852"/>
                  <a:pt x="327800" y="744507"/>
                  <a:pt x="324801" y="744507"/>
                </a:cubicBezTo>
                <a:cubicBezTo>
                  <a:pt x="293286" y="744507"/>
                  <a:pt x="273371" y="763060"/>
                  <a:pt x="273371" y="799118"/>
                </a:cubicBezTo>
                <a:lnTo>
                  <a:pt x="273371" y="884853"/>
                </a:lnTo>
                <a:lnTo>
                  <a:pt x="231897" y="884853"/>
                </a:lnTo>
                <a:lnTo>
                  <a:pt x="231897" y="708104"/>
                </a:lnTo>
                <a:lnTo>
                  <a:pt x="271384" y="708104"/>
                </a:lnTo>
                <a:close/>
                <a:moveTo>
                  <a:pt x="447530" y="851749"/>
                </a:moveTo>
                <a:cubicBezTo>
                  <a:pt x="422013" y="851749"/>
                  <a:pt x="401824" y="836032"/>
                  <a:pt x="396528" y="810370"/>
                </a:cubicBezTo>
                <a:lnTo>
                  <a:pt x="354245" y="810370"/>
                </a:lnTo>
                <a:cubicBezTo>
                  <a:pt x="360587" y="855904"/>
                  <a:pt x="398050" y="887180"/>
                  <a:pt x="447530" y="887180"/>
                </a:cubicBezTo>
                <a:cubicBezTo>
                  <a:pt x="497010" y="887180"/>
                  <a:pt x="534866" y="855892"/>
                  <a:pt x="541172" y="810370"/>
                </a:cubicBezTo>
                <a:lnTo>
                  <a:pt x="498892" y="810370"/>
                </a:lnTo>
                <a:cubicBezTo>
                  <a:pt x="493596" y="836022"/>
                  <a:pt x="473372" y="851749"/>
                  <a:pt x="447542" y="851749"/>
                </a:cubicBezTo>
                <a:lnTo>
                  <a:pt x="447530" y="851749"/>
                </a:lnTo>
                <a:close/>
                <a:moveTo>
                  <a:pt x="396731" y="781575"/>
                </a:moveTo>
                <a:lnTo>
                  <a:pt x="354402" y="781575"/>
                </a:lnTo>
                <a:cubicBezTo>
                  <a:pt x="361135" y="736626"/>
                  <a:pt x="397767" y="706120"/>
                  <a:pt x="447530" y="706120"/>
                </a:cubicBezTo>
                <a:cubicBezTo>
                  <a:pt x="497296" y="706120"/>
                  <a:pt x="534331" y="736626"/>
                  <a:pt x="541018" y="781575"/>
                </a:cubicBezTo>
                <a:lnTo>
                  <a:pt x="498689" y="781575"/>
                </a:lnTo>
                <a:cubicBezTo>
                  <a:pt x="493048" y="756495"/>
                  <a:pt x="472693" y="741208"/>
                  <a:pt x="447530" y="741208"/>
                </a:cubicBezTo>
                <a:cubicBezTo>
                  <a:pt x="422370" y="741208"/>
                  <a:pt x="402369" y="756507"/>
                  <a:pt x="396731" y="781575"/>
                </a:cubicBezTo>
                <a:close/>
                <a:moveTo>
                  <a:pt x="662855" y="741208"/>
                </a:moveTo>
                <a:cubicBezTo>
                  <a:pt x="680439" y="741208"/>
                  <a:pt x="696393" y="748816"/>
                  <a:pt x="707005" y="765694"/>
                </a:cubicBezTo>
                <a:lnTo>
                  <a:pt x="738830" y="747142"/>
                </a:lnTo>
                <a:cubicBezTo>
                  <a:pt x="725256" y="720317"/>
                  <a:pt x="697713" y="706120"/>
                  <a:pt x="663200" y="706120"/>
                </a:cubicBezTo>
                <a:cubicBezTo>
                  <a:pt x="607141" y="706120"/>
                  <a:pt x="567310" y="743498"/>
                  <a:pt x="567310" y="796471"/>
                </a:cubicBezTo>
                <a:cubicBezTo>
                  <a:pt x="567310" y="849447"/>
                  <a:pt x="607141" y="887180"/>
                  <a:pt x="663200" y="887180"/>
                </a:cubicBezTo>
                <a:cubicBezTo>
                  <a:pt x="697703" y="887180"/>
                  <a:pt x="725244" y="872271"/>
                  <a:pt x="738830" y="845803"/>
                </a:cubicBezTo>
                <a:lnTo>
                  <a:pt x="707005" y="827248"/>
                </a:lnTo>
                <a:cubicBezTo>
                  <a:pt x="696381" y="844129"/>
                  <a:pt x="680439" y="851737"/>
                  <a:pt x="662855" y="851737"/>
                </a:cubicBezTo>
                <a:cubicBezTo>
                  <a:pt x="632352" y="851737"/>
                  <a:pt x="609128" y="830892"/>
                  <a:pt x="609128" y="796471"/>
                </a:cubicBezTo>
                <a:cubicBezTo>
                  <a:pt x="609128" y="762050"/>
                  <a:pt x="632352" y="741208"/>
                  <a:pt x="662855" y="741208"/>
                </a:cubicBezTo>
                <a:close/>
                <a:moveTo>
                  <a:pt x="1208954" y="793837"/>
                </a:moveTo>
                <a:lnTo>
                  <a:pt x="1093493" y="653147"/>
                </a:lnTo>
                <a:lnTo>
                  <a:pt x="1049033" y="653147"/>
                </a:lnTo>
                <a:lnTo>
                  <a:pt x="1049033" y="884853"/>
                </a:lnTo>
                <a:lnTo>
                  <a:pt x="1102130" y="884853"/>
                </a:lnTo>
                <a:lnTo>
                  <a:pt x="1102130" y="744199"/>
                </a:lnTo>
                <a:lnTo>
                  <a:pt x="1217901" y="884853"/>
                </a:lnTo>
                <a:lnTo>
                  <a:pt x="1262014" y="884853"/>
                </a:lnTo>
                <a:lnTo>
                  <a:pt x="1262014" y="653147"/>
                </a:lnTo>
                <a:lnTo>
                  <a:pt x="1208954" y="653147"/>
                </a:lnTo>
                <a:lnTo>
                  <a:pt x="1208954" y="793837"/>
                </a:lnTo>
                <a:close/>
                <a:moveTo>
                  <a:pt x="1390086" y="653147"/>
                </a:moveTo>
                <a:lnTo>
                  <a:pt x="1443183" y="653147"/>
                </a:lnTo>
                <a:lnTo>
                  <a:pt x="1547008" y="884853"/>
                </a:lnTo>
                <a:lnTo>
                  <a:pt x="1490605" y="884853"/>
                </a:lnTo>
                <a:lnTo>
                  <a:pt x="1470071" y="835216"/>
                </a:lnTo>
                <a:lnTo>
                  <a:pt x="1453142" y="794502"/>
                </a:lnTo>
                <a:lnTo>
                  <a:pt x="1451428" y="790347"/>
                </a:lnTo>
                <a:lnTo>
                  <a:pt x="1416307" y="705778"/>
                </a:lnTo>
                <a:lnTo>
                  <a:pt x="1379462" y="794502"/>
                </a:lnTo>
                <a:lnTo>
                  <a:pt x="1362271" y="835216"/>
                </a:lnTo>
                <a:lnTo>
                  <a:pt x="1361450" y="837115"/>
                </a:lnTo>
                <a:lnTo>
                  <a:pt x="1341654" y="884853"/>
                </a:lnTo>
                <a:lnTo>
                  <a:pt x="1286605" y="884853"/>
                </a:lnTo>
                <a:lnTo>
                  <a:pt x="1390086" y="653147"/>
                </a:lnTo>
                <a:close/>
                <a:moveTo>
                  <a:pt x="714393" y="455827"/>
                </a:moveTo>
                <a:cubicBezTo>
                  <a:pt x="718320" y="463093"/>
                  <a:pt x="727409" y="465823"/>
                  <a:pt x="734690" y="461905"/>
                </a:cubicBezTo>
                <a:cubicBezTo>
                  <a:pt x="741970" y="457987"/>
                  <a:pt x="744707" y="448920"/>
                  <a:pt x="740782" y="441657"/>
                </a:cubicBezTo>
                <a:cubicBezTo>
                  <a:pt x="738568" y="437561"/>
                  <a:pt x="734714" y="434985"/>
                  <a:pt x="730479" y="434141"/>
                </a:cubicBezTo>
                <a:lnTo>
                  <a:pt x="657073" y="298117"/>
                </a:lnTo>
                <a:cubicBezTo>
                  <a:pt x="665771" y="289653"/>
                  <a:pt x="668305" y="276241"/>
                  <a:pt x="662249" y="265038"/>
                </a:cubicBezTo>
                <a:cubicBezTo>
                  <a:pt x="654932" y="251483"/>
                  <a:pt x="637991" y="246414"/>
                  <a:pt x="624405" y="253715"/>
                </a:cubicBezTo>
                <a:cubicBezTo>
                  <a:pt x="610819" y="261012"/>
                  <a:pt x="605738" y="277915"/>
                  <a:pt x="613055" y="291472"/>
                </a:cubicBezTo>
                <a:cubicBezTo>
                  <a:pt x="619099" y="302675"/>
                  <a:pt x="631722" y="307956"/>
                  <a:pt x="643594" y="305371"/>
                </a:cubicBezTo>
                <a:lnTo>
                  <a:pt x="715915" y="439376"/>
                </a:lnTo>
                <a:cubicBezTo>
                  <a:pt x="712252" y="443922"/>
                  <a:pt x="711455" y="450379"/>
                  <a:pt x="714405" y="455839"/>
                </a:cubicBezTo>
                <a:lnTo>
                  <a:pt x="714393" y="455827"/>
                </a:lnTo>
                <a:close/>
                <a:moveTo>
                  <a:pt x="569915" y="552411"/>
                </a:moveTo>
                <a:cubicBezTo>
                  <a:pt x="561779" y="556778"/>
                  <a:pt x="551617" y="553740"/>
                  <a:pt x="547240" y="545621"/>
                </a:cubicBezTo>
                <a:lnTo>
                  <a:pt x="547240" y="545633"/>
                </a:lnTo>
                <a:cubicBezTo>
                  <a:pt x="544361" y="540291"/>
                  <a:pt x="544742" y="534120"/>
                  <a:pt x="547621" y="529254"/>
                </a:cubicBezTo>
                <a:lnTo>
                  <a:pt x="446983" y="342783"/>
                </a:lnTo>
                <a:cubicBezTo>
                  <a:pt x="434338" y="345347"/>
                  <a:pt x="420989" y="339672"/>
                  <a:pt x="414552" y="327755"/>
                </a:cubicBezTo>
                <a:cubicBezTo>
                  <a:pt x="406690" y="313179"/>
                  <a:pt x="412149" y="295008"/>
                  <a:pt x="426759" y="287160"/>
                </a:cubicBezTo>
                <a:cubicBezTo>
                  <a:pt x="441369" y="279315"/>
                  <a:pt x="459584" y="284763"/>
                  <a:pt x="467446" y="299339"/>
                </a:cubicBezTo>
                <a:cubicBezTo>
                  <a:pt x="473883" y="311258"/>
                  <a:pt x="471278" y="325499"/>
                  <a:pt x="462164" y="334615"/>
                </a:cubicBezTo>
                <a:lnTo>
                  <a:pt x="562801" y="521086"/>
                </a:lnTo>
                <a:cubicBezTo>
                  <a:pt x="568466" y="521372"/>
                  <a:pt x="573842" y="524447"/>
                  <a:pt x="576721" y="529787"/>
                </a:cubicBezTo>
                <a:cubicBezTo>
                  <a:pt x="581098" y="537906"/>
                  <a:pt x="578053" y="548043"/>
                  <a:pt x="569915" y="552411"/>
                </a:cubicBezTo>
                <a:close/>
                <a:moveTo>
                  <a:pt x="1025073" y="342866"/>
                </a:moveTo>
                <a:cubicBezTo>
                  <a:pt x="1011259" y="350296"/>
                  <a:pt x="994022" y="345132"/>
                  <a:pt x="986573" y="331340"/>
                </a:cubicBezTo>
                <a:lnTo>
                  <a:pt x="986561" y="331340"/>
                </a:lnTo>
                <a:cubicBezTo>
                  <a:pt x="980400" y="319910"/>
                  <a:pt x="982993" y="306223"/>
                  <a:pt x="991891" y="297618"/>
                </a:cubicBezTo>
                <a:lnTo>
                  <a:pt x="911029" y="147790"/>
                </a:lnTo>
                <a:cubicBezTo>
                  <a:pt x="905090" y="147825"/>
                  <a:pt x="899310" y="144751"/>
                  <a:pt x="896299" y="139161"/>
                </a:cubicBezTo>
                <a:cubicBezTo>
                  <a:pt x="891969" y="131113"/>
                  <a:pt x="894980" y="121083"/>
                  <a:pt x="903045" y="116751"/>
                </a:cubicBezTo>
                <a:cubicBezTo>
                  <a:pt x="911112" y="112419"/>
                  <a:pt x="921164" y="115421"/>
                  <a:pt x="925507" y="123469"/>
                </a:cubicBezTo>
                <a:cubicBezTo>
                  <a:pt x="928518" y="129060"/>
                  <a:pt x="927921" y="135564"/>
                  <a:pt x="924615" y="140490"/>
                </a:cubicBezTo>
                <a:lnTo>
                  <a:pt x="1005480" y="290318"/>
                </a:lnTo>
                <a:cubicBezTo>
                  <a:pt x="1017577" y="287649"/>
                  <a:pt x="1030461" y="293014"/>
                  <a:pt x="1036625" y="304444"/>
                </a:cubicBezTo>
                <a:cubicBezTo>
                  <a:pt x="1044072" y="318236"/>
                  <a:pt x="1038898" y="335436"/>
                  <a:pt x="1025073" y="342866"/>
                </a:cubicBezTo>
                <a:close/>
                <a:moveTo>
                  <a:pt x="376791" y="357205"/>
                </a:moveTo>
                <a:cubicBezTo>
                  <a:pt x="372413" y="349086"/>
                  <a:pt x="362254" y="346046"/>
                  <a:pt x="354116" y="350416"/>
                </a:cubicBezTo>
                <a:cubicBezTo>
                  <a:pt x="345977" y="354783"/>
                  <a:pt x="342932" y="364921"/>
                  <a:pt x="347309" y="373037"/>
                </a:cubicBezTo>
                <a:cubicBezTo>
                  <a:pt x="350213" y="378416"/>
                  <a:pt x="355651" y="381501"/>
                  <a:pt x="361350" y="381738"/>
                </a:cubicBezTo>
                <a:lnTo>
                  <a:pt x="445091" y="536921"/>
                </a:lnTo>
                <a:cubicBezTo>
                  <a:pt x="438847" y="544162"/>
                  <a:pt x="437312" y="554749"/>
                  <a:pt x="442129" y="563663"/>
                </a:cubicBezTo>
                <a:cubicBezTo>
                  <a:pt x="448364" y="575223"/>
                  <a:pt x="462819" y="579544"/>
                  <a:pt x="474406" y="573324"/>
                </a:cubicBezTo>
                <a:cubicBezTo>
                  <a:pt x="485995" y="567106"/>
                  <a:pt x="490326" y="552684"/>
                  <a:pt x="484091" y="541122"/>
                </a:cubicBezTo>
                <a:cubicBezTo>
                  <a:pt x="479284" y="532209"/>
                  <a:pt x="469589" y="527663"/>
                  <a:pt x="460082" y="528873"/>
                </a:cubicBezTo>
                <a:lnTo>
                  <a:pt x="376338" y="373690"/>
                </a:lnTo>
                <a:cubicBezTo>
                  <a:pt x="379279" y="368802"/>
                  <a:pt x="379694" y="362582"/>
                  <a:pt x="376791" y="357205"/>
                </a:cubicBezTo>
                <a:close/>
                <a:moveTo>
                  <a:pt x="786181" y="381063"/>
                </a:moveTo>
                <a:cubicBezTo>
                  <a:pt x="786181" y="381063"/>
                  <a:pt x="771429" y="406082"/>
                  <a:pt x="739485" y="436065"/>
                </a:cubicBezTo>
                <a:cubicBezTo>
                  <a:pt x="740841" y="437323"/>
                  <a:pt x="742053" y="438761"/>
                  <a:pt x="742982" y="440469"/>
                </a:cubicBezTo>
                <a:cubicBezTo>
                  <a:pt x="747562" y="448945"/>
                  <a:pt x="744375" y="459520"/>
                  <a:pt x="735880" y="464090"/>
                </a:cubicBezTo>
                <a:cubicBezTo>
                  <a:pt x="727908" y="468374"/>
                  <a:pt x="718154" y="465786"/>
                  <a:pt x="713193" y="458452"/>
                </a:cubicBezTo>
                <a:cubicBezTo>
                  <a:pt x="680713" y="483532"/>
                  <a:pt x="636671" y="508658"/>
                  <a:pt x="579874" y="523545"/>
                </a:cubicBezTo>
                <a:cubicBezTo>
                  <a:pt x="580695" y="524576"/>
                  <a:pt x="581480" y="525669"/>
                  <a:pt x="582122" y="526869"/>
                </a:cubicBezTo>
                <a:cubicBezTo>
                  <a:pt x="588108" y="537967"/>
                  <a:pt x="583955" y="551804"/>
                  <a:pt x="572831" y="557775"/>
                </a:cubicBezTo>
                <a:cubicBezTo>
                  <a:pt x="561708" y="563746"/>
                  <a:pt x="547834" y="559603"/>
                  <a:pt x="541851" y="548505"/>
                </a:cubicBezTo>
                <a:cubicBezTo>
                  <a:pt x="538984" y="543187"/>
                  <a:pt x="538496" y="537253"/>
                  <a:pt x="539935" y="531840"/>
                </a:cubicBezTo>
                <a:cubicBezTo>
                  <a:pt x="523292" y="534440"/>
                  <a:pt x="505683" y="536102"/>
                  <a:pt x="487173" y="536730"/>
                </a:cubicBezTo>
                <a:cubicBezTo>
                  <a:pt x="487503" y="537241"/>
                  <a:pt x="487884" y="537712"/>
                  <a:pt x="488219" y="538223"/>
                </a:cubicBezTo>
                <a:cubicBezTo>
                  <a:pt x="488327" y="538389"/>
                  <a:pt x="488432" y="538558"/>
                  <a:pt x="488527" y="538737"/>
                </a:cubicBezTo>
                <a:cubicBezTo>
                  <a:pt x="496084" y="552743"/>
                  <a:pt x="490837" y="570203"/>
                  <a:pt x="476799" y="577740"/>
                </a:cubicBezTo>
                <a:cubicBezTo>
                  <a:pt x="462758" y="585277"/>
                  <a:pt x="445260" y="580042"/>
                  <a:pt x="437703" y="566036"/>
                </a:cubicBezTo>
                <a:cubicBezTo>
                  <a:pt x="432375" y="556150"/>
                  <a:pt x="433529" y="544600"/>
                  <a:pt x="439548" y="535972"/>
                </a:cubicBezTo>
                <a:cubicBezTo>
                  <a:pt x="362313" y="531021"/>
                  <a:pt x="270778" y="507735"/>
                  <a:pt x="163430" y="454866"/>
                </a:cubicBezTo>
                <a:cubicBezTo>
                  <a:pt x="163430" y="454866"/>
                  <a:pt x="598064" y="804876"/>
                  <a:pt x="786193" y="381039"/>
                </a:cubicBezTo>
                <a:lnTo>
                  <a:pt x="786181" y="381063"/>
                </a:lnTo>
                <a:close/>
                <a:moveTo>
                  <a:pt x="344157" y="374736"/>
                </a:moveTo>
                <a:cubicBezTo>
                  <a:pt x="346122" y="378367"/>
                  <a:pt x="349047" y="381146"/>
                  <a:pt x="352437" y="382960"/>
                </a:cubicBezTo>
                <a:lnTo>
                  <a:pt x="352415" y="382972"/>
                </a:lnTo>
                <a:cubicBezTo>
                  <a:pt x="328215" y="405786"/>
                  <a:pt x="316878" y="424172"/>
                  <a:pt x="316878" y="424172"/>
                </a:cubicBezTo>
                <a:cubicBezTo>
                  <a:pt x="329537" y="346759"/>
                  <a:pt x="382896" y="296658"/>
                  <a:pt x="444651" y="264277"/>
                </a:cubicBezTo>
                <a:cubicBezTo>
                  <a:pt x="545124" y="211588"/>
                  <a:pt x="665033" y="210093"/>
                  <a:pt x="768917" y="255709"/>
                </a:cubicBezTo>
                <a:cubicBezTo>
                  <a:pt x="807607" y="272692"/>
                  <a:pt x="844012" y="284360"/>
                  <a:pt x="878143" y="291838"/>
                </a:cubicBezTo>
                <a:cubicBezTo>
                  <a:pt x="871924" y="300585"/>
                  <a:pt x="870697" y="312385"/>
                  <a:pt x="876147" y="322474"/>
                </a:cubicBezTo>
                <a:cubicBezTo>
                  <a:pt x="883796" y="336646"/>
                  <a:pt x="901522" y="341952"/>
                  <a:pt x="915726" y="334319"/>
                </a:cubicBezTo>
                <a:cubicBezTo>
                  <a:pt x="928158" y="327638"/>
                  <a:pt x="933787" y="313250"/>
                  <a:pt x="929862" y="300265"/>
                </a:cubicBezTo>
                <a:cubicBezTo>
                  <a:pt x="947791" y="302164"/>
                  <a:pt x="965006" y="302924"/>
                  <a:pt x="981446" y="302663"/>
                </a:cubicBezTo>
                <a:cubicBezTo>
                  <a:pt x="976629" y="312172"/>
                  <a:pt x="976355" y="323791"/>
                  <a:pt x="981803" y="333892"/>
                </a:cubicBezTo>
                <a:cubicBezTo>
                  <a:pt x="990667" y="350308"/>
                  <a:pt x="1011176" y="356457"/>
                  <a:pt x="1027631" y="347615"/>
                </a:cubicBezTo>
                <a:cubicBezTo>
                  <a:pt x="1044084" y="338770"/>
                  <a:pt x="1050247" y="318307"/>
                  <a:pt x="1041383" y="301893"/>
                </a:cubicBezTo>
                <a:cubicBezTo>
                  <a:pt x="1040540" y="300338"/>
                  <a:pt x="1039492" y="298960"/>
                  <a:pt x="1038458" y="297584"/>
                </a:cubicBezTo>
                <a:cubicBezTo>
                  <a:pt x="1052318" y="295316"/>
                  <a:pt x="1065571" y="292457"/>
                  <a:pt x="1078062" y="289001"/>
                </a:cubicBezTo>
                <a:cubicBezTo>
                  <a:pt x="1085628" y="297323"/>
                  <a:pt x="1098122" y="299837"/>
                  <a:pt x="1108484" y="294272"/>
                </a:cubicBezTo>
                <a:cubicBezTo>
                  <a:pt x="1116324" y="290069"/>
                  <a:pt x="1120950" y="282285"/>
                  <a:pt x="1121559" y="274034"/>
                </a:cubicBezTo>
                <a:cubicBezTo>
                  <a:pt x="1203113" y="240135"/>
                  <a:pt x="1245193" y="188288"/>
                  <a:pt x="1245193" y="188288"/>
                </a:cubicBezTo>
                <a:cubicBezTo>
                  <a:pt x="1242516" y="192645"/>
                  <a:pt x="1239804" y="196906"/>
                  <a:pt x="1237079" y="201084"/>
                </a:cubicBezTo>
                <a:cubicBezTo>
                  <a:pt x="1140820" y="348372"/>
                  <a:pt x="951608" y="405229"/>
                  <a:pt x="788002" y="339850"/>
                </a:cubicBezTo>
                <a:cubicBezTo>
                  <a:pt x="741413" y="321239"/>
                  <a:pt x="698737" y="309406"/>
                  <a:pt x="659727" y="302782"/>
                </a:cubicBezTo>
                <a:cubicBezTo>
                  <a:pt x="670861" y="292823"/>
                  <a:pt x="674229" y="276277"/>
                  <a:pt x="666829" y="262569"/>
                </a:cubicBezTo>
                <a:cubicBezTo>
                  <a:pt x="658155" y="246497"/>
                  <a:pt x="638061" y="240479"/>
                  <a:pt x="621941" y="249132"/>
                </a:cubicBezTo>
                <a:cubicBezTo>
                  <a:pt x="605821" y="257784"/>
                  <a:pt x="599802" y="277832"/>
                  <a:pt x="608475" y="293916"/>
                </a:cubicBezTo>
                <a:cubicBezTo>
                  <a:pt x="609069" y="295020"/>
                  <a:pt x="609841" y="295969"/>
                  <a:pt x="610545" y="296978"/>
                </a:cubicBezTo>
                <a:cubicBezTo>
                  <a:pt x="595662" y="296017"/>
                  <a:pt x="581467" y="295934"/>
                  <a:pt x="567823" y="296445"/>
                </a:cubicBezTo>
                <a:cubicBezTo>
                  <a:pt x="567476" y="292835"/>
                  <a:pt x="566430" y="289228"/>
                  <a:pt x="564597" y="285833"/>
                </a:cubicBezTo>
                <a:cubicBezTo>
                  <a:pt x="557282" y="272277"/>
                  <a:pt x="540341" y="267210"/>
                  <a:pt x="526753" y="274508"/>
                </a:cubicBezTo>
                <a:cubicBezTo>
                  <a:pt x="516261" y="280146"/>
                  <a:pt x="510918" y="291506"/>
                  <a:pt x="512370" y="302641"/>
                </a:cubicBezTo>
                <a:cubicBezTo>
                  <a:pt x="500258" y="304943"/>
                  <a:pt x="488791" y="307815"/>
                  <a:pt x="477881" y="311089"/>
                </a:cubicBezTo>
                <a:cubicBezTo>
                  <a:pt x="477534" y="305964"/>
                  <a:pt x="476215" y="300835"/>
                  <a:pt x="473609" y="296017"/>
                </a:cubicBezTo>
                <a:cubicBezTo>
                  <a:pt x="463914" y="278059"/>
                  <a:pt x="441464" y="271328"/>
                  <a:pt x="423462" y="281002"/>
                </a:cubicBezTo>
                <a:cubicBezTo>
                  <a:pt x="405463" y="290675"/>
                  <a:pt x="398718" y="313074"/>
                  <a:pt x="408413" y="331032"/>
                </a:cubicBezTo>
                <a:cubicBezTo>
                  <a:pt x="409852" y="333713"/>
                  <a:pt x="411661" y="336052"/>
                  <a:pt x="413613" y="338213"/>
                </a:cubicBezTo>
                <a:cubicBezTo>
                  <a:pt x="401680" y="344870"/>
                  <a:pt x="390973" y="351899"/>
                  <a:pt x="381361" y="358938"/>
                </a:cubicBezTo>
                <a:cubicBezTo>
                  <a:pt x="380979" y="357787"/>
                  <a:pt x="380527" y="356633"/>
                  <a:pt x="379931" y="355519"/>
                </a:cubicBezTo>
                <a:cubicBezTo>
                  <a:pt x="374613" y="345667"/>
                  <a:pt x="362288" y="341976"/>
                  <a:pt x="352415" y="347282"/>
                </a:cubicBezTo>
                <a:cubicBezTo>
                  <a:pt x="342539" y="352586"/>
                  <a:pt x="338839" y="364884"/>
                  <a:pt x="344157" y="374736"/>
                </a:cubicBezTo>
                <a:close/>
              </a:path>
            </a:pathLst>
          </a:custGeom>
          <a:gradFill>
            <a:gsLst>
              <a:gs pos="100000">
                <a:srgbClr val="007ECC"/>
              </a:gs>
              <a:gs pos="18000">
                <a:schemeClr val="bg2"/>
              </a:gs>
            </a:gsLst>
            <a:lin ang="0" scaled="0"/>
          </a:gradFill>
          <a:ln w="2423" cap="flat">
            <a:noFill/>
            <a:prstDash val="solid"/>
            <a:miter/>
          </a:ln>
        </p:spPr>
        <p:txBody>
          <a:bodyPr rtlCol="0" anchor="ctr"/>
          <a:lstStyle/>
          <a:p>
            <a:endParaRPr lang="en-IN"/>
          </a:p>
        </p:txBody>
      </p:sp>
    </p:spTree>
    <p:extLst>
      <p:ext uri="{BB962C8B-B14F-4D97-AF65-F5344CB8AC3E}">
        <p14:creationId xmlns:p14="http://schemas.microsoft.com/office/powerpoint/2010/main" val="3980099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6075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052F28-E0DB-49F9-84AC-E5A54A8467AF}"/>
              </a:ext>
            </a:extLst>
          </p:cNvPr>
          <p:cNvSpPr>
            <a:spLocks noGrp="1"/>
          </p:cNvSpPr>
          <p:nvPr>
            <p:ph type="title"/>
          </p:nvPr>
        </p:nvSpPr>
        <p:spPr>
          <a:xfrm>
            <a:off x="334963" y="409069"/>
            <a:ext cx="11520000" cy="659636"/>
          </a:xfrm>
          <a:prstGeom prst="rect">
            <a:avLst/>
          </a:prstGeom>
        </p:spPr>
        <p:txBody>
          <a:bodyPr vert="horz" lIns="0" tIns="0" rIns="0" bIns="0" rtlCol="0" anchor="b">
            <a:noAutofit/>
          </a:bodyPr>
          <a:lstStyle/>
          <a:p>
            <a:r>
              <a:rPr lang="en-US"/>
              <a:t>Click to add title (Arial 22 pt.)</a:t>
            </a:r>
            <a:endParaRPr lang="en-IN"/>
          </a:p>
        </p:txBody>
      </p:sp>
      <p:sp>
        <p:nvSpPr>
          <p:cNvPr id="3" name="Text Placeholder 2">
            <a:extLst>
              <a:ext uri="{FF2B5EF4-FFF2-40B4-BE49-F238E27FC236}">
                <a16:creationId xmlns:a16="http://schemas.microsoft.com/office/drawing/2014/main" id="{3A7F3866-6D8E-4369-A591-4B0EEF4816F7}"/>
              </a:ext>
            </a:extLst>
          </p:cNvPr>
          <p:cNvSpPr>
            <a:spLocks noGrp="1"/>
          </p:cNvSpPr>
          <p:nvPr>
            <p:ph type="body" idx="1"/>
          </p:nvPr>
        </p:nvSpPr>
        <p:spPr>
          <a:xfrm>
            <a:off x="334963" y="1278573"/>
            <a:ext cx="11520000" cy="5040000"/>
          </a:xfrm>
          <a:prstGeom prst="rect">
            <a:avLst/>
          </a:prstGeom>
        </p:spPr>
        <p:txBody>
          <a:bodyPr vert="horz" lIns="0" tIns="0" rIns="0" bIns="0" rtlCol="0">
            <a:normAutofit/>
          </a:bodyPr>
          <a:lstStyle/>
          <a:p>
            <a:r>
              <a:rPr lang="en-US"/>
              <a:t>Click to add text (Arial 16 pt.)</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69C90B1D-E700-4112-97E7-3E8F530A5841}"/>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a:p>
        </p:txBody>
      </p:sp>
      <p:sp>
        <p:nvSpPr>
          <p:cNvPr id="5" name="Footer Placeholder 4">
            <a:extLst>
              <a:ext uri="{FF2B5EF4-FFF2-40B4-BE49-F238E27FC236}">
                <a16:creationId xmlns:a16="http://schemas.microsoft.com/office/drawing/2014/main" id="{BBE4CCA6-8AC3-442F-8B3D-7F46B0DE6831}"/>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2026 ProcDNA</a:t>
            </a:r>
          </a:p>
        </p:txBody>
      </p:sp>
    </p:spTree>
    <p:extLst>
      <p:ext uri="{BB962C8B-B14F-4D97-AF65-F5344CB8AC3E}">
        <p14:creationId xmlns:p14="http://schemas.microsoft.com/office/powerpoint/2010/main" val="927466332"/>
      </p:ext>
    </p:extLst>
  </p:cSld>
  <p:clrMap bg1="lt1" tx1="dk1" bg2="lt2" tx2="dk2" accent1="accent1" accent2="accent2" accent3="accent3" accent4="accent4" accent5="accent5" accent6="accent6" hlink="hlink" folHlink="folHlink"/>
  <p:sldLayoutIdLst>
    <p:sldLayoutId id="2147483721" r:id="rId1"/>
    <p:sldLayoutId id="2147483733" r:id="rId2"/>
    <p:sldLayoutId id="2147483740" r:id="rId3"/>
    <p:sldLayoutId id="2147483738" r:id="rId4"/>
    <p:sldLayoutId id="2147483726" r:id="rId5"/>
    <p:sldLayoutId id="2147483728" r:id="rId6"/>
    <p:sldLayoutId id="2147483732" r:id="rId7"/>
    <p:sldLayoutId id="2147483739" r:id="rId8"/>
    <p:sldLayoutId id="2147483724" r:id="rId9"/>
    <p:sldLayoutId id="2147483731" r:id="rId10"/>
    <p:sldLayoutId id="2147483727" r:id="rId11"/>
  </p:sldLayoutIdLst>
  <p:hf hdr="0" dt="0"/>
  <p:txStyles>
    <p:titleStyle>
      <a:lvl1pPr algn="l" defTabSz="914400" rtl="0" eaLnBrk="1" latinLnBrk="0" hangingPunct="1">
        <a:lnSpc>
          <a:spcPct val="100000"/>
        </a:lnSpc>
        <a:spcBef>
          <a:spcPct val="0"/>
        </a:spcBef>
        <a:buNone/>
        <a:defRPr sz="2200" b="1" kern="1200" baseline="0">
          <a:solidFill>
            <a:schemeClr val="bg2"/>
          </a:solidFill>
          <a:latin typeface="Arial" panose="020B0604020202020204" pitchFamily="34" charset="0"/>
          <a:ea typeface="+mj-ea"/>
          <a:cs typeface="Arial" panose="020B0604020202020204" pitchFamily="34" charset="0"/>
        </a:defRPr>
      </a:lvl1pPr>
    </p:titleStyle>
    <p:bodyStyle>
      <a:lvl1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600" kern="1200" dirty="0">
          <a:solidFill>
            <a:schemeClr val="tx1"/>
          </a:solidFill>
          <a:latin typeface="+mj-lt"/>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j-lt"/>
          <a:ea typeface="+mn-ea"/>
          <a:cs typeface="Arial" panose="020B0604020202020204" pitchFamily="34" charset="0"/>
        </a:defRPr>
      </a:lvl2pPr>
      <a:lvl3pPr marL="54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j-lt"/>
          <a:ea typeface="+mn-ea"/>
          <a:cs typeface="Arial" panose="020B0604020202020204" pitchFamily="34" charset="0"/>
        </a:defRPr>
      </a:lvl3pPr>
      <a:lvl4pPr marL="911225"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j-lt"/>
          <a:ea typeface="+mn-ea"/>
          <a:cs typeface="Arial" panose="020B0604020202020204" pitchFamily="34" charset="0"/>
        </a:defRPr>
      </a:lvl4pPr>
      <a:lvl5pPr marL="1090613"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j-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userDrawn="1">
          <p15:clr>
            <a:srgbClr val="F26B43"/>
          </p15:clr>
        </p15:guide>
        <p15:guide id="2" pos="7469" userDrawn="1">
          <p15:clr>
            <a:srgbClr val="F26B43"/>
          </p15:clr>
        </p15:guide>
        <p15:guide id="4" orient="horz" pos="674" userDrawn="1">
          <p15:clr>
            <a:srgbClr val="F26B43"/>
          </p15:clr>
        </p15:guide>
        <p15:guide id="5" orient="horz" pos="799" userDrawn="1">
          <p15:clr>
            <a:srgbClr val="F26B43"/>
          </p15:clr>
        </p15:guide>
        <p15:guide id="6"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C61BE43-7852-16C2-24CB-F3D18AB33B19}"/>
              </a:ext>
            </a:extLst>
          </p:cNvPr>
          <p:cNvSpPr>
            <a:spLocks noGrp="1"/>
          </p:cNvSpPr>
          <p:nvPr>
            <p:ph type="title"/>
          </p:nvPr>
        </p:nvSpPr>
        <p:spPr/>
        <p:txBody>
          <a:bodyPr wrap="square" lIns="0" tIns="0" rIns="0" bIns="0" anchor="b">
            <a:normAutofit/>
          </a:bodyPr>
          <a:lstStyle/>
          <a:p>
            <a:pPr algn="l">
              <a:lnSpc>
                <a:spcPct val="90000"/>
              </a:lnSpc>
              <a:spcAft>
                <a:spcPts val="100"/>
              </a:spcAft>
            </a:pPr>
            <a:r>
              <a:rPr lang="en-US" b="1" i="0" dirty="0">
                <a:solidFill>
                  <a:srgbClr val="001E96"/>
                </a:solidFill>
                <a:latin typeface="Arial"/>
              </a:rPr>
              <a:t>ProcDNA </a:t>
            </a:r>
            <a:r>
              <a:rPr b="1" i="0" dirty="0">
                <a:solidFill>
                  <a:srgbClr val="001E96"/>
                </a:solidFill>
                <a:latin typeface="Arial"/>
              </a:rPr>
              <a:t>Case Study: </a:t>
            </a:r>
            <a:br>
              <a:rPr lang="en-US" b="1" i="0" dirty="0">
                <a:solidFill>
                  <a:srgbClr val="001E96"/>
                </a:solidFill>
                <a:latin typeface="Arial"/>
              </a:rPr>
            </a:br>
            <a:r>
              <a:rPr lang="en-US" dirty="0" err="1">
                <a:solidFill>
                  <a:srgbClr val="001E96"/>
                </a:solidFill>
                <a:latin typeface="Arial"/>
              </a:rPr>
              <a:t>Nexavir</a:t>
            </a:r>
            <a:r>
              <a:rPr lang="en-US" dirty="0">
                <a:solidFill>
                  <a:srgbClr val="001E96"/>
                </a:solidFill>
                <a:latin typeface="Arial"/>
              </a:rPr>
              <a:t> | </a:t>
            </a:r>
            <a:r>
              <a:rPr lang="en-US" dirty="0" err="1">
                <a:solidFill>
                  <a:srgbClr val="001E96"/>
                </a:solidFill>
                <a:latin typeface="Arial"/>
              </a:rPr>
              <a:t>PrimeRx</a:t>
            </a:r>
            <a:r>
              <a:rPr lang="en-US" dirty="0">
                <a:solidFill>
                  <a:srgbClr val="001E96"/>
                </a:solidFill>
                <a:latin typeface="Arial"/>
              </a:rPr>
              <a:t> Flow</a:t>
            </a:r>
            <a:endParaRPr lang="en-IN" dirty="0"/>
          </a:p>
        </p:txBody>
      </p:sp>
      <p:sp>
        <p:nvSpPr>
          <p:cNvPr id="10" name="Text Placeholder 9">
            <a:extLst>
              <a:ext uri="{FF2B5EF4-FFF2-40B4-BE49-F238E27FC236}">
                <a16:creationId xmlns:a16="http://schemas.microsoft.com/office/drawing/2014/main" id="{97216CD8-971D-F82D-C66E-FDF497F73E0C}"/>
              </a:ext>
            </a:extLst>
          </p:cNvPr>
          <p:cNvSpPr>
            <a:spLocks noGrp="1"/>
          </p:cNvSpPr>
          <p:nvPr>
            <p:ph type="body" sz="quarter" idx="15"/>
          </p:nvPr>
        </p:nvSpPr>
        <p:spPr/>
        <p:txBody>
          <a:bodyPr/>
          <a:lstStyle/>
          <a:p>
            <a:r>
              <a:rPr lang="en-IN"/>
              <a:t>2026-27</a:t>
            </a:r>
          </a:p>
        </p:txBody>
      </p:sp>
      <p:sp>
        <p:nvSpPr>
          <p:cNvPr id="2" name="Text Placeholder 7">
            <a:extLst>
              <a:ext uri="{FF2B5EF4-FFF2-40B4-BE49-F238E27FC236}">
                <a16:creationId xmlns:a16="http://schemas.microsoft.com/office/drawing/2014/main" id="{66074257-3935-94F0-121B-B638A8A158E4}"/>
              </a:ext>
            </a:extLst>
          </p:cNvPr>
          <p:cNvSpPr txBox="1">
            <a:spLocks/>
          </p:cNvSpPr>
          <p:nvPr/>
        </p:nvSpPr>
        <p:spPr>
          <a:xfrm>
            <a:off x="334963" y="4161445"/>
            <a:ext cx="7457757" cy="315816"/>
          </a:xfrm>
          <a:prstGeom prst="rect">
            <a:avLst/>
          </a:prstGeom>
        </p:spPr>
        <p:txBody>
          <a:bodyPr vert="horz" lIns="0" tIns="0" rIns="0" bIns="0" rtlCol="0">
            <a:noAutofit/>
          </a:bodyPr>
          <a:lstStyle>
            <a:lvl1pPr marL="0" indent="0" algn="l" defTabSz="914400" rtl="0" eaLnBrk="1" latinLnBrk="0" hangingPunct="1">
              <a:lnSpc>
                <a:spcPct val="100000"/>
              </a:lnSpc>
              <a:spcBef>
                <a:spcPts val="200"/>
              </a:spcBef>
              <a:spcAft>
                <a:spcPts val="200"/>
              </a:spcAft>
              <a:buClr>
                <a:schemeClr val="bg2"/>
              </a:buClr>
              <a:buSzPct val="110000"/>
              <a:buFont typeface="Wingdings" panose="05000000000000000000" pitchFamily="2" charset="2"/>
              <a:buNone/>
              <a:defRPr lang="en-US" sz="1600" kern="1200">
                <a:solidFill>
                  <a:schemeClr val="tx1"/>
                </a:solidFill>
                <a:latin typeface="+mj-lt"/>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j-lt"/>
                <a:ea typeface="+mn-ea"/>
                <a:cs typeface="Arial" panose="020B0604020202020204" pitchFamily="34" charset="0"/>
              </a:defRPr>
            </a:lvl2pPr>
            <a:lvl3pPr marL="54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a:solidFill>
                  <a:schemeClr val="tx1"/>
                </a:solidFill>
                <a:latin typeface="+mj-lt"/>
                <a:ea typeface="+mn-ea"/>
                <a:cs typeface="Arial" panose="020B0604020202020204" pitchFamily="34" charset="0"/>
              </a:defRPr>
            </a:lvl3pPr>
            <a:lvl4pPr marL="911225"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j-lt"/>
                <a:ea typeface="+mn-ea"/>
                <a:cs typeface="Arial" panose="020B0604020202020204" pitchFamily="34" charset="0"/>
              </a:defRPr>
            </a:lvl4pPr>
            <a:lvl5pPr marL="1090613"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j-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a:t>Alert-to-Treatment &amp; Commercial Opportunity Analysis</a:t>
            </a:r>
          </a:p>
        </p:txBody>
      </p:sp>
    </p:spTree>
    <p:extLst>
      <p:ext uri="{BB962C8B-B14F-4D97-AF65-F5344CB8AC3E}">
        <p14:creationId xmlns:p14="http://schemas.microsoft.com/office/powerpoint/2010/main" val="2980132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4712E-FCFC-1920-BADC-C72CAED18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F75AC-D6FF-4B7F-3C80-ACA3E7E64ACA}"/>
              </a:ext>
            </a:extLst>
          </p:cNvPr>
          <p:cNvSpPr>
            <a:spLocks noGrp="1"/>
          </p:cNvSpPr>
          <p:nvPr>
            <p:ph type="title"/>
          </p:nvPr>
        </p:nvSpPr>
        <p:spPr/>
        <p:txBody>
          <a:bodyPr/>
          <a:lstStyle/>
          <a:p>
            <a:r>
              <a:rPr lang="en-US" dirty="0" err="1"/>
              <a:t>PrimeRx</a:t>
            </a:r>
            <a:r>
              <a:rPr lang="en-US" dirty="0"/>
              <a:t> Flow – Business &amp; Case Study Overview</a:t>
            </a:r>
            <a:endParaRPr lang="en-IN" dirty="0"/>
          </a:p>
        </p:txBody>
      </p:sp>
      <p:sp>
        <p:nvSpPr>
          <p:cNvPr id="3" name="Slide Number Placeholder 2">
            <a:extLst>
              <a:ext uri="{FF2B5EF4-FFF2-40B4-BE49-F238E27FC236}">
                <a16:creationId xmlns:a16="http://schemas.microsoft.com/office/drawing/2014/main" id="{21C5D669-568B-E60A-21F7-892A65855CF2}"/>
              </a:ext>
            </a:extLst>
          </p:cNvPr>
          <p:cNvSpPr>
            <a:spLocks noGrp="1"/>
          </p:cNvSpPr>
          <p:nvPr>
            <p:ph type="sldNum" sz="quarter" idx="4"/>
          </p:nvPr>
        </p:nvSpPr>
        <p:spPr/>
        <p:txBody>
          <a:bodyPr/>
          <a:lstStyle/>
          <a:p>
            <a:fld id="{611B2C2B-439E-457D-A75F-A794D509B660}" type="slidenum">
              <a:rPr lang="en-IN" smtClean="0"/>
              <a:pPr/>
              <a:t>2</a:t>
            </a:fld>
            <a:endParaRPr lang="en-IN"/>
          </a:p>
        </p:txBody>
      </p:sp>
      <p:sp>
        <p:nvSpPr>
          <p:cNvPr id="4" name="Footer Placeholder 3">
            <a:extLst>
              <a:ext uri="{FF2B5EF4-FFF2-40B4-BE49-F238E27FC236}">
                <a16:creationId xmlns:a16="http://schemas.microsoft.com/office/drawing/2014/main" id="{A30D92EA-B01E-50E8-0302-D558C34EFEB7}"/>
              </a:ext>
            </a:extLst>
          </p:cNvPr>
          <p:cNvSpPr>
            <a:spLocks noGrp="1"/>
          </p:cNvSpPr>
          <p:nvPr>
            <p:ph type="ftr" sz="quarter" idx="3"/>
          </p:nvPr>
        </p:nvSpPr>
        <p:spPr/>
        <p:txBody>
          <a:bodyPr/>
          <a:lstStyle/>
          <a:p>
            <a:r>
              <a:rPr lang="en-US"/>
              <a:t>© 2026 ProcDNA</a:t>
            </a:r>
          </a:p>
        </p:txBody>
      </p:sp>
      <p:sp>
        <p:nvSpPr>
          <p:cNvPr id="5" name="Text Placeholder 4">
            <a:extLst>
              <a:ext uri="{FF2B5EF4-FFF2-40B4-BE49-F238E27FC236}">
                <a16:creationId xmlns:a16="http://schemas.microsoft.com/office/drawing/2014/main" id="{7186EB4A-B627-B76A-5641-D1939CB3EE24}"/>
              </a:ext>
            </a:extLst>
          </p:cNvPr>
          <p:cNvSpPr>
            <a:spLocks noGrp="1"/>
          </p:cNvSpPr>
          <p:nvPr>
            <p:ph type="body" sz="quarter" idx="10"/>
          </p:nvPr>
        </p:nvSpPr>
        <p:spPr/>
        <p:txBody>
          <a:bodyPr/>
          <a:lstStyle/>
          <a:p>
            <a:endParaRPr lang="en-IN"/>
          </a:p>
        </p:txBody>
      </p:sp>
      <p:sp>
        <p:nvSpPr>
          <p:cNvPr id="8" name="Text 4">
            <a:extLst>
              <a:ext uri="{FF2B5EF4-FFF2-40B4-BE49-F238E27FC236}">
                <a16:creationId xmlns:a16="http://schemas.microsoft.com/office/drawing/2014/main" id="{9FED6A83-9EE3-A9E5-B2C1-FAC45ECD17D0}"/>
              </a:ext>
            </a:extLst>
          </p:cNvPr>
          <p:cNvSpPr/>
          <p:nvPr/>
        </p:nvSpPr>
        <p:spPr>
          <a:xfrm>
            <a:off x="334962" y="1322864"/>
            <a:ext cx="11520000" cy="4509772"/>
          </a:xfrm>
          <a:prstGeom prst="rect">
            <a:avLst/>
          </a:prstGeom>
          <a:noFill/>
          <a:ln/>
        </p:spPr>
        <p:txBody>
          <a:bodyPr wrap="square" rtlCol="0" anchor="t"/>
          <a:lstStyle/>
          <a:p>
            <a:pPr marL="285750" indent="-285750" algn="l">
              <a:spcBef>
                <a:spcPts val="400"/>
              </a:spcBef>
              <a:spcAft>
                <a:spcPts val="1200"/>
              </a:spcAft>
              <a:buClr>
                <a:schemeClr val="bg2"/>
              </a:buClr>
              <a:buFont typeface="Wingdings" panose="05000000000000000000" pitchFamily="2" charset="2"/>
              <a:buChar char="§"/>
            </a:pPr>
            <a:endParaRPr lang="en-US" sz="1600" dirty="0">
              <a:latin typeface="+mj-lt"/>
            </a:endParaRPr>
          </a:p>
        </p:txBody>
      </p:sp>
      <p:sp>
        <p:nvSpPr>
          <p:cNvPr id="9" name="Shape 7">
            <a:extLst>
              <a:ext uri="{FF2B5EF4-FFF2-40B4-BE49-F238E27FC236}">
                <a16:creationId xmlns:a16="http://schemas.microsoft.com/office/drawing/2014/main" id="{0A043ED0-1347-5F71-12D4-668BEED7A22C}"/>
              </a:ext>
            </a:extLst>
          </p:cNvPr>
          <p:cNvSpPr/>
          <p:nvPr/>
        </p:nvSpPr>
        <p:spPr>
          <a:xfrm>
            <a:off x="361523" y="1322864"/>
            <a:ext cx="11468955" cy="1716669"/>
          </a:xfrm>
          <a:prstGeom prst="rect">
            <a:avLst/>
          </a:prstGeom>
          <a:solidFill>
            <a:schemeClr val="accent1">
              <a:lumMod val="20000"/>
              <a:lumOff val="80000"/>
            </a:schemeClr>
          </a:solidFill>
          <a:ln w="12700">
            <a:noFill/>
            <a:prstDash val="solid"/>
          </a:ln>
          <a:effectLst>
            <a:outerShdw blurRad="101600" dist="38100" dir="8100000" algn="bl" rotWithShape="0">
              <a:srgbClr val="000000">
                <a:alpha val="12000"/>
              </a:srgbClr>
            </a:outerShdw>
          </a:effectLst>
        </p:spPr>
        <p:txBody>
          <a:bodyPr/>
          <a:lstStyle/>
          <a:p>
            <a:pPr>
              <a:spcBef>
                <a:spcPts val="400"/>
              </a:spcBef>
              <a:spcAft>
                <a:spcPts val="600"/>
              </a:spcAft>
              <a:buClr>
                <a:schemeClr val="bg2"/>
              </a:buClr>
            </a:pPr>
            <a:r>
              <a:rPr lang="en-US" b="1" dirty="0">
                <a:ea typeface="Calibri" pitchFamily="34" charset="-122"/>
                <a:cs typeface="Calibri" pitchFamily="34" charset="-120"/>
              </a:rPr>
              <a:t>Business Overview:</a:t>
            </a:r>
          </a:p>
          <a:p>
            <a:pPr marL="285750" indent="-285750">
              <a:spcBef>
                <a:spcPts val="400"/>
              </a:spcBef>
              <a:spcAft>
                <a:spcPts val="600"/>
              </a:spcAft>
              <a:buClr>
                <a:schemeClr val="bg2"/>
              </a:buClr>
              <a:buFont typeface="Wingdings" panose="05000000000000000000" pitchFamily="2" charset="2"/>
              <a:buChar char="§"/>
            </a:pPr>
            <a:r>
              <a:rPr lang="en-US" sz="1600" b="1" dirty="0" err="1">
                <a:ea typeface="Calibri" pitchFamily="34" charset="-122"/>
                <a:cs typeface="Calibri" pitchFamily="34" charset="-120"/>
              </a:rPr>
              <a:t>P</a:t>
            </a:r>
            <a:r>
              <a:rPr lang="en-US" sz="1500" b="1" dirty="0" err="1">
                <a:ea typeface="Calibri" pitchFamily="34" charset="-122"/>
                <a:cs typeface="Calibri" pitchFamily="34" charset="-120"/>
              </a:rPr>
              <a:t>rimeRx</a:t>
            </a:r>
            <a:r>
              <a:rPr lang="en-US" sz="1500" dirty="0">
                <a:ea typeface="Calibri" pitchFamily="34" charset="-122"/>
                <a:cs typeface="Calibri" pitchFamily="34" charset="-120"/>
              </a:rPr>
              <a:t> is a pharmaceutical company operating across the U.S. healthcare landscape, and its flagship product is </a:t>
            </a:r>
            <a:r>
              <a:rPr lang="en-US" sz="1500" b="1" dirty="0" err="1">
                <a:ea typeface="Calibri" pitchFamily="34" charset="-122"/>
                <a:cs typeface="Calibri" pitchFamily="34" charset="-120"/>
              </a:rPr>
              <a:t>Nexavir</a:t>
            </a:r>
            <a:r>
              <a:rPr lang="en-US" sz="1500" dirty="0">
                <a:ea typeface="Calibri" pitchFamily="34" charset="-122"/>
                <a:cs typeface="Calibri" pitchFamily="34" charset="-120"/>
              </a:rPr>
              <a:t> (DRG001), a treatment designed for high clinical need and broad prescriber adoption.</a:t>
            </a:r>
          </a:p>
          <a:p>
            <a:pPr marL="285750" indent="-285750">
              <a:spcBef>
                <a:spcPts val="400"/>
              </a:spcBef>
              <a:spcAft>
                <a:spcPts val="600"/>
              </a:spcAft>
              <a:buClr>
                <a:schemeClr val="bg2"/>
              </a:buClr>
              <a:buFont typeface="Wingdings" panose="05000000000000000000" pitchFamily="2" charset="2"/>
              <a:buChar char="§"/>
            </a:pPr>
            <a:r>
              <a:rPr lang="en-US" sz="1500" dirty="0">
                <a:ea typeface="Calibri" pitchFamily="34" charset="-122"/>
                <a:cs typeface="Calibri" pitchFamily="34" charset="-120"/>
              </a:rPr>
              <a:t>You have been assigned to analyze </a:t>
            </a:r>
            <a:r>
              <a:rPr lang="en-US" sz="1500" dirty="0" err="1">
                <a:ea typeface="Calibri" pitchFamily="34" charset="-122"/>
                <a:cs typeface="Calibri" pitchFamily="34" charset="-120"/>
              </a:rPr>
              <a:t>PrimeRx’s</a:t>
            </a:r>
            <a:r>
              <a:rPr lang="en-US" sz="1500" dirty="0">
                <a:ea typeface="Calibri" pitchFamily="34" charset="-122"/>
                <a:cs typeface="Calibri" pitchFamily="34" charset="-120"/>
              </a:rPr>
              <a:t> Rx flow, HCP, account, sales, and alert datasets collected over the last 18 months and provide recommendations to help the sales team act on the most valuable commercial opportunities.</a:t>
            </a:r>
          </a:p>
        </p:txBody>
      </p:sp>
      <p:sp>
        <p:nvSpPr>
          <p:cNvPr id="10" name="Shape 7">
            <a:extLst>
              <a:ext uri="{FF2B5EF4-FFF2-40B4-BE49-F238E27FC236}">
                <a16:creationId xmlns:a16="http://schemas.microsoft.com/office/drawing/2014/main" id="{1CEF7ABB-2AA5-153B-82C7-DAB15D588266}"/>
              </a:ext>
            </a:extLst>
          </p:cNvPr>
          <p:cNvSpPr/>
          <p:nvPr/>
        </p:nvSpPr>
        <p:spPr>
          <a:xfrm>
            <a:off x="361523" y="3298180"/>
            <a:ext cx="11468955" cy="2425299"/>
          </a:xfrm>
          <a:prstGeom prst="rect">
            <a:avLst/>
          </a:prstGeom>
          <a:solidFill>
            <a:schemeClr val="accent6">
              <a:lumMod val="20000"/>
              <a:lumOff val="80000"/>
            </a:schemeClr>
          </a:solidFill>
          <a:ln w="12700">
            <a:noFill/>
            <a:prstDash val="solid"/>
          </a:ln>
          <a:effectLst>
            <a:outerShdw blurRad="101600" dist="38100" dir="8100000" algn="bl" rotWithShape="0">
              <a:srgbClr val="000000">
                <a:alpha val="12000"/>
              </a:srgbClr>
            </a:outerShdw>
          </a:effectLst>
        </p:spPr>
        <p:txBody>
          <a:bodyPr/>
          <a:lstStyle/>
          <a:p>
            <a:pPr fontAlgn="t">
              <a:spcBef>
                <a:spcPts val="400"/>
              </a:spcBef>
              <a:spcAft>
                <a:spcPts val="600"/>
              </a:spcAft>
            </a:pPr>
            <a:r>
              <a:rPr lang="en-US" b="1" dirty="0"/>
              <a:t>Case Study Overview:</a:t>
            </a:r>
            <a:endParaRPr lang="en-US" sz="1600" dirty="0"/>
          </a:p>
          <a:p>
            <a:pPr fontAlgn="t"/>
            <a:r>
              <a:rPr lang="en-US" sz="1500" dirty="0"/>
              <a:t>This case study explores a pharma commercial analytics problem: </a:t>
            </a:r>
            <a:r>
              <a:rPr lang="en-US" sz="1500" b="1" dirty="0"/>
              <a:t>doctors (HCPs) are diagnosing patients who may need treatment, but not all of them are prescribing our drug</a:t>
            </a:r>
            <a:r>
              <a:rPr lang="en-US" sz="1500" dirty="0"/>
              <a:t>.</a:t>
            </a:r>
          </a:p>
          <a:p>
            <a:pPr fontAlgn="t"/>
            <a:endParaRPr lang="en-US" sz="1500" dirty="0"/>
          </a:p>
          <a:p>
            <a:pPr fontAlgn="t">
              <a:spcAft>
                <a:spcPts val="300"/>
              </a:spcAft>
            </a:pPr>
            <a:r>
              <a:rPr lang="en-US" sz="1500" dirty="0"/>
              <a:t>You will use clinical alert, doctor affiliation, and prescription sales data to identify:</a:t>
            </a:r>
          </a:p>
          <a:p>
            <a:pPr marL="285750" indent="-285750" fontAlgn="t">
              <a:buClr>
                <a:schemeClr val="bg2"/>
              </a:buClr>
              <a:buFont typeface="Wingdings" panose="05000000000000000000" pitchFamily="2" charset="2"/>
              <a:buChar char="§"/>
            </a:pPr>
            <a:r>
              <a:rPr lang="en-US" sz="1500" dirty="0"/>
              <a:t>HCPs and accounts with high prescription and alert activity</a:t>
            </a:r>
          </a:p>
          <a:p>
            <a:pPr marL="285750" indent="-285750" fontAlgn="t">
              <a:buClr>
                <a:schemeClr val="bg2"/>
              </a:buClr>
              <a:buFont typeface="Wingdings" panose="05000000000000000000" pitchFamily="2" charset="2"/>
              <a:buChar char="§"/>
            </a:pPr>
            <a:r>
              <a:rPr lang="en-US" sz="1500" dirty="0"/>
              <a:t>Doctors receiving strong clinical signals but writing few or no prescriptions</a:t>
            </a:r>
          </a:p>
          <a:p>
            <a:pPr marL="285750" indent="-285750" fontAlgn="t">
              <a:buClr>
                <a:schemeClr val="bg2"/>
              </a:buClr>
              <a:buFont typeface="Wingdings" panose="05000000000000000000" pitchFamily="2" charset="2"/>
              <a:buChar char="§"/>
            </a:pPr>
            <a:r>
              <a:rPr lang="en-US" sz="1500" dirty="0"/>
              <a:t>Accounts with low prescription activity relative to their doctor base</a:t>
            </a:r>
          </a:p>
          <a:p>
            <a:pPr marL="285750" indent="-285750" fontAlgn="t">
              <a:buClr>
                <a:schemeClr val="bg2"/>
              </a:buClr>
              <a:buFont typeface="Wingdings" panose="05000000000000000000" pitchFamily="2" charset="2"/>
              <a:buChar char="§"/>
            </a:pPr>
            <a:r>
              <a:rPr lang="en-US" sz="1500" dirty="0"/>
              <a:t>HCPs and accounts that should be prioritized by the sales team</a:t>
            </a:r>
          </a:p>
        </p:txBody>
      </p:sp>
      <p:sp>
        <p:nvSpPr>
          <p:cNvPr id="11" name="Shape 7">
            <a:extLst>
              <a:ext uri="{FF2B5EF4-FFF2-40B4-BE49-F238E27FC236}">
                <a16:creationId xmlns:a16="http://schemas.microsoft.com/office/drawing/2014/main" id="{4DAECD7C-6D85-DB97-F978-C052AD30A40C}"/>
              </a:ext>
            </a:extLst>
          </p:cNvPr>
          <p:cNvSpPr/>
          <p:nvPr/>
        </p:nvSpPr>
        <p:spPr>
          <a:xfrm>
            <a:off x="361523" y="5982126"/>
            <a:ext cx="11468955" cy="526218"/>
          </a:xfrm>
          <a:prstGeom prst="rect">
            <a:avLst/>
          </a:prstGeom>
          <a:solidFill>
            <a:schemeClr val="accent5">
              <a:lumMod val="20000"/>
              <a:lumOff val="80000"/>
            </a:schemeClr>
          </a:solidFill>
          <a:ln w="12700">
            <a:noFill/>
            <a:prstDash val="solid"/>
          </a:ln>
          <a:effectLst>
            <a:outerShdw blurRad="101600" dist="38100" dir="8100000" algn="bl" rotWithShape="0">
              <a:srgbClr val="000000">
                <a:alpha val="12000"/>
              </a:srgbClr>
            </a:outerShdw>
          </a:effectLst>
        </p:spPr>
        <p:txBody>
          <a:bodyPr/>
          <a:lstStyle/>
          <a:p>
            <a:pPr fontAlgn="t"/>
            <a:r>
              <a:rPr lang="en-US" sz="1500" dirty="0"/>
              <a:t>The goal is to connect </a:t>
            </a:r>
            <a:r>
              <a:rPr lang="en-US" sz="1500" b="1" dirty="0"/>
              <a:t>diagnostic activity </a:t>
            </a:r>
            <a:r>
              <a:rPr lang="en-US" sz="1500" dirty="0"/>
              <a:t>with </a:t>
            </a:r>
            <a:r>
              <a:rPr lang="en-US" sz="1500" b="1" dirty="0"/>
              <a:t>prescribing behavior </a:t>
            </a:r>
            <a:r>
              <a:rPr lang="en-US" sz="1500" dirty="0"/>
              <a:t>and translate the insights into a clear, data-driven action plan</a:t>
            </a:r>
          </a:p>
        </p:txBody>
      </p:sp>
    </p:spTree>
    <p:extLst>
      <p:ext uri="{BB962C8B-B14F-4D97-AF65-F5344CB8AC3E}">
        <p14:creationId xmlns:p14="http://schemas.microsoft.com/office/powerpoint/2010/main" val="812193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01014-8606-A105-4DC3-B4130EFCC20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71DBE4C-15E3-40FF-075B-9550AE92181C}"/>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lang="en-US" dirty="0" err="1">
                <a:solidFill>
                  <a:srgbClr val="001E96"/>
                </a:solidFill>
                <a:latin typeface="Arial"/>
              </a:rPr>
              <a:t>PrimeRx</a:t>
            </a:r>
            <a:r>
              <a:rPr lang="en-US" dirty="0">
                <a:solidFill>
                  <a:srgbClr val="001E96"/>
                </a:solidFill>
                <a:latin typeface="Arial"/>
              </a:rPr>
              <a:t> Flow</a:t>
            </a:r>
            <a:r>
              <a:rPr b="1" i="0" dirty="0">
                <a:solidFill>
                  <a:srgbClr val="001E96"/>
                </a:solidFill>
                <a:latin typeface="Arial"/>
              </a:rPr>
              <a:t> – </a:t>
            </a:r>
            <a:r>
              <a:rPr lang="en-US" b="1" i="0" dirty="0">
                <a:solidFill>
                  <a:srgbClr val="001E96"/>
                </a:solidFill>
                <a:latin typeface="Arial"/>
              </a:rPr>
              <a:t>Datasets Overview</a:t>
            </a:r>
            <a:endParaRPr b="1" i="0" dirty="0">
              <a:solidFill>
                <a:srgbClr val="001E96"/>
              </a:solidFill>
              <a:latin typeface="Arial"/>
            </a:endParaRPr>
          </a:p>
        </p:txBody>
      </p:sp>
      <p:sp>
        <p:nvSpPr>
          <p:cNvPr id="7" name="Text Placeholder 6">
            <a:extLst>
              <a:ext uri="{FF2B5EF4-FFF2-40B4-BE49-F238E27FC236}">
                <a16:creationId xmlns:a16="http://schemas.microsoft.com/office/drawing/2014/main" id="{C80B1B34-9A26-B84A-5A99-874E393EF7CC}"/>
              </a:ext>
            </a:extLst>
          </p:cNvPr>
          <p:cNvSpPr>
            <a:spLocks noGrp="1"/>
          </p:cNvSpPr>
          <p:nvPr>
            <p:ph type="body" sz="quarter" idx="10"/>
          </p:nvPr>
        </p:nvSpPr>
        <p:spPr/>
        <p:txBody>
          <a:bodyPr/>
          <a:lstStyle/>
          <a:p>
            <a:endParaRPr lang="en-IN"/>
          </a:p>
        </p:txBody>
      </p:sp>
      <p:sp>
        <p:nvSpPr>
          <p:cNvPr id="2" name="Footer Placeholder 4">
            <a:extLst>
              <a:ext uri="{FF2B5EF4-FFF2-40B4-BE49-F238E27FC236}">
                <a16:creationId xmlns:a16="http://schemas.microsoft.com/office/drawing/2014/main" id="{4B66254D-D5A3-D972-5143-DA52049C2708}"/>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graphicFrame>
        <p:nvGraphicFramePr>
          <p:cNvPr id="3" name="Table 2">
            <a:extLst>
              <a:ext uri="{FF2B5EF4-FFF2-40B4-BE49-F238E27FC236}">
                <a16:creationId xmlns:a16="http://schemas.microsoft.com/office/drawing/2014/main" id="{643A9154-1252-1846-19C5-B16F375F6BBC}"/>
              </a:ext>
            </a:extLst>
          </p:cNvPr>
          <p:cNvGraphicFramePr>
            <a:graphicFrameLocks noGrp="1"/>
          </p:cNvGraphicFramePr>
          <p:nvPr>
            <p:extLst>
              <p:ext uri="{D42A27DB-BD31-4B8C-83A1-F6EECF244321}">
                <p14:modId xmlns:p14="http://schemas.microsoft.com/office/powerpoint/2010/main" val="3452072672"/>
              </p:ext>
            </p:extLst>
          </p:nvPr>
        </p:nvGraphicFramePr>
        <p:xfrm>
          <a:off x="334963" y="3156937"/>
          <a:ext cx="11548466" cy="3249632"/>
        </p:xfrm>
        <a:graphic>
          <a:graphicData uri="http://schemas.openxmlformats.org/drawingml/2006/table">
            <a:tbl>
              <a:tblPr firstRow="1" firstCol="1">
                <a:tableStyleId>{18603FDC-E32A-4AB5-989C-0864C3EAD2B8}</a:tableStyleId>
              </a:tblPr>
              <a:tblGrid>
                <a:gridCol w="1235128">
                  <a:extLst>
                    <a:ext uri="{9D8B030D-6E8A-4147-A177-3AD203B41FA5}">
                      <a16:colId xmlns:a16="http://schemas.microsoft.com/office/drawing/2014/main" val="1237735663"/>
                    </a:ext>
                  </a:extLst>
                </a:gridCol>
                <a:gridCol w="1347656">
                  <a:extLst>
                    <a:ext uri="{9D8B030D-6E8A-4147-A177-3AD203B41FA5}">
                      <a16:colId xmlns:a16="http://schemas.microsoft.com/office/drawing/2014/main" val="4165463963"/>
                    </a:ext>
                  </a:extLst>
                </a:gridCol>
                <a:gridCol w="4258032">
                  <a:extLst>
                    <a:ext uri="{9D8B030D-6E8A-4147-A177-3AD203B41FA5}">
                      <a16:colId xmlns:a16="http://schemas.microsoft.com/office/drawing/2014/main" val="1070830579"/>
                    </a:ext>
                  </a:extLst>
                </a:gridCol>
                <a:gridCol w="4707650">
                  <a:extLst>
                    <a:ext uri="{9D8B030D-6E8A-4147-A177-3AD203B41FA5}">
                      <a16:colId xmlns:a16="http://schemas.microsoft.com/office/drawing/2014/main" val="1822781074"/>
                    </a:ext>
                  </a:extLst>
                </a:gridCol>
              </a:tblGrid>
              <a:tr h="279350">
                <a:tc>
                  <a:txBody>
                    <a:bodyPr/>
                    <a:lstStyle/>
                    <a:p>
                      <a:pPr algn="ctr">
                        <a:buNone/>
                      </a:pPr>
                      <a:r>
                        <a:rPr lang="en-US" sz="1200">
                          <a:solidFill>
                            <a:schemeClr val="bg1"/>
                          </a:solidFill>
                        </a:rPr>
                        <a:t>Dataset</a:t>
                      </a:r>
                    </a:p>
                  </a:txBody>
                  <a:tcPr marT="28358" marB="28358" anchor="ctr">
                    <a:solidFill>
                      <a:schemeClr val="bg2"/>
                    </a:solidFill>
                  </a:tcPr>
                </a:tc>
                <a:tc>
                  <a:txBody>
                    <a:bodyPr/>
                    <a:lstStyle/>
                    <a:p>
                      <a:pPr algn="ctr">
                        <a:buNone/>
                      </a:pPr>
                      <a:r>
                        <a:rPr lang="en-US" sz="1200">
                          <a:solidFill>
                            <a:schemeClr val="bg1"/>
                          </a:solidFill>
                        </a:rPr>
                        <a:t>Rows</a:t>
                      </a:r>
                    </a:p>
                  </a:txBody>
                  <a:tcPr marT="28358" marB="28358" anchor="ctr">
                    <a:solidFill>
                      <a:schemeClr val="bg2"/>
                    </a:solidFill>
                  </a:tcPr>
                </a:tc>
                <a:tc>
                  <a:txBody>
                    <a:bodyPr/>
                    <a:lstStyle/>
                    <a:p>
                      <a:pPr algn="ctr">
                        <a:buNone/>
                      </a:pPr>
                      <a:r>
                        <a:rPr lang="en-US" sz="1200">
                          <a:solidFill>
                            <a:schemeClr val="bg1"/>
                          </a:solidFill>
                        </a:rPr>
                        <a:t>Key Columns</a:t>
                      </a:r>
                    </a:p>
                  </a:txBody>
                  <a:tcPr marT="28358" marB="28358" anchor="ctr">
                    <a:solidFill>
                      <a:schemeClr val="bg2"/>
                    </a:solidFill>
                  </a:tcPr>
                </a:tc>
                <a:tc>
                  <a:txBody>
                    <a:bodyPr/>
                    <a:lstStyle/>
                    <a:p>
                      <a:pPr algn="ctr">
                        <a:buNone/>
                      </a:pPr>
                      <a:r>
                        <a:rPr lang="en-US" sz="1200" dirty="0">
                          <a:solidFill>
                            <a:schemeClr val="bg1"/>
                          </a:solidFill>
                        </a:rPr>
                        <a:t>Dataset Purpose</a:t>
                      </a:r>
                    </a:p>
                  </a:txBody>
                  <a:tcPr marT="28358" marB="28358" anchor="ctr">
                    <a:solidFill>
                      <a:schemeClr val="bg2"/>
                    </a:solidFill>
                  </a:tcPr>
                </a:tc>
                <a:extLst>
                  <a:ext uri="{0D108BD9-81ED-4DB2-BD59-A6C34878D82A}">
                    <a16:rowId xmlns:a16="http://schemas.microsoft.com/office/drawing/2014/main" val="364754117"/>
                  </a:ext>
                </a:extLst>
              </a:tr>
              <a:tr h="919020">
                <a:tc>
                  <a:txBody>
                    <a:bodyPr/>
                    <a:lstStyle/>
                    <a:p>
                      <a:pPr algn="ctr">
                        <a:buNone/>
                      </a:pPr>
                      <a:r>
                        <a:rPr lang="en-US" sz="1200">
                          <a:solidFill>
                            <a:sysClr val="windowText" lastClr="000000"/>
                          </a:solidFill>
                        </a:rPr>
                        <a:t>Alerts</a:t>
                      </a:r>
                    </a:p>
                  </a:txBody>
                  <a:tcPr marT="28358" marB="28358" anchor="ctr">
                    <a:lnR w="3175"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sz="1200">
                          <a:solidFill>
                            <a:sysClr val="windowText" lastClr="000000"/>
                          </a:solidFill>
                        </a:rPr>
                        <a:t>9,537</a:t>
                      </a:r>
                    </a:p>
                  </a:txBody>
                  <a:tcPr marT="28358" marB="28358"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200" dirty="0" err="1">
                          <a:solidFill>
                            <a:sysClr val="windowText" lastClr="000000"/>
                          </a:solidFill>
                        </a:rPr>
                        <a:t>Alert_ID</a:t>
                      </a:r>
                      <a:r>
                        <a:rPr lang="en-US" sz="1200" dirty="0">
                          <a:solidFill>
                            <a:sysClr val="windowText" lastClr="000000"/>
                          </a:solidFill>
                        </a:rPr>
                        <a:t> (unique alert), </a:t>
                      </a:r>
                    </a:p>
                    <a:p>
                      <a:pPr algn="l">
                        <a:buNone/>
                      </a:pPr>
                      <a:r>
                        <a:rPr lang="en-US" sz="1200" dirty="0" err="1">
                          <a:solidFill>
                            <a:sysClr val="windowText" lastClr="000000"/>
                          </a:solidFill>
                        </a:rPr>
                        <a:t>Alert_Date</a:t>
                      </a:r>
                      <a:r>
                        <a:rPr lang="en-US" sz="1200" dirty="0">
                          <a:solidFill>
                            <a:sysClr val="windowText" lastClr="000000"/>
                          </a:solidFill>
                        </a:rPr>
                        <a:t>, </a:t>
                      </a:r>
                    </a:p>
                    <a:p>
                      <a:pPr algn="l">
                        <a:buNone/>
                      </a:pPr>
                      <a:r>
                        <a:rPr lang="en-US" sz="1200" dirty="0">
                          <a:solidFill>
                            <a:sysClr val="windowText" lastClr="000000"/>
                          </a:solidFill>
                        </a:rPr>
                        <a:t>HCP_ID, </a:t>
                      </a:r>
                    </a:p>
                    <a:p>
                      <a:pPr algn="l">
                        <a:buNone/>
                      </a:pPr>
                      <a:r>
                        <a:rPr lang="en-US" sz="1200" dirty="0" err="1">
                          <a:solidFill>
                            <a:sysClr val="windowText" lastClr="000000"/>
                          </a:solidFill>
                        </a:rPr>
                        <a:t>Lab_Result</a:t>
                      </a:r>
                      <a:r>
                        <a:rPr lang="en-US" sz="1200" dirty="0">
                          <a:solidFill>
                            <a:sysClr val="windowText" lastClr="000000"/>
                          </a:solidFill>
                        </a:rPr>
                        <a:t> (positive/negative)</a:t>
                      </a:r>
                    </a:p>
                  </a:txBody>
                  <a:tcPr marT="28358" marB="28358"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1200" dirty="0">
                          <a:solidFill>
                            <a:sysClr val="windowText" lastClr="000000"/>
                          </a:solidFill>
                        </a:rPr>
                        <a:t>Clinical alerts tied to doctors indicating potential treatment need</a:t>
                      </a:r>
                    </a:p>
                  </a:txBody>
                  <a:tcPr marT="28358" marB="28358" anchor="ctr">
                    <a:lnL w="3175" cap="flat" cmpd="sng" algn="ctr">
                      <a:solidFill>
                        <a:schemeClr val="tx1"/>
                      </a:solidFill>
                      <a:prstDash val="solid"/>
                      <a:round/>
                      <a:headEnd type="none" w="med" len="med"/>
                      <a:tailEnd type="none" w="med" len="med"/>
                    </a:lnL>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1163897"/>
                  </a:ext>
                </a:extLst>
              </a:tr>
              <a:tr h="1345466">
                <a:tc>
                  <a:txBody>
                    <a:bodyPr/>
                    <a:lstStyle/>
                    <a:p>
                      <a:pPr algn="ctr">
                        <a:buNone/>
                      </a:pPr>
                      <a:r>
                        <a:rPr lang="en-US" sz="1200">
                          <a:solidFill>
                            <a:sysClr val="windowText" lastClr="000000"/>
                          </a:solidFill>
                        </a:rPr>
                        <a:t>Sales</a:t>
                      </a:r>
                    </a:p>
                  </a:txBody>
                  <a:tcPr marT="28358" marB="28358" anchor="ctr">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sz="1200" dirty="0">
                          <a:solidFill>
                            <a:sysClr val="windowText" lastClr="000000"/>
                          </a:solidFill>
                        </a:rPr>
                        <a:t>5,917</a:t>
                      </a:r>
                    </a:p>
                  </a:txBody>
                  <a:tcPr marT="28358" marB="28358"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200" dirty="0" err="1">
                          <a:solidFill>
                            <a:sysClr val="windowText" lastClr="000000"/>
                          </a:solidFill>
                        </a:rPr>
                        <a:t>Prescription_ID</a:t>
                      </a:r>
                      <a:r>
                        <a:rPr lang="en-US" sz="1200" dirty="0">
                          <a:solidFill>
                            <a:sysClr val="windowText" lastClr="000000"/>
                          </a:solidFill>
                        </a:rPr>
                        <a:t> (unique Rx event), </a:t>
                      </a:r>
                    </a:p>
                    <a:p>
                      <a:pPr algn="l">
                        <a:buNone/>
                      </a:pPr>
                      <a:r>
                        <a:rPr lang="en-US" sz="1200" dirty="0" err="1">
                          <a:solidFill>
                            <a:sysClr val="windowText" lastClr="000000"/>
                          </a:solidFill>
                        </a:rPr>
                        <a:t>Prescription_Date</a:t>
                      </a:r>
                      <a:r>
                        <a:rPr lang="en-US" sz="1200" dirty="0">
                          <a:solidFill>
                            <a:sysClr val="windowText" lastClr="000000"/>
                          </a:solidFill>
                        </a:rPr>
                        <a:t>, </a:t>
                      </a:r>
                    </a:p>
                    <a:p>
                      <a:pPr algn="l">
                        <a:buNone/>
                      </a:pPr>
                      <a:r>
                        <a:rPr lang="en-US" sz="1200" dirty="0">
                          <a:solidFill>
                            <a:sysClr val="windowText" lastClr="000000"/>
                          </a:solidFill>
                        </a:rPr>
                        <a:t>HCP_ID, </a:t>
                      </a:r>
                    </a:p>
                    <a:p>
                      <a:pPr algn="l">
                        <a:buNone/>
                      </a:pPr>
                      <a:r>
                        <a:rPr lang="en-US" sz="1200" dirty="0" err="1">
                          <a:solidFill>
                            <a:sysClr val="windowText" lastClr="000000"/>
                          </a:solidFill>
                        </a:rPr>
                        <a:t>Drug_Name</a:t>
                      </a:r>
                      <a:r>
                        <a:rPr lang="en-US" sz="1200" dirty="0">
                          <a:solidFill>
                            <a:sysClr val="windowText" lastClr="000000"/>
                          </a:solidFill>
                        </a:rPr>
                        <a:t>, </a:t>
                      </a:r>
                    </a:p>
                    <a:p>
                      <a:pPr algn="l">
                        <a:buNone/>
                      </a:pPr>
                      <a:r>
                        <a:rPr lang="en-US" sz="1200" dirty="0" err="1">
                          <a:solidFill>
                            <a:sysClr val="windowText" lastClr="000000"/>
                          </a:solidFill>
                        </a:rPr>
                        <a:t>Drug_ID</a:t>
                      </a:r>
                      <a:r>
                        <a:rPr lang="en-US" sz="1200" dirty="0">
                          <a:solidFill>
                            <a:sysClr val="windowText" lastClr="000000"/>
                          </a:solidFill>
                        </a:rPr>
                        <a:t>, </a:t>
                      </a:r>
                    </a:p>
                    <a:p>
                      <a:pPr algn="l">
                        <a:buNone/>
                      </a:pPr>
                      <a:r>
                        <a:rPr lang="en-US" sz="1200" dirty="0" err="1">
                          <a:solidFill>
                            <a:sysClr val="windowText" lastClr="000000"/>
                          </a:solidFill>
                        </a:rPr>
                        <a:t>Prescription_Volume</a:t>
                      </a:r>
                      <a:r>
                        <a:rPr lang="en-US" sz="1200" dirty="0">
                          <a:solidFill>
                            <a:sysClr val="windowText" lastClr="000000"/>
                          </a:solidFill>
                        </a:rPr>
                        <a:t> (units/scripts prescribed)</a:t>
                      </a:r>
                    </a:p>
                  </a:txBody>
                  <a:tcPr marT="28358" marB="28358"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1200" dirty="0">
                          <a:solidFill>
                            <a:sysClr val="windowText" lastClr="000000"/>
                          </a:solidFill>
                        </a:rPr>
                        <a:t>Prescription activity across doctors and drugs</a:t>
                      </a:r>
                    </a:p>
                  </a:txBody>
                  <a:tcPr marT="28358" marB="28358" anchor="ctr">
                    <a:lnL w="317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53875"/>
                  </a:ext>
                </a:extLst>
              </a:tr>
              <a:tr h="705796">
                <a:tc>
                  <a:txBody>
                    <a:bodyPr/>
                    <a:lstStyle/>
                    <a:p>
                      <a:pPr algn="ctr">
                        <a:buNone/>
                      </a:pPr>
                      <a:r>
                        <a:rPr lang="en-US" sz="1200">
                          <a:solidFill>
                            <a:sysClr val="windowText" lastClr="000000"/>
                          </a:solidFill>
                        </a:rPr>
                        <a:t>Affiliation</a:t>
                      </a:r>
                    </a:p>
                  </a:txBody>
                  <a:tcPr marT="28358" marB="28358" anchor="ctr">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solidFill>
                      <a:schemeClr val="accent1">
                        <a:lumMod val="20000"/>
                        <a:lumOff val="80000"/>
                      </a:schemeClr>
                    </a:solidFill>
                  </a:tcPr>
                </a:tc>
                <a:tc>
                  <a:txBody>
                    <a:bodyPr/>
                    <a:lstStyle/>
                    <a:p>
                      <a:pPr algn="ctr">
                        <a:buNone/>
                      </a:pPr>
                      <a:r>
                        <a:rPr lang="en-US" sz="1200">
                          <a:solidFill>
                            <a:sysClr val="windowText" lastClr="000000"/>
                          </a:solidFill>
                        </a:rPr>
                        <a:t>216</a:t>
                      </a:r>
                    </a:p>
                  </a:txBody>
                  <a:tcPr marT="28358" marB="28358"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solidFill>
                      <a:schemeClr val="bg1"/>
                    </a:solidFill>
                  </a:tcPr>
                </a:tc>
                <a:tc>
                  <a:txBody>
                    <a:bodyPr/>
                    <a:lstStyle/>
                    <a:p>
                      <a:pPr algn="l">
                        <a:buNone/>
                      </a:pPr>
                      <a:r>
                        <a:rPr lang="en-US" sz="1200" dirty="0">
                          <a:solidFill>
                            <a:sysClr val="windowText" lastClr="000000"/>
                          </a:solidFill>
                        </a:rPr>
                        <a:t>HCP_ID, </a:t>
                      </a:r>
                    </a:p>
                    <a:p>
                      <a:pPr algn="l">
                        <a:buNone/>
                      </a:pPr>
                      <a:r>
                        <a:rPr lang="en-US" sz="1200" dirty="0" err="1">
                          <a:solidFill>
                            <a:sysClr val="windowText" lastClr="000000"/>
                          </a:solidFill>
                        </a:rPr>
                        <a:t>Account_ID</a:t>
                      </a:r>
                      <a:r>
                        <a:rPr lang="en-US" sz="1200" dirty="0">
                          <a:solidFill>
                            <a:sysClr val="windowText" lastClr="000000"/>
                          </a:solidFill>
                        </a:rPr>
                        <a:t>, </a:t>
                      </a:r>
                    </a:p>
                    <a:p>
                      <a:pPr algn="l">
                        <a:buNone/>
                      </a:pPr>
                      <a:r>
                        <a:rPr lang="en-US" sz="1200" dirty="0" err="1">
                          <a:solidFill>
                            <a:sysClr val="windowText" lastClr="000000"/>
                          </a:solidFill>
                        </a:rPr>
                        <a:t>Account_Name</a:t>
                      </a:r>
                      <a:endParaRPr lang="en-US" sz="1200" dirty="0">
                        <a:solidFill>
                          <a:sysClr val="windowText" lastClr="000000"/>
                        </a:solidFill>
                      </a:endParaRPr>
                    </a:p>
                  </a:txBody>
                  <a:tcPr marT="28358" marB="28358"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solidFill>
                      <a:schemeClr val="bg1"/>
                    </a:solidFill>
                  </a:tcPr>
                </a:tc>
                <a:tc>
                  <a:txBody>
                    <a:bodyPr/>
                    <a:lstStyle/>
                    <a:p>
                      <a:pPr algn="ctr">
                        <a:buNone/>
                      </a:pPr>
                      <a:r>
                        <a:rPr lang="en-US" sz="1200" dirty="0">
                          <a:solidFill>
                            <a:sysClr val="windowText" lastClr="000000"/>
                          </a:solidFill>
                        </a:rPr>
                        <a:t>Maps doctors to hospitals/clinics/accounts</a:t>
                      </a:r>
                    </a:p>
                  </a:txBody>
                  <a:tcPr marT="28358" marB="28358" anchor="ctr">
                    <a:lnL w="317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414542974"/>
                  </a:ext>
                </a:extLst>
              </a:tr>
            </a:tbl>
          </a:graphicData>
        </a:graphic>
      </p:graphicFrame>
      <p:sp>
        <p:nvSpPr>
          <p:cNvPr id="10" name="Rectangle 9">
            <a:extLst>
              <a:ext uri="{FF2B5EF4-FFF2-40B4-BE49-F238E27FC236}">
                <a16:creationId xmlns:a16="http://schemas.microsoft.com/office/drawing/2014/main" id="{57FEFD31-1238-9E69-5FFF-09AB77485BFA}"/>
              </a:ext>
            </a:extLst>
          </p:cNvPr>
          <p:cNvSpPr/>
          <p:nvPr/>
        </p:nvSpPr>
        <p:spPr>
          <a:xfrm>
            <a:off x="320040" y="1305813"/>
            <a:ext cx="11567160" cy="1737424"/>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noAutofit/>
          </a:bodyPr>
          <a:lstStyle/>
          <a:p>
            <a:pPr>
              <a:spcBef>
                <a:spcPts val="300"/>
              </a:spcBef>
              <a:spcAft>
                <a:spcPts val="300"/>
              </a:spcAft>
            </a:pPr>
            <a:r>
              <a:rPr lang="en-GB" sz="1400" i="0" dirty="0">
                <a:solidFill>
                  <a:srgbClr val="000000"/>
                </a:solidFill>
                <a:latin typeface="Arial"/>
              </a:rPr>
              <a:t>You are provided with three datasets capturing different aspects of the patient treatment journey:</a:t>
            </a:r>
          </a:p>
          <a:p>
            <a:pPr marL="285750" indent="-285750">
              <a:spcBef>
                <a:spcPts val="300"/>
              </a:spcBef>
              <a:spcAft>
                <a:spcPts val="300"/>
              </a:spcAft>
              <a:buFont typeface="Wingdings" panose="05000000000000000000" pitchFamily="2" charset="2"/>
              <a:buChar char="§"/>
            </a:pPr>
            <a:r>
              <a:rPr lang="en-GB" sz="1400" b="1" i="0" dirty="0">
                <a:solidFill>
                  <a:srgbClr val="000000"/>
                </a:solidFill>
                <a:latin typeface="Arial"/>
              </a:rPr>
              <a:t>Alerts</a:t>
            </a:r>
            <a:r>
              <a:rPr lang="en-GB" sz="1400" i="0" dirty="0">
                <a:solidFill>
                  <a:srgbClr val="000000"/>
                </a:solidFill>
                <a:latin typeface="Arial"/>
              </a:rPr>
              <a:t>: Clinical signals indicating potential treatment need at the doctor level</a:t>
            </a:r>
          </a:p>
          <a:p>
            <a:pPr marL="285750" indent="-285750">
              <a:spcBef>
                <a:spcPts val="300"/>
              </a:spcBef>
              <a:spcAft>
                <a:spcPts val="300"/>
              </a:spcAft>
              <a:buFont typeface="Wingdings" panose="05000000000000000000" pitchFamily="2" charset="2"/>
              <a:buChar char="§"/>
            </a:pPr>
            <a:r>
              <a:rPr lang="en-GB" sz="1400" b="1" i="0" dirty="0">
                <a:solidFill>
                  <a:srgbClr val="000000"/>
                </a:solidFill>
                <a:latin typeface="Arial"/>
              </a:rPr>
              <a:t>Sales</a:t>
            </a:r>
            <a:r>
              <a:rPr lang="en-GB" sz="1400" i="0" dirty="0">
                <a:solidFill>
                  <a:srgbClr val="000000"/>
                </a:solidFill>
                <a:latin typeface="Arial"/>
              </a:rPr>
              <a:t>: Prescription activity across doctors and therapies</a:t>
            </a:r>
          </a:p>
          <a:p>
            <a:pPr marL="285750" indent="-285750">
              <a:spcBef>
                <a:spcPts val="300"/>
              </a:spcBef>
              <a:spcAft>
                <a:spcPts val="300"/>
              </a:spcAft>
              <a:buFont typeface="Wingdings" panose="05000000000000000000" pitchFamily="2" charset="2"/>
              <a:buChar char="§"/>
            </a:pPr>
            <a:r>
              <a:rPr lang="en-GB" sz="1400" b="1" i="0" dirty="0">
                <a:solidFill>
                  <a:srgbClr val="000000"/>
                </a:solidFill>
                <a:latin typeface="Arial"/>
              </a:rPr>
              <a:t>Affiliation</a:t>
            </a:r>
            <a:r>
              <a:rPr lang="en-GB" sz="1400" i="0" dirty="0">
                <a:solidFill>
                  <a:srgbClr val="000000"/>
                </a:solidFill>
                <a:latin typeface="Arial"/>
              </a:rPr>
              <a:t>: Mapping of doctors to hospitals/healthcare accounts</a:t>
            </a:r>
          </a:p>
          <a:p>
            <a:pPr>
              <a:spcBef>
                <a:spcPts val="300"/>
              </a:spcBef>
              <a:spcAft>
                <a:spcPts val="300"/>
              </a:spcAft>
            </a:pPr>
            <a:r>
              <a:rPr lang="en-GB" sz="1400" i="0" dirty="0">
                <a:solidFill>
                  <a:srgbClr val="000000"/>
                </a:solidFill>
                <a:latin typeface="Arial"/>
              </a:rPr>
              <a:t>These datasets can be linked using </a:t>
            </a:r>
            <a:r>
              <a:rPr lang="en-GB" sz="1400" b="1" i="0" dirty="0">
                <a:solidFill>
                  <a:srgbClr val="000000"/>
                </a:solidFill>
                <a:latin typeface="Arial"/>
              </a:rPr>
              <a:t>HCP_ID</a:t>
            </a:r>
            <a:r>
              <a:rPr lang="en-GB" sz="1400" i="0" dirty="0">
                <a:solidFill>
                  <a:srgbClr val="000000"/>
                </a:solidFill>
                <a:latin typeface="Arial"/>
              </a:rPr>
              <a:t>. Your task is to connect clinical activity with prescribing </a:t>
            </a:r>
            <a:r>
              <a:rPr lang="en-GB" sz="1400" i="0" dirty="0" err="1">
                <a:solidFill>
                  <a:srgbClr val="000000"/>
                </a:solidFill>
                <a:latin typeface="Arial"/>
              </a:rPr>
              <a:t>behavior</a:t>
            </a:r>
            <a:r>
              <a:rPr lang="en-GB" sz="1400" i="0" dirty="0">
                <a:solidFill>
                  <a:srgbClr val="000000"/>
                </a:solidFill>
                <a:latin typeface="Arial"/>
              </a:rPr>
              <a:t> to identify missed opportunities and recommend actionable strategies for the commercial team.</a:t>
            </a:r>
            <a:endParaRPr lang="en-US" sz="1400" i="0" dirty="0">
              <a:solidFill>
                <a:srgbClr val="000000"/>
              </a:solidFill>
              <a:latin typeface="Arial"/>
            </a:endParaRPr>
          </a:p>
        </p:txBody>
      </p:sp>
      <p:sp>
        <p:nvSpPr>
          <p:cNvPr id="4" name="Slide Number Placeholder 3">
            <a:extLst>
              <a:ext uri="{FF2B5EF4-FFF2-40B4-BE49-F238E27FC236}">
                <a16:creationId xmlns:a16="http://schemas.microsoft.com/office/drawing/2014/main" id="{5A84545B-8BBA-E05E-86D7-A7366E2FC2E3}"/>
              </a:ext>
            </a:extLst>
          </p:cNvPr>
          <p:cNvSpPr>
            <a:spLocks noGrp="1"/>
          </p:cNvSpPr>
          <p:nvPr>
            <p:ph type="sldNum" sz="quarter" idx="4"/>
          </p:nvPr>
        </p:nvSpPr>
        <p:spPr/>
        <p:txBody>
          <a:bodyPr/>
          <a:lstStyle/>
          <a:p>
            <a:fld id="{611B2C2B-439E-457D-A75F-A794D509B660}" type="slidenum">
              <a:rPr lang="en-IN" smtClean="0"/>
              <a:pPr/>
              <a:t>3</a:t>
            </a:fld>
            <a:endParaRPr lang="en-IN"/>
          </a:p>
        </p:txBody>
      </p:sp>
    </p:spTree>
    <p:extLst>
      <p:ext uri="{BB962C8B-B14F-4D97-AF65-F5344CB8AC3E}">
        <p14:creationId xmlns:p14="http://schemas.microsoft.com/office/powerpoint/2010/main" val="2723075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AAA260-664F-7A28-CFD2-A822A3AD7F61}"/>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b="1" i="0">
                <a:solidFill>
                  <a:srgbClr val="001E96"/>
                </a:solidFill>
                <a:latin typeface="Arial"/>
              </a:rPr>
              <a:t>Question 1: Who are the most active doctors and are they helping our product?</a:t>
            </a:r>
          </a:p>
        </p:txBody>
      </p:sp>
      <p:sp>
        <p:nvSpPr>
          <p:cNvPr id="12" name="Footer Placeholder 4">
            <a:extLst>
              <a:ext uri="{FF2B5EF4-FFF2-40B4-BE49-F238E27FC236}">
                <a16:creationId xmlns:a16="http://schemas.microsoft.com/office/drawing/2014/main" id="{5C4C255C-0CBC-59E1-F4B1-51710CE186E6}"/>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
        <p:nvSpPr>
          <p:cNvPr id="13" name="Slide Number Placeholder 12">
            <a:extLst>
              <a:ext uri="{FF2B5EF4-FFF2-40B4-BE49-F238E27FC236}">
                <a16:creationId xmlns:a16="http://schemas.microsoft.com/office/drawing/2014/main" id="{7869D89F-CF9A-3587-9E80-B537C5748183}"/>
              </a:ext>
            </a:extLst>
          </p:cNvPr>
          <p:cNvSpPr>
            <a:spLocks noGrp="1"/>
          </p:cNvSpPr>
          <p:nvPr>
            <p:ph type="sldNum" sz="quarter" idx="4"/>
          </p:nvPr>
        </p:nvSpPr>
        <p:spPr/>
        <p:txBody>
          <a:bodyPr/>
          <a:lstStyle/>
          <a:p>
            <a:fld id="{611B2C2B-439E-457D-A75F-A794D509B660}" type="slidenum">
              <a:rPr lang="en-IN" smtClean="0"/>
              <a:pPr/>
              <a:t>4</a:t>
            </a:fld>
            <a:endParaRPr lang="en-IN"/>
          </a:p>
        </p:txBody>
      </p:sp>
      <p:sp>
        <p:nvSpPr>
          <p:cNvPr id="14" name="Rectangle 13"/>
          <p:cNvSpPr/>
          <p:nvPr/>
        </p:nvSpPr>
        <p:spPr>
          <a:xfrm>
            <a:off x="320040" y="1235086"/>
            <a:ext cx="11567160" cy="1579476"/>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noAutofit/>
          </a:bodyPr>
          <a:lstStyle/>
          <a:p>
            <a:pPr>
              <a:spcBef>
                <a:spcPts val="300"/>
              </a:spcBef>
              <a:spcAft>
                <a:spcPts val="300"/>
              </a:spcAft>
            </a:pPr>
            <a:r>
              <a:rPr sz="1400" b="0" i="0" dirty="0">
                <a:solidFill>
                  <a:srgbClr val="000000"/>
                </a:solidFill>
                <a:latin typeface="Arial"/>
              </a:rPr>
              <a:t>Your starting universe is only the doctors who appear in the </a:t>
            </a:r>
            <a:r>
              <a:rPr sz="1400" b="1" i="0" dirty="0">
                <a:solidFill>
                  <a:srgbClr val="000000"/>
                </a:solidFill>
                <a:latin typeface="Arial"/>
              </a:rPr>
              <a:t>Alerts</a:t>
            </a:r>
            <a:r>
              <a:rPr sz="1400" b="0" i="0" dirty="0">
                <a:solidFill>
                  <a:srgbClr val="000000"/>
                </a:solidFill>
                <a:latin typeface="Arial"/>
              </a:rPr>
              <a:t> dataset i.e., doctors for whom at least one alert has been generated. Do not include any doctor who has no alert record.</a:t>
            </a:r>
            <a:endParaRPr lang="en-US" sz="1400" dirty="0">
              <a:solidFill>
                <a:srgbClr val="000000"/>
              </a:solidFill>
              <a:latin typeface="Arial"/>
            </a:endParaRPr>
          </a:p>
          <a:p>
            <a:pPr>
              <a:spcBef>
                <a:spcPts val="300"/>
              </a:spcBef>
              <a:spcAft>
                <a:spcPts val="300"/>
              </a:spcAft>
            </a:pPr>
            <a:r>
              <a:rPr sz="1400" b="0" i="0" dirty="0">
                <a:solidFill>
                  <a:srgbClr val="000000"/>
                </a:solidFill>
                <a:latin typeface="Arial"/>
              </a:rPr>
              <a:t>From this universe, produce two separate Top 10 lists using two different ranking metrics:</a:t>
            </a:r>
            <a:endParaRPr lang="en-US" sz="1400" dirty="0">
              <a:solidFill>
                <a:srgbClr val="000000"/>
              </a:solidFill>
              <a:latin typeface="Arial"/>
            </a:endParaRPr>
          </a:p>
          <a:p>
            <a:pPr marL="285750" indent="-285750">
              <a:spcBef>
                <a:spcPts val="300"/>
              </a:spcBef>
              <a:spcAft>
                <a:spcPts val="300"/>
              </a:spcAft>
              <a:buClr>
                <a:schemeClr val="bg2"/>
              </a:buClr>
              <a:buFont typeface="Wingdings" panose="05000000000000000000" pitchFamily="2" charset="2"/>
              <a:buChar char="§"/>
            </a:pPr>
            <a:r>
              <a:rPr sz="1400" b="1" i="0" dirty="0">
                <a:solidFill>
                  <a:srgbClr val="000000"/>
                </a:solidFill>
                <a:latin typeface="Arial"/>
              </a:rPr>
              <a:t>Ranking 1</a:t>
            </a:r>
            <a:r>
              <a:rPr lang="en-US" sz="1400" b="1" i="0" dirty="0">
                <a:solidFill>
                  <a:srgbClr val="000000"/>
                </a:solidFill>
                <a:latin typeface="Arial"/>
              </a:rPr>
              <a:t> - </a:t>
            </a:r>
            <a:r>
              <a:rPr sz="1400" b="1" i="0" dirty="0">
                <a:solidFill>
                  <a:srgbClr val="000000"/>
                </a:solidFill>
                <a:latin typeface="Arial"/>
              </a:rPr>
              <a:t>Top 10 by Alert Volume</a:t>
            </a:r>
            <a:r>
              <a:rPr sz="1400" b="0" i="0" dirty="0">
                <a:solidFill>
                  <a:srgbClr val="000000"/>
                </a:solidFill>
                <a:latin typeface="Arial"/>
              </a:rPr>
              <a:t>: Which 10 doctors have the highest total number of alerts generated?</a:t>
            </a:r>
            <a:endParaRPr lang="en-US" sz="1400" dirty="0">
              <a:solidFill>
                <a:srgbClr val="000000"/>
              </a:solidFill>
              <a:latin typeface="Arial"/>
            </a:endParaRPr>
          </a:p>
          <a:p>
            <a:pPr marL="285750" indent="-285750">
              <a:spcBef>
                <a:spcPts val="300"/>
              </a:spcBef>
              <a:spcAft>
                <a:spcPts val="300"/>
              </a:spcAft>
              <a:buClr>
                <a:schemeClr val="bg2"/>
              </a:buClr>
              <a:buFont typeface="Wingdings" panose="05000000000000000000" pitchFamily="2" charset="2"/>
              <a:buChar char="§"/>
            </a:pPr>
            <a:r>
              <a:rPr lang="en-US" sz="1400" b="1" i="0" dirty="0">
                <a:solidFill>
                  <a:srgbClr val="000000"/>
                </a:solidFill>
                <a:latin typeface="Arial"/>
              </a:rPr>
              <a:t>Ranking 2 - Top 10 by Prescription Volume:</a:t>
            </a:r>
            <a:r>
              <a:rPr lang="en-US" sz="1400" i="0" dirty="0">
                <a:solidFill>
                  <a:srgbClr val="000000"/>
                </a:solidFill>
                <a:latin typeface="Arial"/>
              </a:rPr>
              <a:t> Which 10 doctors </a:t>
            </a:r>
            <a:r>
              <a:rPr lang="en-US" sz="1400" b="1" i="0" dirty="0">
                <a:solidFill>
                  <a:srgbClr val="000000"/>
                </a:solidFill>
                <a:latin typeface="Arial"/>
              </a:rPr>
              <a:t>from the alerts universe </a:t>
            </a:r>
            <a:r>
              <a:rPr lang="en-US" sz="1400" i="0" dirty="0">
                <a:solidFill>
                  <a:srgbClr val="000000"/>
                </a:solidFill>
                <a:latin typeface="Arial"/>
              </a:rPr>
              <a:t>have written the highest prescription volume in the Sales data?</a:t>
            </a:r>
          </a:p>
        </p:txBody>
      </p:sp>
      <p:sp>
        <p:nvSpPr>
          <p:cNvPr id="15" name="TextBox 14"/>
          <p:cNvSpPr txBox="1"/>
          <p:nvPr/>
        </p:nvSpPr>
        <p:spPr>
          <a:xfrm>
            <a:off x="1011338" y="3068114"/>
            <a:ext cx="4225064" cy="312685"/>
          </a:xfrm>
          <a:prstGeom prst="rect">
            <a:avLst/>
          </a:prstGeom>
          <a:noFill/>
        </p:spPr>
        <p:txBody>
          <a:bodyPr wrap="square" lIns="0" tIns="0" rIns="0" bIns="0" anchor="t">
            <a:noAutofit/>
          </a:bodyPr>
          <a:lstStyle/>
          <a:p>
            <a:pPr algn="l">
              <a:lnSpc>
                <a:spcPct val="90000"/>
              </a:lnSpc>
              <a:spcAft>
                <a:spcPts val="100"/>
              </a:spcAft>
            </a:pPr>
            <a:r>
              <a:rPr b="1" i="0">
                <a:solidFill>
                  <a:srgbClr val="001E96"/>
                </a:solidFill>
                <a:latin typeface="Arial"/>
              </a:rPr>
              <a:t>Ranking 1 </a:t>
            </a:r>
            <a:r>
              <a:rPr lang="en-US" b="1" i="0">
                <a:solidFill>
                  <a:srgbClr val="001E96"/>
                </a:solidFill>
                <a:latin typeface="Arial"/>
              </a:rPr>
              <a:t>-</a:t>
            </a:r>
            <a:r>
              <a:rPr b="1" i="0">
                <a:solidFill>
                  <a:srgbClr val="001E96"/>
                </a:solidFill>
                <a:latin typeface="Arial"/>
              </a:rPr>
              <a:t> Top 10 by alert volume</a:t>
            </a:r>
          </a:p>
        </p:txBody>
      </p:sp>
      <p:sp>
        <p:nvSpPr>
          <p:cNvPr id="93" name="TextBox 92"/>
          <p:cNvSpPr txBox="1"/>
          <p:nvPr/>
        </p:nvSpPr>
        <p:spPr>
          <a:xfrm>
            <a:off x="6639810" y="3068115"/>
            <a:ext cx="4844088" cy="312684"/>
          </a:xfrm>
          <a:prstGeom prst="rect">
            <a:avLst/>
          </a:prstGeom>
          <a:noFill/>
        </p:spPr>
        <p:txBody>
          <a:bodyPr wrap="square" lIns="0" tIns="0" rIns="0" bIns="0" anchor="t">
            <a:noAutofit/>
          </a:bodyPr>
          <a:lstStyle/>
          <a:p>
            <a:pPr algn="l">
              <a:lnSpc>
                <a:spcPct val="90000"/>
              </a:lnSpc>
              <a:spcAft>
                <a:spcPts val="100"/>
              </a:spcAft>
            </a:pPr>
            <a:r>
              <a:rPr b="1" i="0">
                <a:solidFill>
                  <a:srgbClr val="001E96"/>
                </a:solidFill>
                <a:latin typeface="Arial"/>
              </a:rPr>
              <a:t>Ranking 2 </a:t>
            </a:r>
            <a:r>
              <a:rPr lang="en-US" b="1" i="0">
                <a:solidFill>
                  <a:srgbClr val="001E96"/>
                </a:solidFill>
                <a:latin typeface="Arial"/>
              </a:rPr>
              <a:t>-</a:t>
            </a:r>
            <a:r>
              <a:rPr b="1" i="0">
                <a:solidFill>
                  <a:srgbClr val="001E96"/>
                </a:solidFill>
                <a:latin typeface="Arial"/>
              </a:rPr>
              <a:t> Top 10 by prescription volume</a:t>
            </a:r>
          </a:p>
        </p:txBody>
      </p:sp>
      <p:graphicFrame>
        <p:nvGraphicFramePr>
          <p:cNvPr id="19" name="Content Placeholder 9">
            <a:extLst>
              <a:ext uri="{FF2B5EF4-FFF2-40B4-BE49-F238E27FC236}">
                <a16:creationId xmlns:a16="http://schemas.microsoft.com/office/drawing/2014/main" id="{A29A969A-2A8B-E5DD-532B-10A347521452}"/>
              </a:ext>
            </a:extLst>
          </p:cNvPr>
          <p:cNvGraphicFramePr>
            <a:graphicFrameLocks/>
          </p:cNvGraphicFramePr>
          <p:nvPr>
            <p:extLst>
              <p:ext uri="{D42A27DB-BD31-4B8C-83A1-F6EECF244321}">
                <p14:modId xmlns:p14="http://schemas.microsoft.com/office/powerpoint/2010/main" val="492919841"/>
              </p:ext>
            </p:extLst>
          </p:nvPr>
        </p:nvGraphicFramePr>
        <p:xfrm>
          <a:off x="258429" y="3500660"/>
          <a:ext cx="5730882" cy="2948273"/>
        </p:xfrm>
        <a:graphic>
          <a:graphicData uri="http://schemas.openxmlformats.org/drawingml/2006/table">
            <a:tbl>
              <a:tblPr firstRow="1" bandRow="1"/>
              <a:tblGrid>
                <a:gridCol w="1910294">
                  <a:extLst>
                    <a:ext uri="{9D8B030D-6E8A-4147-A177-3AD203B41FA5}">
                      <a16:colId xmlns:a16="http://schemas.microsoft.com/office/drawing/2014/main" val="3867749177"/>
                    </a:ext>
                  </a:extLst>
                </a:gridCol>
                <a:gridCol w="1910294">
                  <a:extLst>
                    <a:ext uri="{9D8B030D-6E8A-4147-A177-3AD203B41FA5}">
                      <a16:colId xmlns:a16="http://schemas.microsoft.com/office/drawing/2014/main" val="915976798"/>
                    </a:ext>
                  </a:extLst>
                </a:gridCol>
                <a:gridCol w="1910294">
                  <a:extLst>
                    <a:ext uri="{9D8B030D-6E8A-4147-A177-3AD203B41FA5}">
                      <a16:colId xmlns:a16="http://schemas.microsoft.com/office/drawing/2014/main" val="2610764502"/>
                    </a:ext>
                  </a:extLst>
                </a:gridCol>
              </a:tblGrid>
              <a:tr h="270123">
                <a:tc>
                  <a:txBody>
                    <a:bodyPr/>
                    <a:lstStyle/>
                    <a:p>
                      <a:pPr algn="ctr" fontAlgn="b"/>
                      <a:r>
                        <a:rPr lang="en-US" sz="1400" b="1" i="0" u="none" strike="noStrike">
                          <a:solidFill>
                            <a:schemeClr val="bg1"/>
                          </a:solidFill>
                          <a:effectLst/>
                          <a:latin typeface="+mj-lt"/>
                          <a:cs typeface="Arial" panose="020B0604020202020204" pitchFamily="34" charset="0"/>
                        </a:rPr>
                        <a:t>Rank</a:t>
                      </a:r>
                    </a:p>
                  </a:txBody>
                  <a:tcPr marL="16876" marR="16876"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panose="020B0604020202020204" pitchFamily="34" charset="0"/>
                        </a:rPr>
                        <a:t>HCP_ID</a:t>
                      </a:r>
                    </a:p>
                  </a:txBody>
                  <a:tcPr marL="16876" marR="16876"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panose="020B0604020202020204" pitchFamily="34" charset="0"/>
                        </a:rPr>
                        <a:t>Total Alerts</a:t>
                      </a:r>
                    </a:p>
                  </a:txBody>
                  <a:tcPr marL="16876" marR="16876"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10000"/>
                  </a:ext>
                </a:extLst>
              </a:tr>
              <a:tr h="267815">
                <a:tc>
                  <a:txBody>
                    <a:bodyPr/>
                    <a:lstStyle/>
                    <a:p>
                      <a:pPr algn="ctr" fontAlgn="b">
                        <a:buNone/>
                      </a:pPr>
                      <a:r>
                        <a:rPr lang="en-IN" sz="1400" b="0" i="0" u="none" strike="noStrike">
                          <a:solidFill>
                            <a:srgbClr val="000000"/>
                          </a:solidFill>
                          <a:effectLst/>
                          <a:latin typeface="+mj-lt"/>
                        </a:rPr>
                        <a:t>1</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HCP041</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200</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1239440"/>
                  </a:ext>
                </a:extLst>
              </a:tr>
              <a:tr h="267815">
                <a:tc>
                  <a:txBody>
                    <a:bodyPr/>
                    <a:lstStyle/>
                    <a:p>
                      <a:pPr algn="ctr" fontAlgn="b">
                        <a:buNone/>
                      </a:pPr>
                      <a:r>
                        <a:rPr lang="en-IN" sz="1400" b="0" i="0" u="none" strike="noStrike">
                          <a:solidFill>
                            <a:srgbClr val="000000"/>
                          </a:solidFill>
                          <a:effectLst/>
                          <a:latin typeface="+mj-lt"/>
                        </a:rPr>
                        <a:t>2</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kern="1200" dirty="0">
                          <a:solidFill>
                            <a:srgbClr val="000000"/>
                          </a:solidFill>
                          <a:effectLst/>
                          <a:latin typeface="+mn-lt"/>
                          <a:ea typeface="+mn-ea"/>
                          <a:cs typeface="+mn-cs"/>
                        </a:rPr>
                        <a:t>HCP011</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198</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67815">
                <a:tc>
                  <a:txBody>
                    <a:bodyPr/>
                    <a:lstStyle/>
                    <a:p>
                      <a:pPr algn="ctr" fontAlgn="b">
                        <a:buNone/>
                      </a:pPr>
                      <a:r>
                        <a:rPr lang="en-IN" sz="1400" b="0" i="0" u="none" strike="noStrike">
                          <a:solidFill>
                            <a:srgbClr val="000000"/>
                          </a:solidFill>
                          <a:effectLst/>
                          <a:latin typeface="+mj-lt"/>
                        </a:rPr>
                        <a:t>3</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HCP019</a:t>
                      </a:r>
                      <a:endParaRPr lang="en-US" sz="1400" dirty="0">
                        <a:solidFill>
                          <a:schemeClr val="tx1"/>
                        </a:solidFill>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190</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7766510"/>
                  </a:ext>
                </a:extLst>
              </a:tr>
              <a:tr h="267815">
                <a:tc>
                  <a:txBody>
                    <a:bodyPr/>
                    <a:lstStyle/>
                    <a:p>
                      <a:pPr algn="ctr" fontAlgn="b">
                        <a:buNone/>
                      </a:pPr>
                      <a:r>
                        <a:rPr lang="en-IN" sz="1400" b="0" i="0" u="none" strike="noStrike">
                          <a:solidFill>
                            <a:srgbClr val="000000"/>
                          </a:solidFill>
                          <a:effectLst/>
                          <a:latin typeface="+mj-lt"/>
                        </a:rPr>
                        <a:t>4</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HCP020</a:t>
                      </a:r>
                      <a:endParaRPr lang="en-US" sz="1400" dirty="0">
                        <a:solidFill>
                          <a:schemeClr val="tx1"/>
                        </a:solidFill>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188</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4579851"/>
                  </a:ext>
                </a:extLst>
              </a:tr>
              <a:tr h="267815">
                <a:tc>
                  <a:txBody>
                    <a:bodyPr/>
                    <a:lstStyle/>
                    <a:p>
                      <a:pPr algn="ctr" fontAlgn="b">
                        <a:buNone/>
                      </a:pPr>
                      <a:r>
                        <a:rPr lang="en-IN" sz="1400" b="0" i="0" u="none" strike="noStrike">
                          <a:solidFill>
                            <a:srgbClr val="000000"/>
                          </a:solidFill>
                          <a:effectLst/>
                          <a:latin typeface="+mj-lt"/>
                        </a:rPr>
                        <a:t>5</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HCP032</a:t>
                      </a:r>
                      <a:endParaRPr lang="en-US" sz="1400" dirty="0">
                        <a:solidFill>
                          <a:schemeClr val="tx1"/>
                        </a:solidFill>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188</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9838933"/>
                  </a:ext>
                </a:extLst>
              </a:tr>
              <a:tr h="267815">
                <a:tc>
                  <a:txBody>
                    <a:bodyPr/>
                    <a:lstStyle/>
                    <a:p>
                      <a:pPr algn="ctr" fontAlgn="b">
                        <a:buNone/>
                      </a:pPr>
                      <a:r>
                        <a:rPr lang="en-IN" sz="1400" b="0" i="0" u="none" strike="noStrike">
                          <a:solidFill>
                            <a:srgbClr val="000000"/>
                          </a:solidFill>
                          <a:effectLst/>
                          <a:latin typeface="+mj-lt"/>
                        </a:rPr>
                        <a:t>6</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kern="1200" dirty="0">
                          <a:solidFill>
                            <a:srgbClr val="000000"/>
                          </a:solidFill>
                          <a:effectLst/>
                          <a:latin typeface="+mn-lt"/>
                          <a:ea typeface="+mn-ea"/>
                          <a:cs typeface="+mn-cs"/>
                        </a:rPr>
                        <a:t>HCP021</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185</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70873"/>
                  </a:ext>
                </a:extLst>
              </a:tr>
              <a:tr h="267815">
                <a:tc>
                  <a:txBody>
                    <a:bodyPr/>
                    <a:lstStyle/>
                    <a:p>
                      <a:pPr algn="ctr" fontAlgn="b">
                        <a:buNone/>
                      </a:pPr>
                      <a:r>
                        <a:rPr lang="en-IN" sz="1400" b="0" i="0" u="none" strike="noStrike">
                          <a:solidFill>
                            <a:srgbClr val="000000"/>
                          </a:solidFill>
                          <a:effectLst/>
                          <a:latin typeface="+mj-lt"/>
                        </a:rPr>
                        <a:t>7</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kern="1200" dirty="0">
                          <a:solidFill>
                            <a:srgbClr val="000000"/>
                          </a:solidFill>
                          <a:effectLst/>
                          <a:latin typeface="+mn-lt"/>
                          <a:ea typeface="+mn-ea"/>
                          <a:cs typeface="+mn-cs"/>
                        </a:rPr>
                        <a:t>HCP014</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178</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516014"/>
                  </a:ext>
                </a:extLst>
              </a:tr>
              <a:tr h="267815">
                <a:tc>
                  <a:txBody>
                    <a:bodyPr/>
                    <a:lstStyle/>
                    <a:p>
                      <a:pPr algn="ctr" fontAlgn="b">
                        <a:buNone/>
                      </a:pPr>
                      <a:r>
                        <a:rPr lang="en-IN" sz="1400" b="0" i="0" u="none" strike="noStrike">
                          <a:solidFill>
                            <a:srgbClr val="000000"/>
                          </a:solidFill>
                          <a:effectLst/>
                          <a:latin typeface="+mj-lt"/>
                        </a:rPr>
                        <a:t>8</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kern="1200" dirty="0">
                          <a:solidFill>
                            <a:srgbClr val="000000"/>
                          </a:solidFill>
                          <a:effectLst/>
                          <a:latin typeface="+mn-lt"/>
                          <a:ea typeface="+mn-ea"/>
                          <a:cs typeface="+mn-cs"/>
                        </a:rPr>
                        <a:t>HCP036</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176</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3686778"/>
                  </a:ext>
                </a:extLst>
              </a:tr>
              <a:tr h="267815">
                <a:tc>
                  <a:txBody>
                    <a:bodyPr/>
                    <a:lstStyle/>
                    <a:p>
                      <a:pPr algn="ctr" fontAlgn="b">
                        <a:buNone/>
                      </a:pPr>
                      <a:r>
                        <a:rPr lang="en-IN" sz="1400" b="0" i="0" u="none" strike="noStrike">
                          <a:solidFill>
                            <a:srgbClr val="000000"/>
                          </a:solidFill>
                          <a:effectLst/>
                          <a:latin typeface="+mj-lt"/>
                        </a:rPr>
                        <a:t>9</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kern="1200" dirty="0">
                          <a:solidFill>
                            <a:srgbClr val="000000"/>
                          </a:solidFill>
                          <a:effectLst/>
                          <a:latin typeface="+mn-lt"/>
                          <a:ea typeface="+mn-ea"/>
                          <a:cs typeface="+mn-cs"/>
                        </a:rPr>
                        <a:t>HCP022</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175</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977959"/>
                  </a:ext>
                </a:extLst>
              </a:tr>
              <a:tr h="267815">
                <a:tc>
                  <a:txBody>
                    <a:bodyPr/>
                    <a:lstStyle/>
                    <a:p>
                      <a:pPr algn="ctr" fontAlgn="b">
                        <a:buNone/>
                      </a:pPr>
                      <a:r>
                        <a:rPr lang="en-IN" sz="1400" b="0" i="0" u="none" strike="noStrike">
                          <a:solidFill>
                            <a:srgbClr val="000000"/>
                          </a:solidFill>
                          <a:effectLst/>
                          <a:latin typeface="+mj-lt"/>
                        </a:rPr>
                        <a:t>10</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kern="1200" dirty="0">
                          <a:solidFill>
                            <a:srgbClr val="000000"/>
                          </a:solidFill>
                          <a:effectLst/>
                          <a:latin typeface="+mn-lt"/>
                          <a:ea typeface="+mn-ea"/>
                          <a:cs typeface="+mn-cs"/>
                        </a:rPr>
                        <a:t>HCP007</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173</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9200820"/>
                  </a:ext>
                </a:extLst>
              </a:tr>
            </a:tbl>
          </a:graphicData>
        </a:graphic>
      </p:graphicFrame>
      <p:graphicFrame>
        <p:nvGraphicFramePr>
          <p:cNvPr id="20" name="Content Placeholder 9">
            <a:extLst>
              <a:ext uri="{FF2B5EF4-FFF2-40B4-BE49-F238E27FC236}">
                <a16:creationId xmlns:a16="http://schemas.microsoft.com/office/drawing/2014/main" id="{F031F45C-AF46-495C-99D9-89CBD15D7739}"/>
              </a:ext>
            </a:extLst>
          </p:cNvPr>
          <p:cNvGraphicFramePr>
            <a:graphicFrameLocks/>
          </p:cNvGraphicFramePr>
          <p:nvPr>
            <p:extLst>
              <p:ext uri="{D42A27DB-BD31-4B8C-83A1-F6EECF244321}">
                <p14:modId xmlns:p14="http://schemas.microsoft.com/office/powerpoint/2010/main" val="168170842"/>
              </p:ext>
            </p:extLst>
          </p:nvPr>
        </p:nvGraphicFramePr>
        <p:xfrm>
          <a:off x="6196413" y="3500660"/>
          <a:ext cx="5730882" cy="2948273"/>
        </p:xfrm>
        <a:graphic>
          <a:graphicData uri="http://schemas.openxmlformats.org/drawingml/2006/table">
            <a:tbl>
              <a:tblPr firstRow="1" bandRow="1"/>
              <a:tblGrid>
                <a:gridCol w="1910294">
                  <a:extLst>
                    <a:ext uri="{9D8B030D-6E8A-4147-A177-3AD203B41FA5}">
                      <a16:colId xmlns:a16="http://schemas.microsoft.com/office/drawing/2014/main" val="3867749177"/>
                    </a:ext>
                  </a:extLst>
                </a:gridCol>
                <a:gridCol w="1504018">
                  <a:extLst>
                    <a:ext uri="{9D8B030D-6E8A-4147-A177-3AD203B41FA5}">
                      <a16:colId xmlns:a16="http://schemas.microsoft.com/office/drawing/2014/main" val="915976798"/>
                    </a:ext>
                  </a:extLst>
                </a:gridCol>
                <a:gridCol w="2316570">
                  <a:extLst>
                    <a:ext uri="{9D8B030D-6E8A-4147-A177-3AD203B41FA5}">
                      <a16:colId xmlns:a16="http://schemas.microsoft.com/office/drawing/2014/main" val="2610764502"/>
                    </a:ext>
                  </a:extLst>
                </a:gridCol>
              </a:tblGrid>
              <a:tr h="270123">
                <a:tc>
                  <a:txBody>
                    <a:bodyPr/>
                    <a:lstStyle/>
                    <a:p>
                      <a:pPr algn="ctr" fontAlgn="b"/>
                      <a:r>
                        <a:rPr lang="en-US" sz="1400" b="1" i="0" u="none" strike="noStrike">
                          <a:solidFill>
                            <a:schemeClr val="bg1"/>
                          </a:solidFill>
                          <a:effectLst/>
                          <a:latin typeface="+mj-lt"/>
                          <a:cs typeface="Arial" panose="020B0604020202020204" pitchFamily="34" charset="0"/>
                        </a:rPr>
                        <a:t>Rank</a:t>
                      </a:r>
                    </a:p>
                  </a:txBody>
                  <a:tcPr marL="16876" marR="16876"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panose="020B0604020202020204" pitchFamily="34" charset="0"/>
                        </a:rPr>
                        <a:t>HCP_ID</a:t>
                      </a:r>
                    </a:p>
                  </a:txBody>
                  <a:tcPr marL="16876" marR="16876"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panose="020B0604020202020204" pitchFamily="34" charset="0"/>
                        </a:rPr>
                        <a:t>Total Prescription Volume</a:t>
                      </a:r>
                    </a:p>
                  </a:txBody>
                  <a:tcPr marL="16876" marR="16876"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10000"/>
                  </a:ext>
                </a:extLst>
              </a:tr>
              <a:tr h="267815">
                <a:tc>
                  <a:txBody>
                    <a:bodyPr/>
                    <a:lstStyle/>
                    <a:p>
                      <a:pPr algn="ctr" fontAlgn="b">
                        <a:buNone/>
                      </a:pPr>
                      <a:r>
                        <a:rPr lang="en-IN" sz="1400" b="0" i="0" u="none" strike="noStrike">
                          <a:solidFill>
                            <a:srgbClr val="000000"/>
                          </a:solidFill>
                          <a:effectLst/>
                          <a:latin typeface="+mj-lt"/>
                        </a:rPr>
                        <a:t>1</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HCP185</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2900</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1239440"/>
                  </a:ext>
                </a:extLst>
              </a:tr>
              <a:tr h="267815">
                <a:tc>
                  <a:txBody>
                    <a:bodyPr/>
                    <a:lstStyle/>
                    <a:p>
                      <a:pPr algn="ctr" fontAlgn="b">
                        <a:buNone/>
                      </a:pPr>
                      <a:r>
                        <a:rPr lang="en-IN" sz="1400" b="0" i="0" u="none" strike="noStrike">
                          <a:solidFill>
                            <a:srgbClr val="000000"/>
                          </a:solidFill>
                          <a:effectLst/>
                          <a:latin typeface="+mj-lt"/>
                        </a:rPr>
                        <a:t>2</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kern="1200" dirty="0">
                          <a:solidFill>
                            <a:srgbClr val="000000"/>
                          </a:solidFill>
                          <a:effectLst/>
                          <a:latin typeface="+mn-lt"/>
                          <a:ea typeface="+mn-ea"/>
                          <a:cs typeface="+mn-cs"/>
                        </a:rPr>
                        <a:t>HCP062</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2380</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67815">
                <a:tc>
                  <a:txBody>
                    <a:bodyPr/>
                    <a:lstStyle/>
                    <a:p>
                      <a:pPr algn="ctr" fontAlgn="b">
                        <a:buNone/>
                      </a:pPr>
                      <a:r>
                        <a:rPr lang="en-IN" sz="1400" b="0" i="0" u="none" strike="noStrike">
                          <a:solidFill>
                            <a:srgbClr val="000000"/>
                          </a:solidFill>
                          <a:effectLst/>
                          <a:latin typeface="+mj-lt"/>
                        </a:rPr>
                        <a:t>3</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HCP019</a:t>
                      </a:r>
                      <a:endParaRPr lang="en-IN" sz="1400" b="0" i="0" u="none" strike="noStrike" kern="1200" dirty="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2277</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7766510"/>
                  </a:ext>
                </a:extLst>
              </a:tr>
              <a:tr h="267815">
                <a:tc>
                  <a:txBody>
                    <a:bodyPr/>
                    <a:lstStyle/>
                    <a:p>
                      <a:pPr algn="ctr" fontAlgn="b">
                        <a:buNone/>
                      </a:pPr>
                      <a:r>
                        <a:rPr lang="en-IN" sz="1400" b="0" i="0" u="none" strike="noStrike">
                          <a:solidFill>
                            <a:srgbClr val="000000"/>
                          </a:solidFill>
                          <a:effectLst/>
                          <a:latin typeface="+mj-lt"/>
                        </a:rPr>
                        <a:t>4</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HCP163</a:t>
                      </a:r>
                      <a:endParaRPr lang="en-IN" sz="1400" b="0" i="0" u="none" strike="noStrike" kern="1200" dirty="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2233</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4579851"/>
                  </a:ext>
                </a:extLst>
              </a:tr>
              <a:tr h="267815">
                <a:tc>
                  <a:txBody>
                    <a:bodyPr/>
                    <a:lstStyle/>
                    <a:p>
                      <a:pPr algn="ctr" fontAlgn="b">
                        <a:buNone/>
                      </a:pPr>
                      <a:r>
                        <a:rPr lang="en-IN" sz="1400" b="0" i="0" u="none" strike="noStrike">
                          <a:solidFill>
                            <a:srgbClr val="000000"/>
                          </a:solidFill>
                          <a:effectLst/>
                          <a:latin typeface="+mj-lt"/>
                        </a:rPr>
                        <a:t>5</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HCP126</a:t>
                      </a:r>
                      <a:endParaRPr lang="en-IN" sz="1400" b="0" i="0" u="none" strike="noStrike" kern="1200" dirty="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2196</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9838933"/>
                  </a:ext>
                </a:extLst>
              </a:tr>
              <a:tr h="267815">
                <a:tc>
                  <a:txBody>
                    <a:bodyPr/>
                    <a:lstStyle/>
                    <a:p>
                      <a:pPr algn="ctr" fontAlgn="b">
                        <a:buNone/>
                      </a:pPr>
                      <a:r>
                        <a:rPr lang="en-IN" sz="1400" b="0" i="0" u="none" strike="noStrike">
                          <a:solidFill>
                            <a:srgbClr val="000000"/>
                          </a:solidFill>
                          <a:effectLst/>
                          <a:latin typeface="+mj-lt"/>
                        </a:rPr>
                        <a:t>6</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HCP211</a:t>
                      </a:r>
                      <a:endParaRPr lang="en-IN" sz="1400" b="0" i="0" u="none" strike="noStrike" kern="1200" dirty="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2196</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70873"/>
                  </a:ext>
                </a:extLst>
              </a:tr>
              <a:tr h="267815">
                <a:tc>
                  <a:txBody>
                    <a:bodyPr/>
                    <a:lstStyle/>
                    <a:p>
                      <a:pPr algn="ctr" fontAlgn="b">
                        <a:buNone/>
                      </a:pPr>
                      <a:r>
                        <a:rPr lang="en-IN" sz="1400" b="0" i="0" u="none" strike="noStrike">
                          <a:solidFill>
                            <a:srgbClr val="000000"/>
                          </a:solidFill>
                          <a:effectLst/>
                          <a:latin typeface="+mj-lt"/>
                        </a:rPr>
                        <a:t>7</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HCP154</a:t>
                      </a:r>
                      <a:endParaRPr lang="en-IN" sz="1400" b="0" i="0" u="none" strike="noStrike" kern="1200" dirty="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2187</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516014"/>
                  </a:ext>
                </a:extLst>
              </a:tr>
              <a:tr h="267815">
                <a:tc>
                  <a:txBody>
                    <a:bodyPr/>
                    <a:lstStyle/>
                    <a:p>
                      <a:pPr algn="ctr" fontAlgn="b">
                        <a:buNone/>
                      </a:pPr>
                      <a:r>
                        <a:rPr lang="en-IN" sz="1400" b="0" i="0" u="none" strike="noStrike">
                          <a:solidFill>
                            <a:srgbClr val="000000"/>
                          </a:solidFill>
                          <a:effectLst/>
                          <a:latin typeface="+mj-lt"/>
                        </a:rPr>
                        <a:t>8</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HCP215</a:t>
                      </a:r>
                      <a:endParaRPr lang="en-IN" sz="1400" b="0" i="0" u="none" strike="noStrike" kern="1200" dirty="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2155</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3686778"/>
                  </a:ext>
                </a:extLst>
              </a:tr>
              <a:tr h="267815">
                <a:tc>
                  <a:txBody>
                    <a:bodyPr/>
                    <a:lstStyle/>
                    <a:p>
                      <a:pPr algn="ctr" fontAlgn="b">
                        <a:buNone/>
                      </a:pPr>
                      <a:r>
                        <a:rPr lang="en-IN" sz="1400" b="0" i="0" u="none" strike="noStrike">
                          <a:solidFill>
                            <a:srgbClr val="000000"/>
                          </a:solidFill>
                          <a:effectLst/>
                          <a:latin typeface="+mj-lt"/>
                        </a:rPr>
                        <a:t>9</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HCP088</a:t>
                      </a:r>
                      <a:endParaRPr lang="en-IN" sz="1400" b="0" i="0" u="none" strike="noStrike" kern="1200" dirty="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2084</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977959"/>
                  </a:ext>
                </a:extLst>
              </a:tr>
              <a:tr h="267815">
                <a:tc>
                  <a:txBody>
                    <a:bodyPr/>
                    <a:lstStyle/>
                    <a:p>
                      <a:pPr algn="ctr" fontAlgn="b">
                        <a:buNone/>
                      </a:pPr>
                      <a:r>
                        <a:rPr lang="en-IN" sz="1400" b="0" i="0" u="none" strike="noStrike">
                          <a:solidFill>
                            <a:srgbClr val="000000"/>
                          </a:solidFill>
                          <a:effectLst/>
                          <a:latin typeface="+mj-lt"/>
                        </a:rPr>
                        <a:t>10</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HCP004</a:t>
                      </a:r>
                      <a:endParaRPr lang="en-IN" sz="1400" b="0" i="0" u="none" strike="noStrike" kern="1200" dirty="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2081</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9200820"/>
                  </a:ext>
                </a:extLst>
              </a:tr>
            </a:tbl>
          </a:graphicData>
        </a:graphic>
      </p:graphicFrame>
    </p:spTree>
    <p:extLst>
      <p:ext uri="{BB962C8B-B14F-4D97-AF65-F5344CB8AC3E}">
        <p14:creationId xmlns:p14="http://schemas.microsoft.com/office/powerpoint/2010/main" val="2275061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BEC8E-EFB7-374C-93E8-A96A85A152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38C42F1-9B6E-E3C2-9AA8-D03C7D498CA3}"/>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b="1" i="0">
                <a:solidFill>
                  <a:srgbClr val="001E96"/>
                </a:solidFill>
                <a:latin typeface="Arial"/>
              </a:rPr>
              <a:t>Question 1: Who are the most active doctors and are they helping our product?</a:t>
            </a:r>
          </a:p>
        </p:txBody>
      </p:sp>
      <p:sp>
        <p:nvSpPr>
          <p:cNvPr id="12" name="Footer Placeholder 4">
            <a:extLst>
              <a:ext uri="{FF2B5EF4-FFF2-40B4-BE49-F238E27FC236}">
                <a16:creationId xmlns:a16="http://schemas.microsoft.com/office/drawing/2014/main" id="{B14B08E1-9CBC-AF2A-7C19-2B2CCBB47483}"/>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
        <p:nvSpPr>
          <p:cNvPr id="13" name="Slide Number Placeholder 12">
            <a:extLst>
              <a:ext uri="{FF2B5EF4-FFF2-40B4-BE49-F238E27FC236}">
                <a16:creationId xmlns:a16="http://schemas.microsoft.com/office/drawing/2014/main" id="{433A76FA-5B7B-6A8A-12DC-5ECA6284CEDD}"/>
              </a:ext>
            </a:extLst>
          </p:cNvPr>
          <p:cNvSpPr>
            <a:spLocks noGrp="1"/>
          </p:cNvSpPr>
          <p:nvPr>
            <p:ph type="sldNum" sz="quarter" idx="4"/>
          </p:nvPr>
        </p:nvSpPr>
        <p:spPr/>
        <p:txBody>
          <a:bodyPr/>
          <a:lstStyle/>
          <a:p>
            <a:fld id="{611B2C2B-439E-457D-A75F-A794D509B660}" type="slidenum">
              <a:rPr lang="en-IN" smtClean="0"/>
              <a:pPr/>
              <a:t>5</a:t>
            </a:fld>
            <a:endParaRPr lang="en-IN"/>
          </a:p>
        </p:txBody>
      </p:sp>
      <p:sp>
        <p:nvSpPr>
          <p:cNvPr id="14" name="Rectangle 13">
            <a:extLst>
              <a:ext uri="{FF2B5EF4-FFF2-40B4-BE49-F238E27FC236}">
                <a16:creationId xmlns:a16="http://schemas.microsoft.com/office/drawing/2014/main" id="{F4066B95-EDB6-6918-23E2-242E1531D70F}"/>
              </a:ext>
            </a:extLst>
          </p:cNvPr>
          <p:cNvSpPr/>
          <p:nvPr/>
        </p:nvSpPr>
        <p:spPr>
          <a:xfrm>
            <a:off x="875071" y="1235085"/>
            <a:ext cx="10530348" cy="3917017"/>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noAutofit/>
          </a:bodyPr>
          <a:lstStyle/>
          <a:p>
            <a:pPr marL="285750" indent="-285750">
              <a:buFont typeface="Arial" panose="020B0604020202020204" pitchFamily="34" charset="0"/>
              <a:buChar char="•"/>
            </a:pPr>
            <a:r>
              <a:rPr lang="en-IN" sz="1600" dirty="0">
                <a:solidFill>
                  <a:schemeClr val="tx1"/>
                </a:solidFill>
              </a:rPr>
              <a:t>The most active doctors by alert volume are </a:t>
            </a:r>
            <a:r>
              <a:rPr lang="en-IN" sz="1600" b="1" dirty="0">
                <a:solidFill>
                  <a:schemeClr val="tx1"/>
                </a:solidFill>
              </a:rPr>
              <a:t>HCP041, HCP011, HCP019, HCP020, HCP032, HCP021, HCP014, HCP036, HCP022, and HCP007</a:t>
            </a:r>
            <a:r>
              <a:rPr lang="en-IN" sz="1600" dirty="0">
                <a:solidFill>
                  <a:schemeClr val="tx1"/>
                </a:solidFill>
              </a:rPr>
              <a:t>.</a:t>
            </a:r>
          </a:p>
          <a:p>
            <a:pPr marL="285750" indent="-285750">
              <a:buFont typeface="Arial" panose="020B0604020202020204" pitchFamily="34" charset="0"/>
              <a:buChar char="•"/>
            </a:pPr>
            <a:r>
              <a:rPr lang="en-IN" sz="1600" dirty="0">
                <a:solidFill>
                  <a:schemeClr val="tx1"/>
                </a:solidFill>
              </a:rPr>
              <a:t>However, not all of them are helping our product. </a:t>
            </a:r>
          </a:p>
          <a:p>
            <a:pPr marL="285750" indent="-285750">
              <a:buFont typeface="Arial" panose="020B0604020202020204" pitchFamily="34" charset="0"/>
              <a:buChar char="•"/>
            </a:pPr>
            <a:r>
              <a:rPr lang="en-IN" sz="1600" dirty="0">
                <a:solidFill>
                  <a:schemeClr val="tx1"/>
                </a:solidFill>
              </a:rPr>
              <a:t>Among these doctors, </a:t>
            </a:r>
            <a:r>
              <a:rPr lang="en-IN" sz="1600" b="1" dirty="0">
                <a:solidFill>
                  <a:schemeClr val="tx1"/>
                </a:solidFill>
              </a:rPr>
              <a:t>HCP014 (71.08%), HCP036 (64.75%), HCP022 (62.00%), HCP032 (59.13%), and HCP019 (59.11%)</a:t>
            </a:r>
            <a:r>
              <a:rPr lang="en-IN" sz="1600" dirty="0">
                <a:solidFill>
                  <a:schemeClr val="tx1"/>
                </a:solidFill>
              </a:rPr>
              <a:t> allocate the majority of their prescriptions to DRG001, making them strong supporters of the brand.</a:t>
            </a:r>
          </a:p>
          <a:p>
            <a:endParaRPr lang="en-IN" sz="1600" dirty="0">
              <a:solidFill>
                <a:schemeClr val="tx1"/>
              </a:solidFill>
            </a:endParaRPr>
          </a:p>
          <a:p>
            <a:r>
              <a:rPr lang="en-IN" sz="1600" dirty="0">
                <a:solidFill>
                  <a:schemeClr val="tx1"/>
                </a:solidFill>
              </a:rPr>
              <a:t>In contrast, </a:t>
            </a:r>
            <a:r>
              <a:rPr lang="en-IN" sz="1600" b="1" dirty="0">
                <a:solidFill>
                  <a:schemeClr val="tx1"/>
                </a:solidFill>
              </a:rPr>
              <a:t>HCP041, HCP011, HCP021, and HCP007 generated no prescriptions despite receiving high alert volumes</a:t>
            </a:r>
            <a:r>
              <a:rPr lang="en-IN" sz="1600" dirty="0">
                <a:solidFill>
                  <a:schemeClr val="tx1"/>
                </a:solidFill>
              </a:rPr>
              <a:t>, while </a:t>
            </a:r>
            <a:r>
              <a:rPr lang="en-IN" sz="1600" b="1" dirty="0">
                <a:solidFill>
                  <a:schemeClr val="tx1"/>
                </a:solidFill>
              </a:rPr>
              <a:t>HCP020 shows a strong preference for competitor drugs with only 25.44% of prescriptions going to DRG001</a:t>
            </a:r>
            <a:r>
              <a:rPr lang="en-IN" sz="1600" dirty="0">
                <a:solidFill>
                  <a:schemeClr val="tx1"/>
                </a:solidFill>
              </a:rPr>
              <a:t>.</a:t>
            </a:r>
          </a:p>
          <a:p>
            <a:endParaRPr lang="en-IN" sz="1600" dirty="0">
              <a:solidFill>
                <a:schemeClr val="tx1"/>
              </a:solidFill>
            </a:endParaRPr>
          </a:p>
          <a:p>
            <a:endParaRPr lang="en-IN" sz="1600" dirty="0">
              <a:solidFill>
                <a:schemeClr val="tx1"/>
              </a:solidFill>
            </a:endParaRPr>
          </a:p>
          <a:p>
            <a:r>
              <a:rPr lang="en-IN" sz="1600" dirty="0">
                <a:solidFill>
                  <a:schemeClr val="tx1"/>
                </a:solidFill>
              </a:rPr>
              <a:t>Therefore, </a:t>
            </a:r>
            <a:r>
              <a:rPr lang="en-IN" sz="1600" b="1" dirty="0">
                <a:solidFill>
                  <a:schemeClr val="tx1"/>
                </a:solidFill>
              </a:rPr>
              <a:t>some of the most active doctors are strongly supporting DRG001, but a significant portion of alert activity is not converting into prescriptions, leaving substantial growth opportunities.</a:t>
            </a:r>
            <a:endParaRPr lang="en-IN" sz="1600" dirty="0">
              <a:solidFill>
                <a:schemeClr val="tx1"/>
              </a:solidFill>
            </a:endParaRPr>
          </a:p>
        </p:txBody>
      </p:sp>
      <p:sp>
        <p:nvSpPr>
          <p:cNvPr id="15" name="TextBox 14">
            <a:extLst>
              <a:ext uri="{FF2B5EF4-FFF2-40B4-BE49-F238E27FC236}">
                <a16:creationId xmlns:a16="http://schemas.microsoft.com/office/drawing/2014/main" id="{E614B0A4-85F9-76E8-37AC-9D7288A29FC5}"/>
              </a:ext>
            </a:extLst>
          </p:cNvPr>
          <p:cNvSpPr txBox="1"/>
          <p:nvPr/>
        </p:nvSpPr>
        <p:spPr>
          <a:xfrm>
            <a:off x="1011338" y="3068114"/>
            <a:ext cx="4225064" cy="312685"/>
          </a:xfrm>
          <a:prstGeom prst="rect">
            <a:avLst/>
          </a:prstGeom>
          <a:noFill/>
        </p:spPr>
        <p:txBody>
          <a:bodyPr wrap="square" lIns="0" tIns="0" rIns="0" bIns="0" anchor="t">
            <a:noAutofit/>
          </a:bodyPr>
          <a:lstStyle/>
          <a:p>
            <a:pPr algn="l">
              <a:lnSpc>
                <a:spcPct val="90000"/>
              </a:lnSpc>
              <a:spcAft>
                <a:spcPts val="100"/>
              </a:spcAft>
            </a:pPr>
            <a:endParaRPr b="1" i="0" dirty="0">
              <a:solidFill>
                <a:srgbClr val="001E96"/>
              </a:solidFill>
              <a:latin typeface="Arial"/>
            </a:endParaRPr>
          </a:p>
        </p:txBody>
      </p:sp>
      <p:sp>
        <p:nvSpPr>
          <p:cNvPr id="93" name="TextBox 92">
            <a:extLst>
              <a:ext uri="{FF2B5EF4-FFF2-40B4-BE49-F238E27FC236}">
                <a16:creationId xmlns:a16="http://schemas.microsoft.com/office/drawing/2014/main" id="{F735BE8E-8F01-1BB4-DCD8-7AFCD0B1D1C4}"/>
              </a:ext>
            </a:extLst>
          </p:cNvPr>
          <p:cNvSpPr txBox="1"/>
          <p:nvPr/>
        </p:nvSpPr>
        <p:spPr>
          <a:xfrm>
            <a:off x="6639810" y="3068115"/>
            <a:ext cx="4844088" cy="312684"/>
          </a:xfrm>
          <a:prstGeom prst="rect">
            <a:avLst/>
          </a:prstGeom>
          <a:noFill/>
        </p:spPr>
        <p:txBody>
          <a:bodyPr wrap="square" lIns="0" tIns="0" rIns="0" bIns="0" anchor="t">
            <a:noAutofit/>
          </a:bodyPr>
          <a:lstStyle/>
          <a:p>
            <a:pPr algn="l">
              <a:lnSpc>
                <a:spcPct val="90000"/>
              </a:lnSpc>
              <a:spcAft>
                <a:spcPts val="100"/>
              </a:spcAft>
            </a:pPr>
            <a:endParaRPr b="1" i="0" dirty="0">
              <a:solidFill>
                <a:srgbClr val="001E96"/>
              </a:solidFill>
              <a:latin typeface="Arial"/>
            </a:endParaRPr>
          </a:p>
        </p:txBody>
      </p:sp>
    </p:spTree>
    <p:extLst>
      <p:ext uri="{BB962C8B-B14F-4D97-AF65-F5344CB8AC3E}">
        <p14:creationId xmlns:p14="http://schemas.microsoft.com/office/powerpoint/2010/main" val="2473846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09EE2-427E-8791-E13D-91C731D3D27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B0B9AFC-62A8-FBB2-08B6-01D6C947A014}"/>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b="1" i="0">
                <a:solidFill>
                  <a:srgbClr val="001E96"/>
                </a:solidFill>
                <a:latin typeface="Arial"/>
              </a:rPr>
              <a:t>Question 2: Which doctors see the need but don't act on it?</a:t>
            </a:r>
            <a:endParaRPr lang="en-IN"/>
          </a:p>
        </p:txBody>
      </p:sp>
      <p:sp>
        <p:nvSpPr>
          <p:cNvPr id="13" name="Slide Number Placeholder 12">
            <a:extLst>
              <a:ext uri="{FF2B5EF4-FFF2-40B4-BE49-F238E27FC236}">
                <a16:creationId xmlns:a16="http://schemas.microsoft.com/office/drawing/2014/main" id="{B94DEFEA-EAB6-68EB-F7BA-ABA74C9D6620}"/>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11B2C2B-439E-457D-A75F-A794D509B660}" type="slidenum">
              <a:rPr kumimoji="0" lang="en-IN" sz="800" b="0" i="0" u="none" strike="noStrike" kern="1200" cap="none" spc="0" normalizeH="0" baseline="0" noProof="0" smtClean="0">
                <a:ln>
                  <a:noFill/>
                </a:ln>
                <a:solidFill>
                  <a:prstClr val="white">
                    <a:lumMod val="50000"/>
                  </a:prstClr>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IN" sz="800" b="0" i="0" u="none" strike="noStrike" kern="1200" cap="none" spc="0" normalizeH="0" baseline="0" noProof="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p:txBody>
      </p:sp>
      <p:sp>
        <p:nvSpPr>
          <p:cNvPr id="14" name="Rectangle 13">
            <a:extLst>
              <a:ext uri="{FF2B5EF4-FFF2-40B4-BE49-F238E27FC236}">
                <a16:creationId xmlns:a16="http://schemas.microsoft.com/office/drawing/2014/main" id="{0EFDE78E-0BDE-2C48-6956-B6A9EFD7CB5F}"/>
              </a:ext>
            </a:extLst>
          </p:cNvPr>
          <p:cNvSpPr/>
          <p:nvPr/>
        </p:nvSpPr>
        <p:spPr>
          <a:xfrm>
            <a:off x="320040" y="1313742"/>
            <a:ext cx="11567160" cy="1248494"/>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noAutofit/>
          </a:bodyPr>
          <a:lstStyle/>
          <a:p>
            <a:pPr>
              <a:spcBef>
                <a:spcPts val="300"/>
              </a:spcBef>
              <a:spcAft>
                <a:spcPts val="300"/>
              </a:spcAft>
            </a:pPr>
            <a:r>
              <a:rPr lang="en-US" sz="1400" b="0" i="0" dirty="0">
                <a:solidFill>
                  <a:srgbClr val="000000"/>
                </a:solidFill>
                <a:latin typeface="Arial"/>
              </a:rPr>
              <a:t>Identify all doctors from the alerts universe who received </a:t>
            </a:r>
            <a:r>
              <a:rPr lang="en-US" sz="1400" b="1" i="0" dirty="0">
                <a:solidFill>
                  <a:srgbClr val="000000"/>
                </a:solidFill>
                <a:latin typeface="Arial"/>
              </a:rPr>
              <a:t>positive lab test alerts</a:t>
            </a:r>
            <a:r>
              <a:rPr lang="en-US" sz="1400" b="0" i="0" dirty="0">
                <a:solidFill>
                  <a:srgbClr val="000000"/>
                </a:solidFill>
                <a:latin typeface="Arial"/>
              </a:rPr>
              <a:t>, indicating that the patient likely required treatment. Evaluate whether these doctors showed any prescription activity for </a:t>
            </a:r>
            <a:r>
              <a:rPr lang="en-US" sz="1400" b="1" i="0" dirty="0">
                <a:solidFill>
                  <a:srgbClr val="000000"/>
                </a:solidFill>
                <a:latin typeface="Arial"/>
              </a:rPr>
              <a:t>any drug within 30 days </a:t>
            </a:r>
            <a:r>
              <a:rPr lang="en-US" sz="1400" b="0" i="0" dirty="0">
                <a:solidFill>
                  <a:srgbClr val="000000"/>
                </a:solidFill>
                <a:latin typeface="Arial"/>
              </a:rPr>
              <a:t>following their </a:t>
            </a:r>
            <a:r>
              <a:rPr lang="en-US" sz="1400" b="1" i="0" dirty="0">
                <a:solidFill>
                  <a:srgbClr val="000000"/>
                </a:solidFill>
                <a:latin typeface="Arial"/>
              </a:rPr>
              <a:t>first positive alert</a:t>
            </a:r>
            <a:r>
              <a:rPr lang="en-US" sz="1400" b="0" i="0" dirty="0">
                <a:solidFill>
                  <a:srgbClr val="000000"/>
                </a:solidFill>
                <a:latin typeface="Arial"/>
              </a:rPr>
              <a:t>. Among doctors with no prescribing activity during this post-alert window, rank the Top 10 HCPs by total </a:t>
            </a:r>
            <a:r>
              <a:rPr lang="en-US" sz="1400" b="1" i="0" dirty="0">
                <a:solidFill>
                  <a:srgbClr val="000000"/>
                </a:solidFill>
                <a:latin typeface="Arial"/>
              </a:rPr>
              <a:t>positive alert volume</a:t>
            </a:r>
            <a:r>
              <a:rPr lang="en-US" sz="1400" b="0" i="0" dirty="0">
                <a:solidFill>
                  <a:srgbClr val="000000"/>
                </a:solidFill>
                <a:latin typeface="Arial"/>
              </a:rPr>
              <a:t>.</a:t>
            </a:r>
          </a:p>
          <a:p>
            <a:pPr>
              <a:spcBef>
                <a:spcPts val="300"/>
              </a:spcBef>
              <a:spcAft>
                <a:spcPts val="300"/>
              </a:spcAft>
            </a:pPr>
            <a:r>
              <a:rPr lang="en-US" sz="1400" b="0" i="0" dirty="0">
                <a:solidFill>
                  <a:srgbClr val="000000"/>
                </a:solidFill>
                <a:latin typeface="Arial"/>
              </a:rPr>
              <a:t>Additionally, create a funnel showing HCPs with at least one positive alert, multiple positive alerts, and multiple positive alerts but zero prescribing activity within 30 days.</a:t>
            </a:r>
          </a:p>
        </p:txBody>
      </p:sp>
      <p:sp>
        <p:nvSpPr>
          <p:cNvPr id="15" name="TextBox 14">
            <a:extLst>
              <a:ext uri="{FF2B5EF4-FFF2-40B4-BE49-F238E27FC236}">
                <a16:creationId xmlns:a16="http://schemas.microsoft.com/office/drawing/2014/main" id="{6D4898C7-9BFD-B3AB-FBCC-372C24DFD5ED}"/>
              </a:ext>
            </a:extLst>
          </p:cNvPr>
          <p:cNvSpPr txBox="1"/>
          <p:nvPr/>
        </p:nvSpPr>
        <p:spPr>
          <a:xfrm>
            <a:off x="449062" y="2707289"/>
            <a:ext cx="5532840" cy="285844"/>
          </a:xfrm>
          <a:prstGeom prst="rect">
            <a:avLst/>
          </a:prstGeom>
          <a:noFill/>
        </p:spPr>
        <p:txBody>
          <a:bodyPr wrap="square" lIns="0" tIns="0" rIns="0" bIns="0" anchor="t">
            <a:noAutofit/>
          </a:bodyPr>
          <a:lstStyle/>
          <a:p>
            <a:pPr algn="l">
              <a:lnSpc>
                <a:spcPct val="90000"/>
              </a:lnSpc>
              <a:spcAft>
                <a:spcPts val="100"/>
              </a:spcAft>
            </a:pPr>
            <a:r>
              <a:rPr sz="1600" b="1" i="0">
                <a:solidFill>
                  <a:srgbClr val="001E96"/>
                </a:solidFill>
                <a:latin typeface="Arial"/>
              </a:rPr>
              <a:t>Positive-alert doctors and 30-day prescription follow-up</a:t>
            </a:r>
            <a:endParaRPr lang="en-US" sz="1600" b="1" i="0">
              <a:solidFill>
                <a:srgbClr val="001E96"/>
              </a:solidFill>
              <a:latin typeface="Arial"/>
            </a:endParaRPr>
          </a:p>
          <a:p>
            <a:pPr algn="l">
              <a:lnSpc>
                <a:spcPct val="90000"/>
              </a:lnSpc>
              <a:spcAft>
                <a:spcPts val="100"/>
              </a:spcAft>
            </a:pPr>
            <a:endParaRPr sz="1600" b="1" i="0">
              <a:solidFill>
                <a:srgbClr val="001E96"/>
              </a:solidFill>
              <a:latin typeface="Arial"/>
            </a:endParaRPr>
          </a:p>
        </p:txBody>
      </p:sp>
      <p:graphicFrame>
        <p:nvGraphicFramePr>
          <p:cNvPr id="2" name="Content Placeholder 9">
            <a:extLst>
              <a:ext uri="{FF2B5EF4-FFF2-40B4-BE49-F238E27FC236}">
                <a16:creationId xmlns:a16="http://schemas.microsoft.com/office/drawing/2014/main" id="{7060CF90-83D5-2FDB-CC4C-C0C754A9959A}"/>
              </a:ext>
            </a:extLst>
          </p:cNvPr>
          <p:cNvGraphicFramePr>
            <a:graphicFrameLocks/>
          </p:cNvGraphicFramePr>
          <p:nvPr>
            <p:extLst>
              <p:ext uri="{D42A27DB-BD31-4B8C-83A1-F6EECF244321}">
                <p14:modId xmlns:p14="http://schemas.microsoft.com/office/powerpoint/2010/main" val="2879144152"/>
              </p:ext>
            </p:extLst>
          </p:nvPr>
        </p:nvGraphicFramePr>
        <p:xfrm>
          <a:off x="334963" y="3036952"/>
          <a:ext cx="5761038" cy="3490843"/>
        </p:xfrm>
        <a:graphic>
          <a:graphicData uri="http://schemas.openxmlformats.org/drawingml/2006/table">
            <a:tbl>
              <a:tblPr firstRow="1" bandRow="1"/>
              <a:tblGrid>
                <a:gridCol w="1920346">
                  <a:extLst>
                    <a:ext uri="{9D8B030D-6E8A-4147-A177-3AD203B41FA5}">
                      <a16:colId xmlns:a16="http://schemas.microsoft.com/office/drawing/2014/main" val="3867749177"/>
                    </a:ext>
                  </a:extLst>
                </a:gridCol>
                <a:gridCol w="1920346">
                  <a:extLst>
                    <a:ext uri="{9D8B030D-6E8A-4147-A177-3AD203B41FA5}">
                      <a16:colId xmlns:a16="http://schemas.microsoft.com/office/drawing/2014/main" val="915976798"/>
                    </a:ext>
                  </a:extLst>
                </a:gridCol>
                <a:gridCol w="1920346">
                  <a:extLst>
                    <a:ext uri="{9D8B030D-6E8A-4147-A177-3AD203B41FA5}">
                      <a16:colId xmlns:a16="http://schemas.microsoft.com/office/drawing/2014/main" val="2610764502"/>
                    </a:ext>
                  </a:extLst>
                </a:gridCol>
              </a:tblGrid>
              <a:tr h="324383">
                <a:tc>
                  <a:txBody>
                    <a:bodyPr/>
                    <a:lstStyle/>
                    <a:p>
                      <a:pPr algn="ctr" fontAlgn="b"/>
                      <a:r>
                        <a:rPr lang="en-US" sz="1400" b="1" i="0" u="none" strike="noStrike">
                          <a:solidFill>
                            <a:schemeClr val="bg1"/>
                          </a:solidFill>
                          <a:effectLst/>
                          <a:latin typeface="+mj-lt"/>
                          <a:cs typeface="Arial" panose="020B0604020202020204" pitchFamily="34" charset="0"/>
                        </a:rPr>
                        <a:t>Rank</a:t>
                      </a:r>
                    </a:p>
                  </a:txBody>
                  <a:tcPr marL="15342" marR="15342"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panose="020B0604020202020204" pitchFamily="34" charset="0"/>
                        </a:rPr>
                        <a:t>HCP_ID</a:t>
                      </a:r>
                    </a:p>
                  </a:txBody>
                  <a:tcPr marL="15342" marR="15342"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panose="020B0604020202020204" pitchFamily="34" charset="0"/>
                        </a:rPr>
                        <a:t>Positive Alerts</a:t>
                      </a:r>
                    </a:p>
                  </a:txBody>
                  <a:tcPr marL="15342" marR="15342"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10000"/>
                  </a:ext>
                </a:extLst>
              </a:tr>
              <a:tr h="316646">
                <a:tc>
                  <a:txBody>
                    <a:bodyPr/>
                    <a:lstStyle/>
                    <a:p>
                      <a:pPr algn="ctr" fontAlgn="b">
                        <a:buNone/>
                      </a:pPr>
                      <a:r>
                        <a:rPr lang="en-IN" sz="1400" b="0" i="0" u="none" strike="noStrike">
                          <a:solidFill>
                            <a:srgbClr val="000000"/>
                          </a:solidFill>
                          <a:effectLst/>
                          <a:latin typeface="+mj-lt"/>
                        </a:rPr>
                        <a:t>1</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HCP041</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127</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1239440"/>
                  </a:ext>
                </a:extLst>
              </a:tr>
              <a:tr h="316646">
                <a:tc>
                  <a:txBody>
                    <a:bodyPr/>
                    <a:lstStyle/>
                    <a:p>
                      <a:pPr algn="ctr" fontAlgn="b">
                        <a:buNone/>
                      </a:pPr>
                      <a:r>
                        <a:rPr lang="en-IN" sz="1400" b="0" i="0" u="none" strike="noStrike">
                          <a:solidFill>
                            <a:srgbClr val="000000"/>
                          </a:solidFill>
                          <a:effectLst/>
                          <a:latin typeface="+mj-lt"/>
                        </a:rPr>
                        <a:t>2</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400" b="0" i="0" u="none" strike="noStrike" kern="1200" dirty="0">
                          <a:solidFill>
                            <a:srgbClr val="000000"/>
                          </a:solidFill>
                          <a:effectLst/>
                          <a:latin typeface="+mn-lt"/>
                          <a:ea typeface="+mn-ea"/>
                          <a:cs typeface="+mn-cs"/>
                        </a:rPr>
                        <a:t>HCP011</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123</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6646">
                <a:tc>
                  <a:txBody>
                    <a:bodyPr/>
                    <a:lstStyle/>
                    <a:p>
                      <a:pPr algn="ctr" fontAlgn="b">
                        <a:buNone/>
                      </a:pPr>
                      <a:r>
                        <a:rPr lang="en-IN" sz="1400" b="0" i="0" u="none" strike="noStrike">
                          <a:solidFill>
                            <a:srgbClr val="000000"/>
                          </a:solidFill>
                          <a:effectLst/>
                          <a:latin typeface="+mj-lt"/>
                        </a:rPr>
                        <a:t>3</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400" b="0" i="0" u="none" strike="noStrike" kern="1200" dirty="0">
                          <a:solidFill>
                            <a:srgbClr val="000000"/>
                          </a:solidFill>
                          <a:effectLst/>
                          <a:latin typeface="+mn-lt"/>
                          <a:ea typeface="+mn-ea"/>
                          <a:cs typeface="+mn-cs"/>
                        </a:rPr>
                        <a:t>HCP021</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116</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7766510"/>
                  </a:ext>
                </a:extLst>
              </a:tr>
              <a:tr h="316646">
                <a:tc>
                  <a:txBody>
                    <a:bodyPr/>
                    <a:lstStyle/>
                    <a:p>
                      <a:pPr algn="ctr" fontAlgn="b">
                        <a:buNone/>
                      </a:pPr>
                      <a:r>
                        <a:rPr lang="en-IN" sz="1400" b="0" i="0" u="none" strike="noStrike">
                          <a:solidFill>
                            <a:srgbClr val="000000"/>
                          </a:solidFill>
                          <a:effectLst/>
                          <a:latin typeface="+mj-lt"/>
                        </a:rPr>
                        <a:t>4</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400" b="0" i="0" u="none" strike="noStrike" kern="1200" dirty="0">
                          <a:solidFill>
                            <a:srgbClr val="000000"/>
                          </a:solidFill>
                          <a:effectLst/>
                          <a:latin typeface="+mn-lt"/>
                          <a:ea typeface="+mn-ea"/>
                          <a:cs typeface="+mn-cs"/>
                        </a:rPr>
                        <a:t>HCP042</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101</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4579851"/>
                  </a:ext>
                </a:extLst>
              </a:tr>
              <a:tr h="316646">
                <a:tc>
                  <a:txBody>
                    <a:bodyPr/>
                    <a:lstStyle/>
                    <a:p>
                      <a:pPr algn="ctr" fontAlgn="b">
                        <a:buNone/>
                      </a:pPr>
                      <a:r>
                        <a:rPr lang="en-IN" sz="1400" b="0" i="0" u="none" strike="noStrike">
                          <a:solidFill>
                            <a:srgbClr val="000000"/>
                          </a:solidFill>
                          <a:effectLst/>
                          <a:latin typeface="+mj-lt"/>
                        </a:rPr>
                        <a:t>5</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400" b="0" i="0" u="none" strike="noStrike" kern="1200" dirty="0">
                          <a:solidFill>
                            <a:srgbClr val="000000"/>
                          </a:solidFill>
                          <a:effectLst/>
                          <a:latin typeface="+mn-lt"/>
                          <a:ea typeface="+mn-ea"/>
                          <a:cs typeface="+mn-cs"/>
                        </a:rPr>
                        <a:t>HCP023</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99</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9838933"/>
                  </a:ext>
                </a:extLst>
              </a:tr>
              <a:tr h="316646">
                <a:tc>
                  <a:txBody>
                    <a:bodyPr/>
                    <a:lstStyle/>
                    <a:p>
                      <a:pPr algn="ctr" fontAlgn="b">
                        <a:buNone/>
                      </a:pPr>
                      <a:r>
                        <a:rPr lang="en-IN" sz="1400" b="0" i="0" u="none" strike="noStrike">
                          <a:solidFill>
                            <a:srgbClr val="000000"/>
                          </a:solidFill>
                          <a:effectLst/>
                          <a:latin typeface="+mj-lt"/>
                        </a:rPr>
                        <a:t>6</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400" b="0" i="0" u="none" strike="noStrike" kern="1200" dirty="0">
                          <a:solidFill>
                            <a:srgbClr val="000000"/>
                          </a:solidFill>
                          <a:effectLst/>
                          <a:latin typeface="+mn-lt"/>
                          <a:ea typeface="+mn-ea"/>
                          <a:cs typeface="+mn-cs"/>
                        </a:rPr>
                        <a:t>HCP007</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96</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70873"/>
                  </a:ext>
                </a:extLst>
              </a:tr>
              <a:tr h="316646">
                <a:tc>
                  <a:txBody>
                    <a:bodyPr/>
                    <a:lstStyle/>
                    <a:p>
                      <a:pPr algn="ctr" fontAlgn="b">
                        <a:buNone/>
                      </a:pPr>
                      <a:r>
                        <a:rPr lang="en-IN" sz="1400" b="0" i="0" u="none" strike="noStrike">
                          <a:solidFill>
                            <a:srgbClr val="000000"/>
                          </a:solidFill>
                          <a:effectLst/>
                          <a:latin typeface="+mj-lt"/>
                        </a:rPr>
                        <a:t>7</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400" b="0" i="0" u="none" strike="noStrike" kern="1200" dirty="0">
                          <a:solidFill>
                            <a:srgbClr val="000000"/>
                          </a:solidFill>
                          <a:effectLst/>
                          <a:latin typeface="+mn-lt"/>
                          <a:ea typeface="+mn-ea"/>
                          <a:cs typeface="+mn-cs"/>
                        </a:rPr>
                        <a:t>HCP026</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78</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516014"/>
                  </a:ext>
                </a:extLst>
              </a:tr>
              <a:tr h="316646">
                <a:tc>
                  <a:txBody>
                    <a:bodyPr/>
                    <a:lstStyle/>
                    <a:p>
                      <a:pPr algn="ctr" fontAlgn="b">
                        <a:buNone/>
                      </a:pPr>
                      <a:r>
                        <a:rPr lang="en-IN" sz="1400" b="0" i="0" u="none" strike="noStrike">
                          <a:solidFill>
                            <a:srgbClr val="000000"/>
                          </a:solidFill>
                          <a:effectLst/>
                          <a:latin typeface="+mj-lt"/>
                        </a:rPr>
                        <a:t>8</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400" b="0" i="0" u="none" strike="noStrike" kern="1200" dirty="0">
                          <a:solidFill>
                            <a:srgbClr val="000000"/>
                          </a:solidFill>
                          <a:effectLst/>
                          <a:latin typeface="+mn-lt"/>
                          <a:ea typeface="+mn-ea"/>
                          <a:cs typeface="+mn-cs"/>
                        </a:rPr>
                        <a:t>HCP009</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67</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3686778"/>
                  </a:ext>
                </a:extLst>
              </a:tr>
              <a:tr h="316646">
                <a:tc>
                  <a:txBody>
                    <a:bodyPr/>
                    <a:lstStyle/>
                    <a:p>
                      <a:pPr algn="ctr" fontAlgn="b">
                        <a:buNone/>
                      </a:pPr>
                      <a:r>
                        <a:rPr lang="en-IN" sz="1400" b="0" i="0" u="none" strike="noStrike">
                          <a:solidFill>
                            <a:srgbClr val="000000"/>
                          </a:solidFill>
                          <a:effectLst/>
                          <a:latin typeface="+mj-lt"/>
                        </a:rPr>
                        <a:t>9</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400" b="0" i="0" u="none" strike="noStrike" kern="1200" dirty="0">
                          <a:solidFill>
                            <a:srgbClr val="000000"/>
                          </a:solidFill>
                          <a:effectLst/>
                          <a:latin typeface="+mn-lt"/>
                          <a:ea typeface="+mn-ea"/>
                          <a:cs typeface="+mn-cs"/>
                        </a:rPr>
                        <a:t>HCP001</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63</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977959"/>
                  </a:ext>
                </a:extLst>
              </a:tr>
              <a:tr h="316646">
                <a:tc>
                  <a:txBody>
                    <a:bodyPr/>
                    <a:lstStyle/>
                    <a:p>
                      <a:pPr algn="ctr" fontAlgn="b">
                        <a:buNone/>
                      </a:pPr>
                      <a:r>
                        <a:rPr lang="en-IN" sz="1400" b="0" i="0" u="none" strike="noStrike" dirty="0">
                          <a:solidFill>
                            <a:srgbClr val="000000"/>
                          </a:solidFill>
                          <a:effectLst/>
                          <a:latin typeface="+mj-lt"/>
                        </a:rPr>
                        <a:t>10</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400" b="0" i="0" u="none" strike="noStrike" kern="1200" dirty="0">
                          <a:solidFill>
                            <a:srgbClr val="000000"/>
                          </a:solidFill>
                          <a:effectLst/>
                          <a:latin typeface="+mn-lt"/>
                          <a:ea typeface="+mn-ea"/>
                          <a:cs typeface="+mn-cs"/>
                        </a:rPr>
                        <a:t>HCP002</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59</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9200820"/>
                  </a:ext>
                </a:extLst>
              </a:tr>
            </a:tbl>
          </a:graphicData>
        </a:graphic>
      </p:graphicFrame>
      <p:grpSp>
        <p:nvGrpSpPr>
          <p:cNvPr id="5" name="Group 4">
            <a:extLst>
              <a:ext uri="{FF2B5EF4-FFF2-40B4-BE49-F238E27FC236}">
                <a16:creationId xmlns:a16="http://schemas.microsoft.com/office/drawing/2014/main" id="{73AC4301-510F-9C41-5881-E2F6E895C871}"/>
              </a:ext>
            </a:extLst>
          </p:cNvPr>
          <p:cNvGrpSpPr/>
          <p:nvPr/>
        </p:nvGrpSpPr>
        <p:grpSpPr>
          <a:xfrm>
            <a:off x="8057702" y="3073005"/>
            <a:ext cx="3439336" cy="3375924"/>
            <a:chOff x="1671817" y="1221600"/>
            <a:chExt cx="4011353" cy="5430476"/>
          </a:xfrm>
        </p:grpSpPr>
        <p:sp>
          <p:nvSpPr>
            <p:cNvPr id="7" name="Trapezoid 2">
              <a:extLst>
                <a:ext uri="{FF2B5EF4-FFF2-40B4-BE49-F238E27FC236}">
                  <a16:creationId xmlns:a16="http://schemas.microsoft.com/office/drawing/2014/main" id="{38B5C3DE-2E48-671E-D0A8-E1D65FBAEDE9}"/>
                </a:ext>
              </a:extLst>
            </p:cNvPr>
            <p:cNvSpPr/>
            <p:nvPr/>
          </p:nvSpPr>
          <p:spPr>
            <a:xfrm flipV="1">
              <a:off x="1671817" y="1405263"/>
              <a:ext cx="4011352" cy="4997750"/>
            </a:xfrm>
            <a:custGeom>
              <a:avLst/>
              <a:gdLst>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711612 h 4711612"/>
                <a:gd name="connsiteX1" fmla="*/ 1535265 w 4011352"/>
                <a:gd name="connsiteY1" fmla="*/ 62931 h 4711612"/>
                <a:gd name="connsiteX2" fmla="*/ 2034551 w 4011352"/>
                <a:gd name="connsiteY2" fmla="*/ 2 h 4711612"/>
                <a:gd name="connsiteX3" fmla="*/ 2476087 w 4011352"/>
                <a:gd name="connsiteY3" fmla="*/ 62931 h 4711612"/>
                <a:gd name="connsiteX4" fmla="*/ 4011352 w 4011352"/>
                <a:gd name="connsiteY4" fmla="*/ 4711612 h 4711612"/>
                <a:gd name="connsiteX5" fmla="*/ 0 w 4011352"/>
                <a:gd name="connsiteY5" fmla="*/ 4711612 h 4711612"/>
                <a:gd name="connsiteX0" fmla="*/ 0 w 4011352"/>
                <a:gd name="connsiteY0" fmla="*/ 4713839 h 4713839"/>
                <a:gd name="connsiteX1" fmla="*/ 1535265 w 4011352"/>
                <a:gd name="connsiteY1" fmla="*/ 65158 h 4713839"/>
                <a:gd name="connsiteX2" fmla="*/ 2034551 w 4011352"/>
                <a:gd name="connsiteY2" fmla="*/ 2229 h 4713839"/>
                <a:gd name="connsiteX3" fmla="*/ 2476087 w 4011352"/>
                <a:gd name="connsiteY3" fmla="*/ 65158 h 4713839"/>
                <a:gd name="connsiteX4" fmla="*/ 4011352 w 4011352"/>
                <a:gd name="connsiteY4" fmla="*/ 4713839 h 4713839"/>
                <a:gd name="connsiteX5" fmla="*/ 0 w 4011352"/>
                <a:gd name="connsiteY5" fmla="*/ 4713839 h 4713839"/>
                <a:gd name="connsiteX0" fmla="*/ 0 w 4011352"/>
                <a:gd name="connsiteY0" fmla="*/ 4714192 h 4714192"/>
                <a:gd name="connsiteX1" fmla="*/ 1535265 w 4011352"/>
                <a:gd name="connsiteY1" fmla="*/ 65511 h 4714192"/>
                <a:gd name="connsiteX2" fmla="*/ 2034551 w 4011352"/>
                <a:gd name="connsiteY2" fmla="*/ 2582 h 4714192"/>
                <a:gd name="connsiteX3" fmla="*/ 2476087 w 4011352"/>
                <a:gd name="connsiteY3" fmla="*/ 65511 h 4714192"/>
                <a:gd name="connsiteX4" fmla="*/ 4011352 w 4011352"/>
                <a:gd name="connsiteY4" fmla="*/ 4714192 h 4714192"/>
                <a:gd name="connsiteX5" fmla="*/ 0 w 4011352"/>
                <a:gd name="connsiteY5" fmla="*/ 4714192 h 4714192"/>
                <a:gd name="connsiteX0" fmla="*/ 0 w 4011352"/>
                <a:gd name="connsiteY0" fmla="*/ 4716950 h 4716950"/>
                <a:gd name="connsiteX1" fmla="*/ 1535265 w 4011352"/>
                <a:gd name="connsiteY1" fmla="*/ 68269 h 4716950"/>
                <a:gd name="connsiteX2" fmla="*/ 2034551 w 4011352"/>
                <a:gd name="connsiteY2" fmla="*/ 5340 h 4716950"/>
                <a:gd name="connsiteX3" fmla="*/ 2476087 w 4011352"/>
                <a:gd name="connsiteY3" fmla="*/ 68269 h 4716950"/>
                <a:gd name="connsiteX4" fmla="*/ 4011352 w 4011352"/>
                <a:gd name="connsiteY4" fmla="*/ 4716950 h 4716950"/>
                <a:gd name="connsiteX5" fmla="*/ 0 w 4011352"/>
                <a:gd name="connsiteY5" fmla="*/ 4716950 h 4716950"/>
                <a:gd name="connsiteX0" fmla="*/ 0 w 4011352"/>
                <a:gd name="connsiteY0" fmla="*/ 4766658 h 4766658"/>
                <a:gd name="connsiteX1" fmla="*/ 1535265 w 4011352"/>
                <a:gd name="connsiteY1" fmla="*/ 117977 h 4766658"/>
                <a:gd name="connsiteX2" fmla="*/ 2034551 w 4011352"/>
                <a:gd name="connsiteY2" fmla="*/ 2533 h 4766658"/>
                <a:gd name="connsiteX3" fmla="*/ 2476087 w 4011352"/>
                <a:gd name="connsiteY3" fmla="*/ 117977 h 4766658"/>
                <a:gd name="connsiteX4" fmla="*/ 4011352 w 4011352"/>
                <a:gd name="connsiteY4" fmla="*/ 4766658 h 4766658"/>
                <a:gd name="connsiteX5" fmla="*/ 0 w 4011352"/>
                <a:gd name="connsiteY5" fmla="*/ 4766658 h 4766658"/>
                <a:gd name="connsiteX0" fmla="*/ 0 w 4011352"/>
                <a:gd name="connsiteY0" fmla="*/ 4766658 h 4766658"/>
                <a:gd name="connsiteX1" fmla="*/ 1535265 w 4011352"/>
                <a:gd name="connsiteY1" fmla="*/ 117977 h 4766658"/>
                <a:gd name="connsiteX2" fmla="*/ 2034551 w 4011352"/>
                <a:gd name="connsiteY2" fmla="*/ 2533 h 4766658"/>
                <a:gd name="connsiteX3" fmla="*/ 2476087 w 4011352"/>
                <a:gd name="connsiteY3" fmla="*/ 117977 h 4766658"/>
                <a:gd name="connsiteX4" fmla="*/ 4011352 w 4011352"/>
                <a:gd name="connsiteY4" fmla="*/ 4766658 h 4766658"/>
                <a:gd name="connsiteX5" fmla="*/ 0 w 4011352"/>
                <a:gd name="connsiteY5" fmla="*/ 4766658 h 4766658"/>
                <a:gd name="connsiteX0" fmla="*/ 0 w 4011352"/>
                <a:gd name="connsiteY0" fmla="*/ 4769605 h 4769605"/>
                <a:gd name="connsiteX1" fmla="*/ 1535265 w 4011352"/>
                <a:gd name="connsiteY1" fmla="*/ 120924 h 4769605"/>
                <a:gd name="connsiteX2" fmla="*/ 2034551 w 4011352"/>
                <a:gd name="connsiteY2" fmla="*/ 5480 h 4769605"/>
                <a:gd name="connsiteX3" fmla="*/ 2476087 w 4011352"/>
                <a:gd name="connsiteY3" fmla="*/ 120924 h 4769605"/>
                <a:gd name="connsiteX4" fmla="*/ 4011352 w 4011352"/>
                <a:gd name="connsiteY4" fmla="*/ 4769605 h 4769605"/>
                <a:gd name="connsiteX5" fmla="*/ 0 w 4011352"/>
                <a:gd name="connsiteY5" fmla="*/ 4769605 h 4769605"/>
                <a:gd name="connsiteX0" fmla="*/ 0 w 4011352"/>
                <a:gd name="connsiteY0" fmla="*/ 4785718 h 4785718"/>
                <a:gd name="connsiteX1" fmla="*/ 1535265 w 4011352"/>
                <a:gd name="connsiteY1" fmla="*/ 137037 h 4785718"/>
                <a:gd name="connsiteX2" fmla="*/ 2022359 w 4011352"/>
                <a:gd name="connsiteY2" fmla="*/ 4088 h 4785718"/>
                <a:gd name="connsiteX3" fmla="*/ 2476087 w 4011352"/>
                <a:gd name="connsiteY3" fmla="*/ 137037 h 4785718"/>
                <a:gd name="connsiteX4" fmla="*/ 4011352 w 4011352"/>
                <a:gd name="connsiteY4" fmla="*/ 4785718 h 4785718"/>
                <a:gd name="connsiteX5" fmla="*/ 0 w 4011352"/>
                <a:gd name="connsiteY5" fmla="*/ 4785718 h 4785718"/>
                <a:gd name="connsiteX0" fmla="*/ 0 w 4011352"/>
                <a:gd name="connsiteY0" fmla="*/ 4783745 h 4783745"/>
                <a:gd name="connsiteX1" fmla="*/ 1697825 w 4011352"/>
                <a:gd name="connsiteY1" fmla="*/ 193413 h 4783745"/>
                <a:gd name="connsiteX2" fmla="*/ 2022359 w 4011352"/>
                <a:gd name="connsiteY2" fmla="*/ 2115 h 4783745"/>
                <a:gd name="connsiteX3" fmla="*/ 2476087 w 4011352"/>
                <a:gd name="connsiteY3" fmla="*/ 135064 h 4783745"/>
                <a:gd name="connsiteX4" fmla="*/ 4011352 w 4011352"/>
                <a:gd name="connsiteY4" fmla="*/ 4783745 h 4783745"/>
                <a:gd name="connsiteX5" fmla="*/ 0 w 4011352"/>
                <a:gd name="connsiteY5" fmla="*/ 4783745 h 4783745"/>
                <a:gd name="connsiteX0" fmla="*/ 0 w 4011352"/>
                <a:gd name="connsiteY0" fmla="*/ 4783745 h 4783745"/>
                <a:gd name="connsiteX1" fmla="*/ 1697825 w 4011352"/>
                <a:gd name="connsiteY1" fmla="*/ 193413 h 4783745"/>
                <a:gd name="connsiteX2" fmla="*/ 2022359 w 4011352"/>
                <a:gd name="connsiteY2" fmla="*/ 2115 h 4783745"/>
                <a:gd name="connsiteX3" fmla="*/ 2384647 w 4011352"/>
                <a:gd name="connsiteY3" fmla="*/ 135064 h 4783745"/>
                <a:gd name="connsiteX4" fmla="*/ 4011352 w 4011352"/>
                <a:gd name="connsiteY4" fmla="*/ 4783745 h 4783745"/>
                <a:gd name="connsiteX5" fmla="*/ 0 w 4011352"/>
                <a:gd name="connsiteY5" fmla="*/ 4783745 h 4783745"/>
                <a:gd name="connsiteX0" fmla="*/ 0 w 4011352"/>
                <a:gd name="connsiteY0" fmla="*/ 4783745 h 4783745"/>
                <a:gd name="connsiteX1" fmla="*/ 1697825 w 4011352"/>
                <a:gd name="connsiteY1" fmla="*/ 193413 h 4783745"/>
                <a:gd name="connsiteX2" fmla="*/ 2022359 w 4011352"/>
                <a:gd name="connsiteY2" fmla="*/ 2115 h 4783745"/>
                <a:gd name="connsiteX3" fmla="*/ 2384647 w 4011352"/>
                <a:gd name="connsiteY3" fmla="*/ 135064 h 4783745"/>
                <a:gd name="connsiteX4" fmla="*/ 4011352 w 4011352"/>
                <a:gd name="connsiteY4" fmla="*/ 4783745 h 4783745"/>
                <a:gd name="connsiteX5" fmla="*/ 0 w 4011352"/>
                <a:gd name="connsiteY5" fmla="*/ 4783745 h 4783745"/>
                <a:gd name="connsiteX0" fmla="*/ 0 w 4011352"/>
                <a:gd name="connsiteY0" fmla="*/ 4783745 h 4783745"/>
                <a:gd name="connsiteX1" fmla="*/ 1697825 w 4011352"/>
                <a:gd name="connsiteY1" fmla="*/ 193413 h 4783745"/>
                <a:gd name="connsiteX2" fmla="*/ 2022359 w 4011352"/>
                <a:gd name="connsiteY2" fmla="*/ 2115 h 4783745"/>
                <a:gd name="connsiteX3" fmla="*/ 2384647 w 4011352"/>
                <a:gd name="connsiteY3" fmla="*/ 135064 h 4783745"/>
                <a:gd name="connsiteX4" fmla="*/ 4011352 w 4011352"/>
                <a:gd name="connsiteY4" fmla="*/ 4783745 h 4783745"/>
                <a:gd name="connsiteX5" fmla="*/ 0 w 4011352"/>
                <a:gd name="connsiteY5" fmla="*/ 4783745 h 4783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1352" h="4783745">
                  <a:moveTo>
                    <a:pt x="0" y="4783745"/>
                  </a:moveTo>
                  <a:cubicBezTo>
                    <a:pt x="754825" y="3303633"/>
                    <a:pt x="1280366" y="2045058"/>
                    <a:pt x="1697825" y="193413"/>
                  </a:cubicBezTo>
                  <a:cubicBezTo>
                    <a:pt x="1827678" y="82967"/>
                    <a:pt x="1679146" y="-15809"/>
                    <a:pt x="2022359" y="2115"/>
                  </a:cubicBezTo>
                  <a:cubicBezTo>
                    <a:pt x="2267074" y="-11919"/>
                    <a:pt x="2243564" y="61573"/>
                    <a:pt x="2384647" y="135064"/>
                  </a:cubicBezTo>
                  <a:cubicBezTo>
                    <a:pt x="2715605" y="1750523"/>
                    <a:pt x="3198655" y="3292059"/>
                    <a:pt x="4011352" y="4783745"/>
                  </a:cubicBezTo>
                  <a:lnTo>
                    <a:pt x="0" y="4783745"/>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8" name="Oval 7">
              <a:extLst>
                <a:ext uri="{FF2B5EF4-FFF2-40B4-BE49-F238E27FC236}">
                  <a16:creationId xmlns:a16="http://schemas.microsoft.com/office/drawing/2014/main" id="{F2D46F33-19DB-69E4-B7CE-37F9E8C4A0F9}"/>
                </a:ext>
              </a:extLst>
            </p:cNvPr>
            <p:cNvSpPr/>
            <p:nvPr/>
          </p:nvSpPr>
          <p:spPr>
            <a:xfrm>
              <a:off x="1671817" y="1221600"/>
              <a:ext cx="4011353" cy="367325"/>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9" name="Oval 8">
              <a:extLst>
                <a:ext uri="{FF2B5EF4-FFF2-40B4-BE49-F238E27FC236}">
                  <a16:creationId xmlns:a16="http://schemas.microsoft.com/office/drawing/2014/main" id="{DFF6F66F-C5EE-8EE1-FF2F-C386C68B47C0}"/>
                </a:ext>
              </a:extLst>
            </p:cNvPr>
            <p:cNvSpPr/>
            <p:nvPr/>
          </p:nvSpPr>
          <p:spPr>
            <a:xfrm>
              <a:off x="3000375" y="5004816"/>
              <a:ext cx="1348740" cy="76749"/>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10" name="Trapezoid 2">
              <a:extLst>
                <a:ext uri="{FF2B5EF4-FFF2-40B4-BE49-F238E27FC236}">
                  <a16:creationId xmlns:a16="http://schemas.microsoft.com/office/drawing/2014/main" id="{1416EB0D-5530-E552-8443-610D090DD0A0}"/>
                </a:ext>
              </a:extLst>
            </p:cNvPr>
            <p:cNvSpPr/>
            <p:nvPr/>
          </p:nvSpPr>
          <p:spPr>
            <a:xfrm flipV="1">
              <a:off x="2420112" y="3088629"/>
              <a:ext cx="2517648" cy="2005219"/>
            </a:xfrm>
            <a:custGeom>
              <a:avLst/>
              <a:gdLst>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711612 h 4711612"/>
                <a:gd name="connsiteX1" fmla="*/ 1535265 w 4011352"/>
                <a:gd name="connsiteY1" fmla="*/ 62931 h 4711612"/>
                <a:gd name="connsiteX2" fmla="*/ 2034551 w 4011352"/>
                <a:gd name="connsiteY2" fmla="*/ 2 h 4711612"/>
                <a:gd name="connsiteX3" fmla="*/ 2476087 w 4011352"/>
                <a:gd name="connsiteY3" fmla="*/ 62931 h 4711612"/>
                <a:gd name="connsiteX4" fmla="*/ 4011352 w 4011352"/>
                <a:gd name="connsiteY4" fmla="*/ 4711612 h 4711612"/>
                <a:gd name="connsiteX5" fmla="*/ 0 w 4011352"/>
                <a:gd name="connsiteY5" fmla="*/ 4711612 h 4711612"/>
                <a:gd name="connsiteX0" fmla="*/ 0 w 4011352"/>
                <a:gd name="connsiteY0" fmla="*/ 4713839 h 4713839"/>
                <a:gd name="connsiteX1" fmla="*/ 1535265 w 4011352"/>
                <a:gd name="connsiteY1" fmla="*/ 65158 h 4713839"/>
                <a:gd name="connsiteX2" fmla="*/ 2034551 w 4011352"/>
                <a:gd name="connsiteY2" fmla="*/ 2229 h 4713839"/>
                <a:gd name="connsiteX3" fmla="*/ 2476087 w 4011352"/>
                <a:gd name="connsiteY3" fmla="*/ 65158 h 4713839"/>
                <a:gd name="connsiteX4" fmla="*/ 4011352 w 4011352"/>
                <a:gd name="connsiteY4" fmla="*/ 4713839 h 4713839"/>
                <a:gd name="connsiteX5" fmla="*/ 0 w 4011352"/>
                <a:gd name="connsiteY5" fmla="*/ 4713839 h 4713839"/>
                <a:gd name="connsiteX0" fmla="*/ 0 w 4011352"/>
                <a:gd name="connsiteY0" fmla="*/ 4714192 h 4714192"/>
                <a:gd name="connsiteX1" fmla="*/ 1535265 w 4011352"/>
                <a:gd name="connsiteY1" fmla="*/ 65511 h 4714192"/>
                <a:gd name="connsiteX2" fmla="*/ 2034551 w 4011352"/>
                <a:gd name="connsiteY2" fmla="*/ 2582 h 4714192"/>
                <a:gd name="connsiteX3" fmla="*/ 2476087 w 4011352"/>
                <a:gd name="connsiteY3" fmla="*/ 65511 h 4714192"/>
                <a:gd name="connsiteX4" fmla="*/ 4011352 w 4011352"/>
                <a:gd name="connsiteY4" fmla="*/ 4714192 h 4714192"/>
                <a:gd name="connsiteX5" fmla="*/ 0 w 4011352"/>
                <a:gd name="connsiteY5" fmla="*/ 4714192 h 4714192"/>
                <a:gd name="connsiteX0" fmla="*/ 0 w 4011352"/>
                <a:gd name="connsiteY0" fmla="*/ 4716950 h 4716950"/>
                <a:gd name="connsiteX1" fmla="*/ 1535265 w 4011352"/>
                <a:gd name="connsiteY1" fmla="*/ 68269 h 4716950"/>
                <a:gd name="connsiteX2" fmla="*/ 2034551 w 4011352"/>
                <a:gd name="connsiteY2" fmla="*/ 5340 h 4716950"/>
                <a:gd name="connsiteX3" fmla="*/ 2476087 w 4011352"/>
                <a:gd name="connsiteY3" fmla="*/ 68269 h 4716950"/>
                <a:gd name="connsiteX4" fmla="*/ 4011352 w 4011352"/>
                <a:gd name="connsiteY4" fmla="*/ 4716950 h 4716950"/>
                <a:gd name="connsiteX5" fmla="*/ 0 w 4011352"/>
                <a:gd name="connsiteY5" fmla="*/ 4716950 h 4716950"/>
                <a:gd name="connsiteX0" fmla="*/ 0 w 4011352"/>
                <a:gd name="connsiteY0" fmla="*/ 4766658 h 4766658"/>
                <a:gd name="connsiteX1" fmla="*/ 1535265 w 4011352"/>
                <a:gd name="connsiteY1" fmla="*/ 117977 h 4766658"/>
                <a:gd name="connsiteX2" fmla="*/ 2034551 w 4011352"/>
                <a:gd name="connsiteY2" fmla="*/ 2533 h 4766658"/>
                <a:gd name="connsiteX3" fmla="*/ 2476087 w 4011352"/>
                <a:gd name="connsiteY3" fmla="*/ 117977 h 4766658"/>
                <a:gd name="connsiteX4" fmla="*/ 4011352 w 4011352"/>
                <a:gd name="connsiteY4" fmla="*/ 4766658 h 4766658"/>
                <a:gd name="connsiteX5" fmla="*/ 0 w 4011352"/>
                <a:gd name="connsiteY5" fmla="*/ 4766658 h 4766658"/>
                <a:gd name="connsiteX0" fmla="*/ 0 w 4011352"/>
                <a:gd name="connsiteY0" fmla="*/ 4766658 h 4766658"/>
                <a:gd name="connsiteX1" fmla="*/ 1535265 w 4011352"/>
                <a:gd name="connsiteY1" fmla="*/ 117977 h 4766658"/>
                <a:gd name="connsiteX2" fmla="*/ 2034551 w 4011352"/>
                <a:gd name="connsiteY2" fmla="*/ 2533 h 4766658"/>
                <a:gd name="connsiteX3" fmla="*/ 2476087 w 4011352"/>
                <a:gd name="connsiteY3" fmla="*/ 117977 h 4766658"/>
                <a:gd name="connsiteX4" fmla="*/ 4011352 w 4011352"/>
                <a:gd name="connsiteY4" fmla="*/ 4766658 h 4766658"/>
                <a:gd name="connsiteX5" fmla="*/ 0 w 4011352"/>
                <a:gd name="connsiteY5" fmla="*/ 4766658 h 4766658"/>
                <a:gd name="connsiteX0" fmla="*/ 0 w 4011352"/>
                <a:gd name="connsiteY0" fmla="*/ 4769605 h 4769605"/>
                <a:gd name="connsiteX1" fmla="*/ 1535265 w 4011352"/>
                <a:gd name="connsiteY1" fmla="*/ 120924 h 4769605"/>
                <a:gd name="connsiteX2" fmla="*/ 2034551 w 4011352"/>
                <a:gd name="connsiteY2" fmla="*/ 5480 h 4769605"/>
                <a:gd name="connsiteX3" fmla="*/ 2476087 w 4011352"/>
                <a:gd name="connsiteY3" fmla="*/ 120924 h 4769605"/>
                <a:gd name="connsiteX4" fmla="*/ 4011352 w 4011352"/>
                <a:gd name="connsiteY4" fmla="*/ 4769605 h 4769605"/>
                <a:gd name="connsiteX5" fmla="*/ 0 w 4011352"/>
                <a:gd name="connsiteY5" fmla="*/ 4769605 h 4769605"/>
                <a:gd name="connsiteX0" fmla="*/ 0 w 4011352"/>
                <a:gd name="connsiteY0" fmla="*/ 4785718 h 4785718"/>
                <a:gd name="connsiteX1" fmla="*/ 1535265 w 4011352"/>
                <a:gd name="connsiteY1" fmla="*/ 137037 h 4785718"/>
                <a:gd name="connsiteX2" fmla="*/ 2022359 w 4011352"/>
                <a:gd name="connsiteY2" fmla="*/ 4088 h 4785718"/>
                <a:gd name="connsiteX3" fmla="*/ 2476087 w 4011352"/>
                <a:gd name="connsiteY3" fmla="*/ 137037 h 4785718"/>
                <a:gd name="connsiteX4" fmla="*/ 4011352 w 4011352"/>
                <a:gd name="connsiteY4" fmla="*/ 4785718 h 4785718"/>
                <a:gd name="connsiteX5" fmla="*/ 0 w 4011352"/>
                <a:gd name="connsiteY5" fmla="*/ 4785718 h 4785718"/>
                <a:gd name="connsiteX0" fmla="*/ 0 w 4011352"/>
                <a:gd name="connsiteY0" fmla="*/ 4815214 h 4815214"/>
                <a:gd name="connsiteX1" fmla="*/ 917379 w 4011352"/>
                <a:gd name="connsiteY1" fmla="*/ 64063 h 4815214"/>
                <a:gd name="connsiteX2" fmla="*/ 2022359 w 4011352"/>
                <a:gd name="connsiteY2" fmla="*/ 33584 h 4815214"/>
                <a:gd name="connsiteX3" fmla="*/ 2476087 w 4011352"/>
                <a:gd name="connsiteY3" fmla="*/ 166533 h 4815214"/>
                <a:gd name="connsiteX4" fmla="*/ 4011352 w 4011352"/>
                <a:gd name="connsiteY4" fmla="*/ 4815214 h 4815214"/>
                <a:gd name="connsiteX5" fmla="*/ 0 w 4011352"/>
                <a:gd name="connsiteY5" fmla="*/ 4815214 h 4815214"/>
                <a:gd name="connsiteX0" fmla="*/ 0 w 4011352"/>
                <a:gd name="connsiteY0" fmla="*/ 4815214 h 4815214"/>
                <a:gd name="connsiteX1" fmla="*/ 917379 w 4011352"/>
                <a:gd name="connsiteY1" fmla="*/ 64063 h 4815214"/>
                <a:gd name="connsiteX2" fmla="*/ 2022359 w 4011352"/>
                <a:gd name="connsiteY2" fmla="*/ 33584 h 4815214"/>
                <a:gd name="connsiteX3" fmla="*/ 2476087 w 4011352"/>
                <a:gd name="connsiteY3" fmla="*/ 166533 h 4815214"/>
                <a:gd name="connsiteX4" fmla="*/ 4011352 w 4011352"/>
                <a:gd name="connsiteY4" fmla="*/ 4815214 h 4815214"/>
                <a:gd name="connsiteX5" fmla="*/ 0 w 4011352"/>
                <a:gd name="connsiteY5" fmla="*/ 4815214 h 4815214"/>
                <a:gd name="connsiteX0" fmla="*/ 0 w 4011352"/>
                <a:gd name="connsiteY0" fmla="*/ 4815214 h 4815214"/>
                <a:gd name="connsiteX1" fmla="*/ 917379 w 4011352"/>
                <a:gd name="connsiteY1" fmla="*/ 64063 h 4815214"/>
                <a:gd name="connsiteX2" fmla="*/ 2022359 w 4011352"/>
                <a:gd name="connsiteY2" fmla="*/ 33584 h 4815214"/>
                <a:gd name="connsiteX3" fmla="*/ 3113588 w 4011352"/>
                <a:gd name="connsiteY3" fmla="*/ 122617 h 4815214"/>
                <a:gd name="connsiteX4" fmla="*/ 4011352 w 4011352"/>
                <a:gd name="connsiteY4" fmla="*/ 4815214 h 4815214"/>
                <a:gd name="connsiteX5" fmla="*/ 0 w 4011352"/>
                <a:gd name="connsiteY5" fmla="*/ 4815214 h 4815214"/>
                <a:gd name="connsiteX0" fmla="*/ 0 w 4011352"/>
                <a:gd name="connsiteY0" fmla="*/ 4815214 h 4815214"/>
                <a:gd name="connsiteX1" fmla="*/ 917379 w 4011352"/>
                <a:gd name="connsiteY1" fmla="*/ 64063 h 4815214"/>
                <a:gd name="connsiteX2" fmla="*/ 2022359 w 4011352"/>
                <a:gd name="connsiteY2" fmla="*/ 33584 h 4815214"/>
                <a:gd name="connsiteX3" fmla="*/ 3113588 w 4011352"/>
                <a:gd name="connsiteY3" fmla="*/ 122617 h 4815214"/>
                <a:gd name="connsiteX4" fmla="*/ 4011352 w 4011352"/>
                <a:gd name="connsiteY4" fmla="*/ 4815214 h 4815214"/>
                <a:gd name="connsiteX5" fmla="*/ 0 w 4011352"/>
                <a:gd name="connsiteY5" fmla="*/ 4815214 h 4815214"/>
                <a:gd name="connsiteX0" fmla="*/ 0 w 4050583"/>
                <a:gd name="connsiteY0" fmla="*/ 4815214 h 4815214"/>
                <a:gd name="connsiteX1" fmla="*/ 917379 w 4050583"/>
                <a:gd name="connsiteY1" fmla="*/ 64063 h 4815214"/>
                <a:gd name="connsiteX2" fmla="*/ 2022359 w 4050583"/>
                <a:gd name="connsiteY2" fmla="*/ 33584 h 4815214"/>
                <a:gd name="connsiteX3" fmla="*/ 3113588 w 4050583"/>
                <a:gd name="connsiteY3" fmla="*/ 122617 h 4815214"/>
                <a:gd name="connsiteX4" fmla="*/ 4050583 w 4050583"/>
                <a:gd name="connsiteY4" fmla="*/ 4815214 h 4815214"/>
                <a:gd name="connsiteX5" fmla="*/ 0 w 4050583"/>
                <a:gd name="connsiteY5" fmla="*/ 4815214 h 4815214"/>
                <a:gd name="connsiteX0" fmla="*/ 0 w 4050583"/>
                <a:gd name="connsiteY0" fmla="*/ 4815214 h 4815214"/>
                <a:gd name="connsiteX1" fmla="*/ 929639 w 4050583"/>
                <a:gd name="connsiteY1" fmla="*/ 64063 h 4815214"/>
                <a:gd name="connsiteX2" fmla="*/ 2022359 w 4050583"/>
                <a:gd name="connsiteY2" fmla="*/ 33584 h 4815214"/>
                <a:gd name="connsiteX3" fmla="*/ 3113588 w 4050583"/>
                <a:gd name="connsiteY3" fmla="*/ 122617 h 4815214"/>
                <a:gd name="connsiteX4" fmla="*/ 4050583 w 4050583"/>
                <a:gd name="connsiteY4" fmla="*/ 4815214 h 4815214"/>
                <a:gd name="connsiteX5" fmla="*/ 0 w 4050583"/>
                <a:gd name="connsiteY5" fmla="*/ 4815214 h 4815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0583" h="4815214">
                  <a:moveTo>
                    <a:pt x="0" y="4815214"/>
                  </a:moveTo>
                  <a:cubicBezTo>
                    <a:pt x="362517" y="3320463"/>
                    <a:pt x="707252" y="1775668"/>
                    <a:pt x="929639" y="64063"/>
                  </a:cubicBezTo>
                  <a:cubicBezTo>
                    <a:pt x="1059492" y="-46383"/>
                    <a:pt x="1679146" y="15660"/>
                    <a:pt x="2022359" y="33584"/>
                  </a:cubicBezTo>
                  <a:cubicBezTo>
                    <a:pt x="2267074" y="19550"/>
                    <a:pt x="2972505" y="49126"/>
                    <a:pt x="3113588" y="122617"/>
                  </a:cubicBezTo>
                  <a:cubicBezTo>
                    <a:pt x="3243378" y="1463832"/>
                    <a:pt x="3581156" y="2767262"/>
                    <a:pt x="4050583" y="4815214"/>
                  </a:cubicBezTo>
                  <a:lnTo>
                    <a:pt x="0" y="481521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1" name="Trapezoid 2">
              <a:extLst>
                <a:ext uri="{FF2B5EF4-FFF2-40B4-BE49-F238E27FC236}">
                  <a16:creationId xmlns:a16="http://schemas.microsoft.com/office/drawing/2014/main" id="{C33AACF5-BF29-78C2-F65F-31688CF3FD7B}"/>
                </a:ext>
              </a:extLst>
            </p:cNvPr>
            <p:cNvSpPr/>
            <p:nvPr/>
          </p:nvSpPr>
          <p:spPr>
            <a:xfrm flipV="1">
              <a:off x="2979674" y="5002275"/>
              <a:ext cx="1381760" cy="1504705"/>
            </a:xfrm>
            <a:custGeom>
              <a:avLst/>
              <a:gdLst>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711612 h 4711612"/>
                <a:gd name="connsiteX1" fmla="*/ 1535265 w 4011352"/>
                <a:gd name="connsiteY1" fmla="*/ 62931 h 4711612"/>
                <a:gd name="connsiteX2" fmla="*/ 2034551 w 4011352"/>
                <a:gd name="connsiteY2" fmla="*/ 2 h 4711612"/>
                <a:gd name="connsiteX3" fmla="*/ 2476087 w 4011352"/>
                <a:gd name="connsiteY3" fmla="*/ 62931 h 4711612"/>
                <a:gd name="connsiteX4" fmla="*/ 4011352 w 4011352"/>
                <a:gd name="connsiteY4" fmla="*/ 4711612 h 4711612"/>
                <a:gd name="connsiteX5" fmla="*/ 0 w 4011352"/>
                <a:gd name="connsiteY5" fmla="*/ 4711612 h 4711612"/>
                <a:gd name="connsiteX0" fmla="*/ 0 w 4011352"/>
                <a:gd name="connsiteY0" fmla="*/ 4713839 h 4713839"/>
                <a:gd name="connsiteX1" fmla="*/ 1535265 w 4011352"/>
                <a:gd name="connsiteY1" fmla="*/ 65158 h 4713839"/>
                <a:gd name="connsiteX2" fmla="*/ 2034551 w 4011352"/>
                <a:gd name="connsiteY2" fmla="*/ 2229 h 4713839"/>
                <a:gd name="connsiteX3" fmla="*/ 2476087 w 4011352"/>
                <a:gd name="connsiteY3" fmla="*/ 65158 h 4713839"/>
                <a:gd name="connsiteX4" fmla="*/ 4011352 w 4011352"/>
                <a:gd name="connsiteY4" fmla="*/ 4713839 h 4713839"/>
                <a:gd name="connsiteX5" fmla="*/ 0 w 4011352"/>
                <a:gd name="connsiteY5" fmla="*/ 4713839 h 4713839"/>
                <a:gd name="connsiteX0" fmla="*/ 0 w 4011352"/>
                <a:gd name="connsiteY0" fmla="*/ 4714192 h 4714192"/>
                <a:gd name="connsiteX1" fmla="*/ 1535265 w 4011352"/>
                <a:gd name="connsiteY1" fmla="*/ 65511 h 4714192"/>
                <a:gd name="connsiteX2" fmla="*/ 2034551 w 4011352"/>
                <a:gd name="connsiteY2" fmla="*/ 2582 h 4714192"/>
                <a:gd name="connsiteX3" fmla="*/ 2476087 w 4011352"/>
                <a:gd name="connsiteY3" fmla="*/ 65511 h 4714192"/>
                <a:gd name="connsiteX4" fmla="*/ 4011352 w 4011352"/>
                <a:gd name="connsiteY4" fmla="*/ 4714192 h 4714192"/>
                <a:gd name="connsiteX5" fmla="*/ 0 w 4011352"/>
                <a:gd name="connsiteY5" fmla="*/ 4714192 h 4714192"/>
                <a:gd name="connsiteX0" fmla="*/ 0 w 4011352"/>
                <a:gd name="connsiteY0" fmla="*/ 4716950 h 4716950"/>
                <a:gd name="connsiteX1" fmla="*/ 1535265 w 4011352"/>
                <a:gd name="connsiteY1" fmla="*/ 68269 h 4716950"/>
                <a:gd name="connsiteX2" fmla="*/ 2034551 w 4011352"/>
                <a:gd name="connsiteY2" fmla="*/ 5340 h 4716950"/>
                <a:gd name="connsiteX3" fmla="*/ 2476087 w 4011352"/>
                <a:gd name="connsiteY3" fmla="*/ 68269 h 4716950"/>
                <a:gd name="connsiteX4" fmla="*/ 4011352 w 4011352"/>
                <a:gd name="connsiteY4" fmla="*/ 4716950 h 4716950"/>
                <a:gd name="connsiteX5" fmla="*/ 0 w 4011352"/>
                <a:gd name="connsiteY5" fmla="*/ 4716950 h 4716950"/>
                <a:gd name="connsiteX0" fmla="*/ 0 w 4011352"/>
                <a:gd name="connsiteY0" fmla="*/ 4766658 h 4766658"/>
                <a:gd name="connsiteX1" fmla="*/ 1535265 w 4011352"/>
                <a:gd name="connsiteY1" fmla="*/ 117977 h 4766658"/>
                <a:gd name="connsiteX2" fmla="*/ 2034551 w 4011352"/>
                <a:gd name="connsiteY2" fmla="*/ 2533 h 4766658"/>
                <a:gd name="connsiteX3" fmla="*/ 2476087 w 4011352"/>
                <a:gd name="connsiteY3" fmla="*/ 117977 h 4766658"/>
                <a:gd name="connsiteX4" fmla="*/ 4011352 w 4011352"/>
                <a:gd name="connsiteY4" fmla="*/ 4766658 h 4766658"/>
                <a:gd name="connsiteX5" fmla="*/ 0 w 4011352"/>
                <a:gd name="connsiteY5" fmla="*/ 4766658 h 4766658"/>
                <a:gd name="connsiteX0" fmla="*/ 0 w 4011352"/>
                <a:gd name="connsiteY0" fmla="*/ 4766658 h 4766658"/>
                <a:gd name="connsiteX1" fmla="*/ 1535265 w 4011352"/>
                <a:gd name="connsiteY1" fmla="*/ 117977 h 4766658"/>
                <a:gd name="connsiteX2" fmla="*/ 2034551 w 4011352"/>
                <a:gd name="connsiteY2" fmla="*/ 2533 h 4766658"/>
                <a:gd name="connsiteX3" fmla="*/ 2476087 w 4011352"/>
                <a:gd name="connsiteY3" fmla="*/ 117977 h 4766658"/>
                <a:gd name="connsiteX4" fmla="*/ 4011352 w 4011352"/>
                <a:gd name="connsiteY4" fmla="*/ 4766658 h 4766658"/>
                <a:gd name="connsiteX5" fmla="*/ 0 w 4011352"/>
                <a:gd name="connsiteY5" fmla="*/ 4766658 h 4766658"/>
                <a:gd name="connsiteX0" fmla="*/ 0 w 4011352"/>
                <a:gd name="connsiteY0" fmla="*/ 4769605 h 4769605"/>
                <a:gd name="connsiteX1" fmla="*/ 1535265 w 4011352"/>
                <a:gd name="connsiteY1" fmla="*/ 120924 h 4769605"/>
                <a:gd name="connsiteX2" fmla="*/ 2034551 w 4011352"/>
                <a:gd name="connsiteY2" fmla="*/ 5480 h 4769605"/>
                <a:gd name="connsiteX3" fmla="*/ 2476087 w 4011352"/>
                <a:gd name="connsiteY3" fmla="*/ 120924 h 4769605"/>
                <a:gd name="connsiteX4" fmla="*/ 4011352 w 4011352"/>
                <a:gd name="connsiteY4" fmla="*/ 4769605 h 4769605"/>
                <a:gd name="connsiteX5" fmla="*/ 0 w 4011352"/>
                <a:gd name="connsiteY5" fmla="*/ 4769605 h 4769605"/>
                <a:gd name="connsiteX0" fmla="*/ 0 w 4011352"/>
                <a:gd name="connsiteY0" fmla="*/ 4785718 h 4785718"/>
                <a:gd name="connsiteX1" fmla="*/ 1535265 w 4011352"/>
                <a:gd name="connsiteY1" fmla="*/ 137037 h 4785718"/>
                <a:gd name="connsiteX2" fmla="*/ 2022359 w 4011352"/>
                <a:gd name="connsiteY2" fmla="*/ 4088 h 4785718"/>
                <a:gd name="connsiteX3" fmla="*/ 2476087 w 4011352"/>
                <a:gd name="connsiteY3" fmla="*/ 137037 h 4785718"/>
                <a:gd name="connsiteX4" fmla="*/ 4011352 w 4011352"/>
                <a:gd name="connsiteY4" fmla="*/ 4785718 h 4785718"/>
                <a:gd name="connsiteX5" fmla="*/ 0 w 4011352"/>
                <a:gd name="connsiteY5" fmla="*/ 4785718 h 4785718"/>
                <a:gd name="connsiteX0" fmla="*/ 0 w 4011352"/>
                <a:gd name="connsiteY0" fmla="*/ 4815214 h 4815214"/>
                <a:gd name="connsiteX1" fmla="*/ 917379 w 4011352"/>
                <a:gd name="connsiteY1" fmla="*/ 64063 h 4815214"/>
                <a:gd name="connsiteX2" fmla="*/ 2022359 w 4011352"/>
                <a:gd name="connsiteY2" fmla="*/ 33584 h 4815214"/>
                <a:gd name="connsiteX3" fmla="*/ 2476087 w 4011352"/>
                <a:gd name="connsiteY3" fmla="*/ 166533 h 4815214"/>
                <a:gd name="connsiteX4" fmla="*/ 4011352 w 4011352"/>
                <a:gd name="connsiteY4" fmla="*/ 4815214 h 4815214"/>
                <a:gd name="connsiteX5" fmla="*/ 0 w 4011352"/>
                <a:gd name="connsiteY5" fmla="*/ 4815214 h 4815214"/>
                <a:gd name="connsiteX0" fmla="*/ 0 w 4011352"/>
                <a:gd name="connsiteY0" fmla="*/ 4815214 h 4815214"/>
                <a:gd name="connsiteX1" fmla="*/ 917379 w 4011352"/>
                <a:gd name="connsiteY1" fmla="*/ 64063 h 4815214"/>
                <a:gd name="connsiteX2" fmla="*/ 2022359 w 4011352"/>
                <a:gd name="connsiteY2" fmla="*/ 33584 h 4815214"/>
                <a:gd name="connsiteX3" fmla="*/ 2476087 w 4011352"/>
                <a:gd name="connsiteY3" fmla="*/ 166533 h 4815214"/>
                <a:gd name="connsiteX4" fmla="*/ 4011352 w 4011352"/>
                <a:gd name="connsiteY4" fmla="*/ 4815214 h 4815214"/>
                <a:gd name="connsiteX5" fmla="*/ 0 w 4011352"/>
                <a:gd name="connsiteY5" fmla="*/ 4815214 h 4815214"/>
                <a:gd name="connsiteX0" fmla="*/ 0 w 4011352"/>
                <a:gd name="connsiteY0" fmla="*/ 4815214 h 4815214"/>
                <a:gd name="connsiteX1" fmla="*/ 917379 w 4011352"/>
                <a:gd name="connsiteY1" fmla="*/ 64063 h 4815214"/>
                <a:gd name="connsiteX2" fmla="*/ 2022359 w 4011352"/>
                <a:gd name="connsiteY2" fmla="*/ 33584 h 4815214"/>
                <a:gd name="connsiteX3" fmla="*/ 3113588 w 4011352"/>
                <a:gd name="connsiteY3" fmla="*/ 122617 h 4815214"/>
                <a:gd name="connsiteX4" fmla="*/ 4011352 w 4011352"/>
                <a:gd name="connsiteY4" fmla="*/ 4815214 h 4815214"/>
                <a:gd name="connsiteX5" fmla="*/ 0 w 4011352"/>
                <a:gd name="connsiteY5" fmla="*/ 4815214 h 4815214"/>
                <a:gd name="connsiteX0" fmla="*/ 0 w 4011352"/>
                <a:gd name="connsiteY0" fmla="*/ 4815214 h 4815214"/>
                <a:gd name="connsiteX1" fmla="*/ 917379 w 4011352"/>
                <a:gd name="connsiteY1" fmla="*/ 64063 h 4815214"/>
                <a:gd name="connsiteX2" fmla="*/ 2022359 w 4011352"/>
                <a:gd name="connsiteY2" fmla="*/ 33584 h 4815214"/>
                <a:gd name="connsiteX3" fmla="*/ 3113588 w 4011352"/>
                <a:gd name="connsiteY3" fmla="*/ 122617 h 4815214"/>
                <a:gd name="connsiteX4" fmla="*/ 4011352 w 4011352"/>
                <a:gd name="connsiteY4" fmla="*/ 4815214 h 4815214"/>
                <a:gd name="connsiteX5" fmla="*/ 0 w 4011352"/>
                <a:gd name="connsiteY5" fmla="*/ 4815214 h 4815214"/>
                <a:gd name="connsiteX0" fmla="*/ 0 w 4050583"/>
                <a:gd name="connsiteY0" fmla="*/ 4815214 h 4815214"/>
                <a:gd name="connsiteX1" fmla="*/ 917379 w 4050583"/>
                <a:gd name="connsiteY1" fmla="*/ 64063 h 4815214"/>
                <a:gd name="connsiteX2" fmla="*/ 2022359 w 4050583"/>
                <a:gd name="connsiteY2" fmla="*/ 33584 h 4815214"/>
                <a:gd name="connsiteX3" fmla="*/ 3113588 w 4050583"/>
                <a:gd name="connsiteY3" fmla="*/ 122617 h 4815214"/>
                <a:gd name="connsiteX4" fmla="*/ 4050583 w 4050583"/>
                <a:gd name="connsiteY4" fmla="*/ 4815214 h 4815214"/>
                <a:gd name="connsiteX5" fmla="*/ 0 w 4050583"/>
                <a:gd name="connsiteY5" fmla="*/ 4815214 h 4815214"/>
                <a:gd name="connsiteX0" fmla="*/ 0 w 4088724"/>
                <a:gd name="connsiteY0" fmla="*/ 4823308 h 4823308"/>
                <a:gd name="connsiteX1" fmla="*/ 955520 w 4088724"/>
                <a:gd name="connsiteY1" fmla="*/ 64063 h 4823308"/>
                <a:gd name="connsiteX2" fmla="*/ 2060500 w 4088724"/>
                <a:gd name="connsiteY2" fmla="*/ 33584 h 4823308"/>
                <a:gd name="connsiteX3" fmla="*/ 3151729 w 4088724"/>
                <a:gd name="connsiteY3" fmla="*/ 122617 h 4823308"/>
                <a:gd name="connsiteX4" fmla="*/ 4088724 w 4088724"/>
                <a:gd name="connsiteY4" fmla="*/ 4815214 h 4823308"/>
                <a:gd name="connsiteX5" fmla="*/ 0 w 4088724"/>
                <a:gd name="connsiteY5" fmla="*/ 4823308 h 4823308"/>
                <a:gd name="connsiteX0" fmla="*/ 0 w 4149750"/>
                <a:gd name="connsiteY0" fmla="*/ 4823308 h 4823308"/>
                <a:gd name="connsiteX1" fmla="*/ 955520 w 4149750"/>
                <a:gd name="connsiteY1" fmla="*/ 64063 h 4823308"/>
                <a:gd name="connsiteX2" fmla="*/ 2060500 w 4149750"/>
                <a:gd name="connsiteY2" fmla="*/ 33584 h 4823308"/>
                <a:gd name="connsiteX3" fmla="*/ 3151729 w 4149750"/>
                <a:gd name="connsiteY3" fmla="*/ 122617 h 4823308"/>
                <a:gd name="connsiteX4" fmla="*/ 4149750 w 4149750"/>
                <a:gd name="connsiteY4" fmla="*/ 4815214 h 4823308"/>
                <a:gd name="connsiteX5" fmla="*/ 0 w 4149750"/>
                <a:gd name="connsiteY5" fmla="*/ 4823308 h 4823308"/>
                <a:gd name="connsiteX0" fmla="*/ 0 w 4149750"/>
                <a:gd name="connsiteY0" fmla="*/ 4794817 h 4794817"/>
                <a:gd name="connsiteX1" fmla="*/ 764816 w 4149750"/>
                <a:gd name="connsiteY1" fmla="*/ 124604 h 4794817"/>
                <a:gd name="connsiteX2" fmla="*/ 2060500 w 4149750"/>
                <a:gd name="connsiteY2" fmla="*/ 5093 h 4794817"/>
                <a:gd name="connsiteX3" fmla="*/ 3151729 w 4149750"/>
                <a:gd name="connsiteY3" fmla="*/ 94126 h 4794817"/>
                <a:gd name="connsiteX4" fmla="*/ 4149750 w 4149750"/>
                <a:gd name="connsiteY4" fmla="*/ 4786723 h 4794817"/>
                <a:gd name="connsiteX5" fmla="*/ 0 w 4149750"/>
                <a:gd name="connsiteY5" fmla="*/ 4794817 h 4794817"/>
                <a:gd name="connsiteX0" fmla="*/ 0 w 4149750"/>
                <a:gd name="connsiteY0" fmla="*/ 4794817 h 4794817"/>
                <a:gd name="connsiteX1" fmla="*/ 764816 w 4149750"/>
                <a:gd name="connsiteY1" fmla="*/ 124604 h 4794817"/>
                <a:gd name="connsiteX2" fmla="*/ 2060500 w 4149750"/>
                <a:gd name="connsiteY2" fmla="*/ 5093 h 4794817"/>
                <a:gd name="connsiteX3" fmla="*/ 3426346 w 4149750"/>
                <a:gd name="connsiteY3" fmla="*/ 94127 h 4794817"/>
                <a:gd name="connsiteX4" fmla="*/ 4149750 w 4149750"/>
                <a:gd name="connsiteY4" fmla="*/ 4786723 h 4794817"/>
                <a:gd name="connsiteX5" fmla="*/ 0 w 4149750"/>
                <a:gd name="connsiteY5" fmla="*/ 4794817 h 4794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9750" h="4794817">
                  <a:moveTo>
                    <a:pt x="0" y="4794817"/>
                  </a:moveTo>
                  <a:cubicBezTo>
                    <a:pt x="362517" y="3300066"/>
                    <a:pt x="542429" y="1836209"/>
                    <a:pt x="764816" y="124604"/>
                  </a:cubicBezTo>
                  <a:cubicBezTo>
                    <a:pt x="894669" y="14158"/>
                    <a:pt x="1717287" y="-12831"/>
                    <a:pt x="2060500" y="5093"/>
                  </a:cubicBezTo>
                  <a:cubicBezTo>
                    <a:pt x="2305215" y="-8941"/>
                    <a:pt x="3285263" y="20636"/>
                    <a:pt x="3426346" y="94127"/>
                  </a:cubicBezTo>
                  <a:cubicBezTo>
                    <a:pt x="3556136" y="1435342"/>
                    <a:pt x="3680323" y="2738771"/>
                    <a:pt x="4149750" y="4786723"/>
                  </a:cubicBezTo>
                  <a:lnTo>
                    <a:pt x="0" y="479481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16" name="Oval 15">
              <a:extLst>
                <a:ext uri="{FF2B5EF4-FFF2-40B4-BE49-F238E27FC236}">
                  <a16:creationId xmlns:a16="http://schemas.microsoft.com/office/drawing/2014/main" id="{C23B22B7-9EC2-F26F-166E-465717685FAB}"/>
                </a:ext>
              </a:extLst>
            </p:cNvPr>
            <p:cNvSpPr/>
            <p:nvPr/>
          </p:nvSpPr>
          <p:spPr>
            <a:xfrm>
              <a:off x="2420112" y="2904966"/>
              <a:ext cx="2517648" cy="36732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17" name="Oval 16">
              <a:extLst>
                <a:ext uri="{FF2B5EF4-FFF2-40B4-BE49-F238E27FC236}">
                  <a16:creationId xmlns:a16="http://schemas.microsoft.com/office/drawing/2014/main" id="{8A4B2F16-5B65-0846-12B5-31CD8B7D77F6}"/>
                </a:ext>
              </a:extLst>
            </p:cNvPr>
            <p:cNvSpPr/>
            <p:nvPr/>
          </p:nvSpPr>
          <p:spPr>
            <a:xfrm>
              <a:off x="2979673" y="4902922"/>
              <a:ext cx="1381760" cy="198706"/>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18" name="Oval 17">
              <a:extLst>
                <a:ext uri="{FF2B5EF4-FFF2-40B4-BE49-F238E27FC236}">
                  <a16:creationId xmlns:a16="http://schemas.microsoft.com/office/drawing/2014/main" id="{5D149122-3C90-1D5E-DC40-232F4F9E5181}"/>
                </a:ext>
              </a:extLst>
            </p:cNvPr>
            <p:cNvSpPr/>
            <p:nvPr/>
          </p:nvSpPr>
          <p:spPr>
            <a:xfrm>
              <a:off x="3237702" y="6284751"/>
              <a:ext cx="885826" cy="36732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grpSp>
      <p:sp>
        <p:nvSpPr>
          <p:cNvPr id="4" name="Footer Placeholder 4">
            <a:extLst>
              <a:ext uri="{FF2B5EF4-FFF2-40B4-BE49-F238E27FC236}">
                <a16:creationId xmlns:a16="http://schemas.microsoft.com/office/drawing/2014/main" id="{E910D34B-F0AD-ADF5-B1DB-E25B54BA0597}"/>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
        <p:nvSpPr>
          <p:cNvPr id="3" name="TextBox 2">
            <a:extLst>
              <a:ext uri="{FF2B5EF4-FFF2-40B4-BE49-F238E27FC236}">
                <a16:creationId xmlns:a16="http://schemas.microsoft.com/office/drawing/2014/main" id="{CA8A4A7A-19B8-EA4F-D71A-7D366CA37BFA}"/>
              </a:ext>
            </a:extLst>
          </p:cNvPr>
          <p:cNvSpPr txBox="1"/>
          <p:nvPr/>
        </p:nvSpPr>
        <p:spPr>
          <a:xfrm>
            <a:off x="6229913" y="3599503"/>
            <a:ext cx="2300748" cy="425245"/>
          </a:xfrm>
          <a:prstGeom prst="rect">
            <a:avLst/>
          </a:prstGeom>
        </p:spPr>
        <p:txBody>
          <a:bodyPr vert="horz" wrap="square" lIns="0" tIns="0" rIns="0" bIns="0" rtlCol="0">
            <a:noAutofit/>
          </a:bodyPr>
          <a:lstStyle/>
          <a:p>
            <a:pPr algn="ctr" defTabSz="914400">
              <a:spcBef>
                <a:spcPts val="300"/>
              </a:spcBef>
              <a:spcAft>
                <a:spcPts val="300"/>
              </a:spcAft>
              <a:buClr>
                <a:schemeClr val="bg2"/>
              </a:buClr>
              <a:buSzPct val="110000"/>
            </a:pPr>
            <a:r>
              <a:rPr lang="en-IN" sz="1400" b="1" dirty="0"/>
              <a:t>Doctors with at least 1 Positive Alert</a:t>
            </a:r>
            <a:endParaRPr lang="en-IN" sz="1400" b="1" kern="1200" dirty="0">
              <a:solidFill>
                <a:schemeClr val="tx1"/>
              </a:solidFill>
              <a:latin typeface="+mj-lt"/>
              <a:ea typeface="+mn-ea"/>
              <a:cs typeface="Arial" panose="020B0604020202020204" pitchFamily="34" charset="0"/>
            </a:endParaRPr>
          </a:p>
        </p:txBody>
      </p:sp>
      <p:sp>
        <p:nvSpPr>
          <p:cNvPr id="12" name="TextBox 11">
            <a:extLst>
              <a:ext uri="{FF2B5EF4-FFF2-40B4-BE49-F238E27FC236}">
                <a16:creationId xmlns:a16="http://schemas.microsoft.com/office/drawing/2014/main" id="{DB778FBA-EE86-67DA-B7A1-6A633A9260BC}"/>
              </a:ext>
            </a:extLst>
          </p:cNvPr>
          <p:cNvSpPr txBox="1"/>
          <p:nvPr/>
        </p:nvSpPr>
        <p:spPr>
          <a:xfrm>
            <a:off x="6678169" y="4437070"/>
            <a:ext cx="1700327" cy="540774"/>
          </a:xfrm>
          <a:prstGeom prst="rect">
            <a:avLst/>
          </a:prstGeom>
        </p:spPr>
        <p:txBody>
          <a:bodyPr vert="horz" wrap="square" lIns="0" tIns="0" rIns="0" bIns="0" rtlCol="0">
            <a:noAutofit/>
          </a:bodyPr>
          <a:lstStyle/>
          <a:p>
            <a:pPr algn="ctr" defTabSz="914400">
              <a:spcBef>
                <a:spcPts val="300"/>
              </a:spcBef>
              <a:spcAft>
                <a:spcPts val="300"/>
              </a:spcAft>
              <a:buClr>
                <a:schemeClr val="bg2"/>
              </a:buClr>
              <a:buSzPct val="110000"/>
            </a:pPr>
            <a:r>
              <a:rPr lang="en-IN" sz="1400" b="1" dirty="0"/>
              <a:t>Doctors with Multiple Positive Alerts (≥2)</a:t>
            </a:r>
          </a:p>
          <a:p>
            <a:pPr marL="180000" indent="-180000" algn="ctr"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pPr>
            <a:endParaRPr lang="en-IN" sz="1400" b="1" kern="1200" dirty="0" err="1">
              <a:solidFill>
                <a:schemeClr val="tx1"/>
              </a:solidFill>
              <a:latin typeface="+mj-lt"/>
              <a:ea typeface="+mn-ea"/>
              <a:cs typeface="Arial" panose="020B0604020202020204" pitchFamily="34" charset="0"/>
            </a:endParaRPr>
          </a:p>
        </p:txBody>
      </p:sp>
      <p:sp>
        <p:nvSpPr>
          <p:cNvPr id="19" name="TextBox 18">
            <a:extLst>
              <a:ext uri="{FF2B5EF4-FFF2-40B4-BE49-F238E27FC236}">
                <a16:creationId xmlns:a16="http://schemas.microsoft.com/office/drawing/2014/main" id="{A13C008F-A932-13F1-3CFF-FE58501A1763}"/>
              </a:ext>
            </a:extLst>
          </p:cNvPr>
          <p:cNvSpPr txBox="1"/>
          <p:nvPr/>
        </p:nvSpPr>
        <p:spPr>
          <a:xfrm>
            <a:off x="6448100" y="5427109"/>
            <a:ext cx="2427914" cy="761304"/>
          </a:xfrm>
          <a:prstGeom prst="rect">
            <a:avLst/>
          </a:prstGeom>
        </p:spPr>
        <p:txBody>
          <a:bodyPr vert="horz" wrap="square" lIns="0" tIns="0" rIns="0" bIns="0" rtlCol="0">
            <a:noAutofit/>
          </a:bodyPr>
          <a:lstStyle/>
          <a:p>
            <a:pPr algn="ctr"/>
            <a:r>
              <a:rPr lang="en-IN" sz="1400" b="1" dirty="0"/>
              <a:t>Doctors with:</a:t>
            </a:r>
          </a:p>
          <a:p>
            <a:pPr algn="ctr"/>
            <a:r>
              <a:rPr lang="en-IN" sz="1400" b="1" dirty="0"/>
              <a:t>Multiple Positive Alerts (≥2) </a:t>
            </a:r>
          </a:p>
          <a:p>
            <a:pPr algn="ctr"/>
            <a:r>
              <a:rPr lang="en-IN" sz="1400" b="1" dirty="0"/>
              <a:t>AND 0 prescriptions within 30 days</a:t>
            </a:r>
          </a:p>
          <a:p>
            <a:pPr marL="180000" indent="-180000" algn="ctr"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pPr>
            <a:endParaRPr lang="en-IN" sz="1400" b="1" kern="1200" dirty="0" err="1">
              <a:solidFill>
                <a:schemeClr val="tx1"/>
              </a:solidFill>
              <a:latin typeface="+mj-lt"/>
              <a:ea typeface="+mn-ea"/>
              <a:cs typeface="Arial" panose="020B0604020202020204" pitchFamily="34" charset="0"/>
            </a:endParaRPr>
          </a:p>
        </p:txBody>
      </p:sp>
      <p:sp>
        <p:nvSpPr>
          <p:cNvPr id="20" name="TextBox 19">
            <a:extLst>
              <a:ext uri="{FF2B5EF4-FFF2-40B4-BE49-F238E27FC236}">
                <a16:creationId xmlns:a16="http://schemas.microsoft.com/office/drawing/2014/main" id="{40CBFB89-FF8C-67A8-CB8C-56D8A53690CD}"/>
              </a:ext>
            </a:extLst>
          </p:cNvPr>
          <p:cNvSpPr txBox="1"/>
          <p:nvPr/>
        </p:nvSpPr>
        <p:spPr>
          <a:xfrm>
            <a:off x="9212826" y="3500284"/>
            <a:ext cx="973393" cy="425245"/>
          </a:xfrm>
          <a:prstGeom prst="rect">
            <a:avLst/>
          </a:prstGeom>
        </p:spPr>
        <p:txBody>
          <a:bodyPr vert="horz" wrap="square" lIns="0" tIns="0" rIns="0" bIns="0" rtlCol="0">
            <a:noAutofit/>
          </a:bodyPr>
          <a:lstStyle/>
          <a:p>
            <a: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pPr>
            <a:r>
              <a:rPr lang="en-IN" sz="2400" b="1" kern="1200" dirty="0">
                <a:solidFill>
                  <a:schemeClr val="bg1"/>
                </a:solidFill>
                <a:latin typeface="+mj-lt"/>
                <a:ea typeface="+mn-ea"/>
                <a:cs typeface="Arial" panose="020B0604020202020204" pitchFamily="34" charset="0"/>
              </a:rPr>
              <a:t>214</a:t>
            </a:r>
          </a:p>
        </p:txBody>
      </p:sp>
      <p:sp>
        <p:nvSpPr>
          <p:cNvPr id="21" name="TextBox 20">
            <a:extLst>
              <a:ext uri="{FF2B5EF4-FFF2-40B4-BE49-F238E27FC236}">
                <a16:creationId xmlns:a16="http://schemas.microsoft.com/office/drawing/2014/main" id="{432893CB-FBBA-63C8-020E-86971E2445E1}"/>
              </a:ext>
            </a:extLst>
          </p:cNvPr>
          <p:cNvSpPr txBox="1"/>
          <p:nvPr/>
        </p:nvSpPr>
        <p:spPr>
          <a:xfrm>
            <a:off x="9389319" y="4581832"/>
            <a:ext cx="737419" cy="425245"/>
          </a:xfrm>
          <a:prstGeom prst="rect">
            <a:avLst/>
          </a:prstGeom>
        </p:spPr>
        <p:txBody>
          <a:bodyPr vert="horz" wrap="square" lIns="0" tIns="0" rIns="0" bIns="0" rtlCol="0">
            <a:noAutofit/>
          </a:bodyPr>
          <a:lstStyle/>
          <a:p>
            <a:pPr algn="l" defTabSz="914400" rtl="0" eaLnBrk="1" latinLnBrk="0" hangingPunct="1">
              <a:lnSpc>
                <a:spcPct val="100000"/>
              </a:lnSpc>
              <a:spcBef>
                <a:spcPts val="300"/>
              </a:spcBef>
              <a:spcAft>
                <a:spcPts val="300"/>
              </a:spcAft>
              <a:buClr>
                <a:schemeClr val="bg2"/>
              </a:buClr>
              <a:buSzPct val="110000"/>
            </a:pPr>
            <a:r>
              <a:rPr lang="en-IN" sz="2400" b="1" kern="1200" dirty="0">
                <a:solidFill>
                  <a:schemeClr val="bg1"/>
                </a:solidFill>
                <a:latin typeface="+mj-lt"/>
                <a:ea typeface="+mn-ea"/>
                <a:cs typeface="Arial" panose="020B0604020202020204" pitchFamily="34" charset="0"/>
              </a:rPr>
              <a:t>198</a:t>
            </a:r>
          </a:p>
        </p:txBody>
      </p:sp>
      <p:sp>
        <p:nvSpPr>
          <p:cNvPr id="22" name="TextBox 21">
            <a:extLst>
              <a:ext uri="{FF2B5EF4-FFF2-40B4-BE49-F238E27FC236}">
                <a16:creationId xmlns:a16="http://schemas.microsoft.com/office/drawing/2014/main" id="{6821543E-905C-7055-0CE2-1882FED9FF87}"/>
              </a:ext>
            </a:extLst>
          </p:cNvPr>
          <p:cNvSpPr txBox="1"/>
          <p:nvPr/>
        </p:nvSpPr>
        <p:spPr>
          <a:xfrm>
            <a:off x="9596284" y="5682199"/>
            <a:ext cx="563517" cy="400344"/>
          </a:xfrm>
          <a:prstGeom prst="rect">
            <a:avLst/>
          </a:prstGeom>
        </p:spPr>
        <p:txBody>
          <a:bodyPr vert="horz" wrap="square" lIns="0" tIns="0" rIns="0" bIns="0" rtlCol="0">
            <a:noAutofit/>
          </a:bodyPr>
          <a:lstStyle/>
          <a:p>
            <a:pPr algn="l" defTabSz="914400" rtl="0" eaLnBrk="1" latinLnBrk="0" hangingPunct="1">
              <a:lnSpc>
                <a:spcPct val="100000"/>
              </a:lnSpc>
              <a:spcBef>
                <a:spcPts val="300"/>
              </a:spcBef>
              <a:spcAft>
                <a:spcPts val="300"/>
              </a:spcAft>
              <a:buClr>
                <a:schemeClr val="bg2"/>
              </a:buClr>
              <a:buSzPct val="110000"/>
            </a:pPr>
            <a:r>
              <a:rPr lang="en-IN" sz="2400" b="1" kern="1200" dirty="0">
                <a:solidFill>
                  <a:schemeClr val="bg1"/>
                </a:solidFill>
                <a:latin typeface="+mj-lt"/>
                <a:ea typeface="+mn-ea"/>
                <a:cs typeface="Arial" panose="020B0604020202020204" pitchFamily="34" charset="0"/>
              </a:rPr>
              <a:t>68</a:t>
            </a:r>
          </a:p>
        </p:txBody>
      </p:sp>
      <p:cxnSp>
        <p:nvCxnSpPr>
          <p:cNvPr id="24" name="Straight Connector 23">
            <a:extLst>
              <a:ext uri="{FF2B5EF4-FFF2-40B4-BE49-F238E27FC236}">
                <a16:creationId xmlns:a16="http://schemas.microsoft.com/office/drawing/2014/main" id="{5AD52B36-C04E-F218-22D9-774319088EC7}"/>
              </a:ext>
            </a:extLst>
          </p:cNvPr>
          <p:cNvCxnSpPr/>
          <p:nvPr/>
        </p:nvCxnSpPr>
        <p:spPr>
          <a:xfrm>
            <a:off x="8057702" y="3812125"/>
            <a:ext cx="978143"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C646EBE-0748-30E8-09B2-59290664BEBA}"/>
              </a:ext>
            </a:extLst>
          </p:cNvPr>
          <p:cNvSpPr txBox="1"/>
          <p:nvPr/>
        </p:nvSpPr>
        <p:spPr>
          <a:xfrm>
            <a:off x="5683045" y="1068705"/>
            <a:ext cx="995124" cy="565886"/>
          </a:xfrm>
          <a:prstGeom prst="rect">
            <a:avLst/>
          </a:prstGeom>
        </p:spPr>
        <p:txBody>
          <a:bodyPr vert="horz" wrap="square" lIns="0" tIns="0" rIns="0" bIns="0" rtlCol="0">
            <a:noAutofit/>
          </a:bodyPr>
          <a:lstStyle/>
          <a:p>
            <a: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pPr>
            <a:endParaRPr lang="en-IN" sz="1600" kern="1200" dirty="0" err="1">
              <a:solidFill>
                <a:schemeClr val="tx1"/>
              </a:solidFill>
              <a:latin typeface="+mj-lt"/>
              <a:ea typeface="+mn-ea"/>
              <a:cs typeface="Arial" panose="020B0604020202020204" pitchFamily="34" charset="0"/>
            </a:endParaRPr>
          </a:p>
        </p:txBody>
      </p:sp>
      <p:cxnSp>
        <p:nvCxnSpPr>
          <p:cNvPr id="27" name="Straight Connector 26">
            <a:extLst>
              <a:ext uri="{FF2B5EF4-FFF2-40B4-BE49-F238E27FC236}">
                <a16:creationId xmlns:a16="http://schemas.microsoft.com/office/drawing/2014/main" id="{4CD8B650-B87C-BBFF-90A7-1298E6237DD3}"/>
              </a:ext>
            </a:extLst>
          </p:cNvPr>
          <p:cNvCxnSpPr/>
          <p:nvPr/>
        </p:nvCxnSpPr>
        <p:spPr>
          <a:xfrm>
            <a:off x="8308258" y="4847303"/>
            <a:ext cx="983226"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3B8136B-53D9-FBAF-B5F4-DBD248543CA7}"/>
              </a:ext>
            </a:extLst>
          </p:cNvPr>
          <p:cNvSpPr txBox="1"/>
          <p:nvPr/>
        </p:nvSpPr>
        <p:spPr>
          <a:xfrm>
            <a:off x="5981902" y="1068705"/>
            <a:ext cx="910511" cy="659636"/>
          </a:xfrm>
          <a:prstGeom prst="rect">
            <a:avLst/>
          </a:prstGeom>
        </p:spPr>
        <p:txBody>
          <a:bodyPr vert="horz" wrap="square" lIns="0" tIns="0" rIns="0" bIns="0" rtlCol="0">
            <a:noAutofit/>
          </a:bodyPr>
          <a:lstStyle/>
          <a:p>
            <a: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pPr>
            <a:endParaRPr lang="en-IN" sz="1600" kern="1200" dirty="0" err="1">
              <a:solidFill>
                <a:schemeClr val="tx1"/>
              </a:solidFill>
              <a:latin typeface="+mj-lt"/>
              <a:ea typeface="+mn-ea"/>
              <a:cs typeface="Arial" panose="020B0604020202020204" pitchFamily="34" charset="0"/>
            </a:endParaRPr>
          </a:p>
        </p:txBody>
      </p:sp>
      <p:cxnSp>
        <p:nvCxnSpPr>
          <p:cNvPr id="30" name="Straight Connector 29">
            <a:extLst>
              <a:ext uri="{FF2B5EF4-FFF2-40B4-BE49-F238E27FC236}">
                <a16:creationId xmlns:a16="http://schemas.microsoft.com/office/drawing/2014/main" id="{3D5367C5-B6FF-AA3A-CB95-6AAA947C094F}"/>
              </a:ext>
            </a:extLst>
          </p:cNvPr>
          <p:cNvCxnSpPr>
            <a:stCxn id="19" idx="3"/>
          </p:cNvCxnSpPr>
          <p:nvPr/>
        </p:nvCxnSpPr>
        <p:spPr>
          <a:xfrm>
            <a:off x="8876014" y="5807761"/>
            <a:ext cx="524279" cy="4243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8341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30716-B510-8004-C079-A9DD985918A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C83F4F-5150-B7D2-7DE4-BE30442A212C}"/>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b="1" i="0">
                <a:solidFill>
                  <a:srgbClr val="001E96"/>
                </a:solidFill>
                <a:latin typeface="Arial"/>
              </a:rPr>
              <a:t>Question 2: Which doctors see the need but don't act on it?</a:t>
            </a:r>
            <a:endParaRPr lang="en-IN"/>
          </a:p>
        </p:txBody>
      </p:sp>
      <p:sp>
        <p:nvSpPr>
          <p:cNvPr id="13" name="Slide Number Placeholder 12">
            <a:extLst>
              <a:ext uri="{FF2B5EF4-FFF2-40B4-BE49-F238E27FC236}">
                <a16:creationId xmlns:a16="http://schemas.microsoft.com/office/drawing/2014/main" id="{3AE80FDB-25E1-272F-A64B-30966D2655BD}"/>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11B2C2B-439E-457D-A75F-A794D509B660}" type="slidenum">
              <a:rPr kumimoji="0" lang="en-IN" sz="800" b="0" i="0" u="none" strike="noStrike" kern="1200" cap="none" spc="0" normalizeH="0" baseline="0" noProof="0" smtClean="0">
                <a:ln>
                  <a:noFill/>
                </a:ln>
                <a:solidFill>
                  <a:prstClr val="white">
                    <a:lumMod val="50000"/>
                  </a:prstClr>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IN" sz="800" b="0" i="0" u="none" strike="noStrike" kern="1200" cap="none" spc="0" normalizeH="0" baseline="0" noProof="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p:txBody>
      </p:sp>
      <p:sp>
        <p:nvSpPr>
          <p:cNvPr id="14" name="Rectangle 13">
            <a:extLst>
              <a:ext uri="{FF2B5EF4-FFF2-40B4-BE49-F238E27FC236}">
                <a16:creationId xmlns:a16="http://schemas.microsoft.com/office/drawing/2014/main" id="{F28BF3D1-032F-2B2A-D59B-5B21DD3EAE59}"/>
              </a:ext>
            </a:extLst>
          </p:cNvPr>
          <p:cNvSpPr/>
          <p:nvPr/>
        </p:nvSpPr>
        <p:spPr>
          <a:xfrm>
            <a:off x="757084" y="1313741"/>
            <a:ext cx="10638503" cy="3415575"/>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noAutofit/>
          </a:bodyPr>
          <a:lstStyle/>
          <a:p>
            <a:pPr marL="171450" indent="-171450">
              <a:buFont typeface="Arial" panose="020B0604020202020204" pitchFamily="34" charset="0"/>
              <a:buChar char="•"/>
            </a:pPr>
            <a:r>
              <a:rPr lang="en-IN" sz="1600" b="1" dirty="0">
                <a:solidFill>
                  <a:schemeClr val="tx1"/>
                </a:solidFill>
              </a:rPr>
              <a:t>214 doctors</a:t>
            </a:r>
            <a:r>
              <a:rPr lang="en-IN" sz="1600" dirty="0">
                <a:solidFill>
                  <a:schemeClr val="tx1"/>
                </a:solidFill>
              </a:rPr>
              <a:t> received at least one positive alert, indicating a potential treatment opportunity. </a:t>
            </a:r>
          </a:p>
          <a:p>
            <a:pPr marL="171450" indent="-171450">
              <a:buFont typeface="Arial" panose="020B0604020202020204" pitchFamily="34" charset="0"/>
              <a:buChar char="•"/>
            </a:pPr>
            <a:r>
              <a:rPr lang="en-IN" sz="1600" b="1" dirty="0">
                <a:solidFill>
                  <a:schemeClr val="tx1"/>
                </a:solidFill>
              </a:rPr>
              <a:t>198 doctors (92.5%)</a:t>
            </a:r>
            <a:r>
              <a:rPr lang="en-IN" sz="1600" dirty="0">
                <a:solidFill>
                  <a:schemeClr val="tx1"/>
                </a:solidFill>
              </a:rPr>
              <a:t> received multiple positive alerts, showing repeated evidence of patient need. </a:t>
            </a:r>
          </a:p>
          <a:p>
            <a:pPr marL="171450" indent="-171450">
              <a:buFont typeface="Arial" panose="020B0604020202020204" pitchFamily="34" charset="0"/>
              <a:buChar char="•"/>
            </a:pPr>
            <a:r>
              <a:rPr lang="en-IN" sz="1600" dirty="0">
                <a:solidFill>
                  <a:schemeClr val="tx1"/>
                </a:solidFill>
              </a:rPr>
              <a:t>Despite multiple positive alerts, </a:t>
            </a:r>
            <a:r>
              <a:rPr lang="en-IN" sz="1600" b="1" dirty="0">
                <a:solidFill>
                  <a:schemeClr val="tx1"/>
                </a:solidFill>
              </a:rPr>
              <a:t>68 doctors (34.3%)</a:t>
            </a:r>
            <a:r>
              <a:rPr lang="en-IN" sz="1600" dirty="0">
                <a:solidFill>
                  <a:schemeClr val="tx1"/>
                </a:solidFill>
              </a:rPr>
              <a:t> did not prescribe any drug within 30 days, representing a significant missed opportunity. </a:t>
            </a:r>
          </a:p>
          <a:p>
            <a:pPr marL="171450" indent="-171450">
              <a:buFont typeface="Arial" panose="020B0604020202020204" pitchFamily="34" charset="0"/>
              <a:buChar char="•"/>
            </a:pPr>
            <a:r>
              <a:rPr lang="en-IN" sz="1600" b="1" dirty="0">
                <a:solidFill>
                  <a:schemeClr val="tx1"/>
                </a:solidFill>
              </a:rPr>
              <a:t>HCP041, HCP011, and HCP021</a:t>
            </a:r>
            <a:r>
              <a:rPr lang="en-IN" sz="1600" dirty="0">
                <a:solidFill>
                  <a:schemeClr val="tx1"/>
                </a:solidFill>
              </a:rPr>
              <a:t> had the highest number of positive alerts but still showed no prescription activity, making them high-priority accounts for investigation. </a:t>
            </a:r>
          </a:p>
          <a:p>
            <a:pPr marL="171450" indent="-171450">
              <a:buFont typeface="Arial" panose="020B0604020202020204" pitchFamily="34" charset="0"/>
              <a:buChar char="•"/>
            </a:pPr>
            <a:r>
              <a:rPr lang="en-IN" sz="1600" dirty="0">
                <a:solidFill>
                  <a:schemeClr val="tx1"/>
                </a:solidFill>
              </a:rPr>
              <a:t>These doctors recognize potential treatment needs through alerts but are not translating them into prescribing </a:t>
            </a:r>
            <a:r>
              <a:rPr lang="en-IN" sz="1600" dirty="0" err="1">
                <a:solidFill>
                  <a:schemeClr val="tx1"/>
                </a:solidFill>
              </a:rPr>
              <a:t>behavior</a:t>
            </a:r>
            <a:r>
              <a:rPr lang="en-IN" sz="1600" dirty="0">
                <a:solidFill>
                  <a:schemeClr val="tx1"/>
                </a:solidFill>
              </a:rPr>
              <a:t>, suggesting barriers to action or engagement gaps. </a:t>
            </a:r>
          </a:p>
          <a:p>
            <a:endParaRPr lang="en-IN" sz="1600" dirty="0">
              <a:solidFill>
                <a:schemeClr val="tx1"/>
              </a:solidFill>
            </a:endParaRPr>
          </a:p>
          <a:p>
            <a:r>
              <a:rPr lang="en-IN" sz="1600" b="1" dirty="0">
                <a:solidFill>
                  <a:schemeClr val="tx1"/>
                </a:solidFill>
              </a:rPr>
              <a:t>Recommendation</a:t>
            </a:r>
          </a:p>
          <a:p>
            <a:pPr marL="171450" indent="-171450">
              <a:buFont typeface="Arial" panose="020B0604020202020204" pitchFamily="34" charset="0"/>
              <a:buChar char="•"/>
            </a:pPr>
            <a:r>
              <a:rPr lang="en-IN" sz="1600" dirty="0">
                <a:solidFill>
                  <a:schemeClr val="tx1"/>
                </a:solidFill>
              </a:rPr>
              <a:t>Prioritize the 68 non-prescribing doctors for follow-up and targeted interventions. </a:t>
            </a:r>
          </a:p>
          <a:p>
            <a:pPr marL="171450" indent="-171450">
              <a:buFont typeface="Arial" panose="020B0604020202020204" pitchFamily="34" charset="0"/>
              <a:buChar char="•"/>
            </a:pPr>
            <a:r>
              <a:rPr lang="en-IN" sz="1600" dirty="0">
                <a:solidFill>
                  <a:schemeClr val="tx1"/>
                </a:solidFill>
              </a:rPr>
              <a:t>Investigate reasons for non-conversion, especially among highly alerted HCPs such as </a:t>
            </a:r>
            <a:r>
              <a:rPr lang="en-IN" sz="1600" b="1" dirty="0">
                <a:solidFill>
                  <a:schemeClr val="tx1"/>
                </a:solidFill>
              </a:rPr>
              <a:t>HCP041, HCP011, and HCP021</a:t>
            </a:r>
            <a:r>
              <a:rPr lang="en-IN" sz="1600" dirty="0">
                <a:solidFill>
                  <a:schemeClr val="tx1"/>
                </a:solidFill>
              </a:rPr>
              <a:t>.</a:t>
            </a:r>
          </a:p>
          <a:p>
            <a:endParaRPr lang="en-IN" sz="1600" dirty="0">
              <a:solidFill>
                <a:schemeClr val="tx1"/>
              </a:solidFill>
            </a:endParaRPr>
          </a:p>
        </p:txBody>
      </p:sp>
      <p:sp>
        <p:nvSpPr>
          <p:cNvPr id="15" name="TextBox 14">
            <a:extLst>
              <a:ext uri="{FF2B5EF4-FFF2-40B4-BE49-F238E27FC236}">
                <a16:creationId xmlns:a16="http://schemas.microsoft.com/office/drawing/2014/main" id="{54462E6D-FD9B-3B7A-F9F8-0F5312536F76}"/>
              </a:ext>
            </a:extLst>
          </p:cNvPr>
          <p:cNvSpPr txBox="1"/>
          <p:nvPr/>
        </p:nvSpPr>
        <p:spPr>
          <a:xfrm>
            <a:off x="449062" y="2707289"/>
            <a:ext cx="5532840" cy="285844"/>
          </a:xfrm>
          <a:prstGeom prst="rect">
            <a:avLst/>
          </a:prstGeom>
          <a:noFill/>
        </p:spPr>
        <p:txBody>
          <a:bodyPr wrap="square" lIns="0" tIns="0" rIns="0" bIns="0" anchor="t">
            <a:noAutofit/>
          </a:bodyPr>
          <a:lstStyle/>
          <a:p>
            <a:pPr algn="l">
              <a:lnSpc>
                <a:spcPct val="90000"/>
              </a:lnSpc>
              <a:spcAft>
                <a:spcPts val="100"/>
              </a:spcAft>
            </a:pPr>
            <a:endParaRPr sz="1600" b="1" i="0" dirty="0">
              <a:solidFill>
                <a:srgbClr val="001E96"/>
              </a:solidFill>
              <a:latin typeface="Arial"/>
            </a:endParaRPr>
          </a:p>
        </p:txBody>
      </p:sp>
      <p:sp>
        <p:nvSpPr>
          <p:cNvPr id="4" name="Footer Placeholder 4">
            <a:extLst>
              <a:ext uri="{FF2B5EF4-FFF2-40B4-BE49-F238E27FC236}">
                <a16:creationId xmlns:a16="http://schemas.microsoft.com/office/drawing/2014/main" id="{2DD5B1BC-EA09-489F-8CD8-66031D433841}"/>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
        <p:nvSpPr>
          <p:cNvPr id="3" name="TextBox 2">
            <a:extLst>
              <a:ext uri="{FF2B5EF4-FFF2-40B4-BE49-F238E27FC236}">
                <a16:creationId xmlns:a16="http://schemas.microsoft.com/office/drawing/2014/main" id="{02601BBB-9186-3C58-42BE-66C9D145B1CC}"/>
              </a:ext>
            </a:extLst>
          </p:cNvPr>
          <p:cNvSpPr txBox="1"/>
          <p:nvPr/>
        </p:nvSpPr>
        <p:spPr>
          <a:xfrm>
            <a:off x="6229913" y="3599503"/>
            <a:ext cx="2300748" cy="425245"/>
          </a:xfrm>
          <a:prstGeom prst="rect">
            <a:avLst/>
          </a:prstGeom>
        </p:spPr>
        <p:txBody>
          <a:bodyPr vert="horz" wrap="square" lIns="0" tIns="0" rIns="0" bIns="0" rtlCol="0">
            <a:noAutofit/>
          </a:bodyPr>
          <a:lstStyle/>
          <a:p>
            <a:pPr algn="ctr" defTabSz="914400">
              <a:spcBef>
                <a:spcPts val="300"/>
              </a:spcBef>
              <a:spcAft>
                <a:spcPts val="300"/>
              </a:spcAft>
              <a:buClr>
                <a:schemeClr val="bg2"/>
              </a:buClr>
              <a:buSzPct val="110000"/>
            </a:pPr>
            <a:endParaRPr lang="en-IN" sz="1400" b="1" kern="1200" dirty="0">
              <a:solidFill>
                <a:schemeClr val="tx1"/>
              </a:solidFill>
              <a:latin typeface="+mj-lt"/>
              <a:ea typeface="+mn-ea"/>
              <a:cs typeface="Arial" panose="020B0604020202020204" pitchFamily="34" charset="0"/>
            </a:endParaRPr>
          </a:p>
        </p:txBody>
      </p:sp>
      <p:sp>
        <p:nvSpPr>
          <p:cNvPr id="20" name="TextBox 19">
            <a:extLst>
              <a:ext uri="{FF2B5EF4-FFF2-40B4-BE49-F238E27FC236}">
                <a16:creationId xmlns:a16="http://schemas.microsoft.com/office/drawing/2014/main" id="{F3BC731D-35EA-D933-29E2-F343FFFAF162}"/>
              </a:ext>
            </a:extLst>
          </p:cNvPr>
          <p:cNvSpPr txBox="1"/>
          <p:nvPr/>
        </p:nvSpPr>
        <p:spPr>
          <a:xfrm>
            <a:off x="9212826" y="3500284"/>
            <a:ext cx="973393" cy="425245"/>
          </a:xfrm>
          <a:prstGeom prst="rect">
            <a:avLst/>
          </a:prstGeom>
        </p:spPr>
        <p:txBody>
          <a:bodyPr vert="horz" wrap="square" lIns="0" tIns="0" rIns="0" bIns="0" rtlCol="0">
            <a:noAutofit/>
          </a:bodyPr>
          <a:lstStyle/>
          <a:p>
            <a: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pPr>
            <a:endParaRPr lang="en-IN" sz="2400" b="1" kern="1200" dirty="0">
              <a:solidFill>
                <a:schemeClr val="bg1"/>
              </a:solidFill>
              <a:latin typeface="+mj-lt"/>
              <a:ea typeface="+mn-ea"/>
              <a:cs typeface="Arial" panose="020B0604020202020204" pitchFamily="34" charset="0"/>
            </a:endParaRPr>
          </a:p>
        </p:txBody>
      </p:sp>
      <p:sp>
        <p:nvSpPr>
          <p:cNvPr id="22" name="TextBox 21">
            <a:extLst>
              <a:ext uri="{FF2B5EF4-FFF2-40B4-BE49-F238E27FC236}">
                <a16:creationId xmlns:a16="http://schemas.microsoft.com/office/drawing/2014/main" id="{5D7687DA-A244-89E7-4FAD-2F8A76DC636F}"/>
              </a:ext>
            </a:extLst>
          </p:cNvPr>
          <p:cNvSpPr txBox="1"/>
          <p:nvPr/>
        </p:nvSpPr>
        <p:spPr>
          <a:xfrm>
            <a:off x="9596284" y="5682199"/>
            <a:ext cx="563517" cy="400344"/>
          </a:xfrm>
          <a:prstGeom prst="rect">
            <a:avLst/>
          </a:prstGeom>
        </p:spPr>
        <p:txBody>
          <a:bodyPr vert="horz" wrap="square" lIns="0" tIns="0" rIns="0" bIns="0" rtlCol="0">
            <a:noAutofit/>
          </a:bodyPr>
          <a:lstStyle/>
          <a:p>
            <a:pPr algn="l" defTabSz="914400" rtl="0" eaLnBrk="1" latinLnBrk="0" hangingPunct="1">
              <a:lnSpc>
                <a:spcPct val="100000"/>
              </a:lnSpc>
              <a:spcBef>
                <a:spcPts val="300"/>
              </a:spcBef>
              <a:spcAft>
                <a:spcPts val="300"/>
              </a:spcAft>
              <a:buClr>
                <a:schemeClr val="bg2"/>
              </a:buClr>
              <a:buSzPct val="110000"/>
            </a:pPr>
            <a:r>
              <a:rPr lang="en-IN" sz="2400" b="1" kern="1200" dirty="0">
                <a:solidFill>
                  <a:schemeClr val="bg1"/>
                </a:solidFill>
                <a:latin typeface="+mj-lt"/>
                <a:ea typeface="+mn-ea"/>
                <a:cs typeface="Arial" panose="020B0604020202020204" pitchFamily="34" charset="0"/>
              </a:rPr>
              <a:t>68</a:t>
            </a:r>
          </a:p>
        </p:txBody>
      </p:sp>
      <p:sp>
        <p:nvSpPr>
          <p:cNvPr id="25" name="TextBox 24">
            <a:extLst>
              <a:ext uri="{FF2B5EF4-FFF2-40B4-BE49-F238E27FC236}">
                <a16:creationId xmlns:a16="http://schemas.microsoft.com/office/drawing/2014/main" id="{F9F2014B-CC39-EC00-7861-6CF7E2934820}"/>
              </a:ext>
            </a:extLst>
          </p:cNvPr>
          <p:cNvSpPr txBox="1"/>
          <p:nvPr/>
        </p:nvSpPr>
        <p:spPr>
          <a:xfrm>
            <a:off x="5683045" y="1068705"/>
            <a:ext cx="995124" cy="565886"/>
          </a:xfrm>
          <a:prstGeom prst="rect">
            <a:avLst/>
          </a:prstGeom>
        </p:spPr>
        <p:txBody>
          <a:bodyPr vert="horz" wrap="square" lIns="0" tIns="0" rIns="0" bIns="0" rtlCol="0">
            <a:noAutofit/>
          </a:bodyPr>
          <a:lstStyle/>
          <a:p>
            <a: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pPr>
            <a:endParaRPr lang="en-IN" sz="1600" kern="1200" dirty="0" err="1">
              <a:solidFill>
                <a:schemeClr val="tx1"/>
              </a:solidFill>
              <a:latin typeface="+mj-lt"/>
              <a:ea typeface="+mn-ea"/>
              <a:cs typeface="Arial" panose="020B0604020202020204" pitchFamily="34" charset="0"/>
            </a:endParaRPr>
          </a:p>
        </p:txBody>
      </p:sp>
      <p:sp>
        <p:nvSpPr>
          <p:cNvPr id="28" name="TextBox 27">
            <a:extLst>
              <a:ext uri="{FF2B5EF4-FFF2-40B4-BE49-F238E27FC236}">
                <a16:creationId xmlns:a16="http://schemas.microsoft.com/office/drawing/2014/main" id="{2F788C8F-8C28-CB50-9A5D-45B7F7952529}"/>
              </a:ext>
            </a:extLst>
          </p:cNvPr>
          <p:cNvSpPr txBox="1"/>
          <p:nvPr/>
        </p:nvSpPr>
        <p:spPr>
          <a:xfrm>
            <a:off x="5981902" y="1068705"/>
            <a:ext cx="910511" cy="659636"/>
          </a:xfrm>
          <a:prstGeom prst="rect">
            <a:avLst/>
          </a:prstGeom>
        </p:spPr>
        <p:txBody>
          <a:bodyPr vert="horz" wrap="square" lIns="0" tIns="0" rIns="0" bIns="0" rtlCol="0">
            <a:noAutofit/>
          </a:bodyPr>
          <a:lstStyle/>
          <a:p>
            <a: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pPr>
            <a:endParaRPr lang="en-IN" sz="1600" kern="1200" dirty="0" err="1">
              <a:solidFill>
                <a:schemeClr val="tx1"/>
              </a:solidFill>
              <a:latin typeface="+mj-lt"/>
              <a:ea typeface="+mn-ea"/>
              <a:cs typeface="Arial" panose="020B0604020202020204" pitchFamily="34" charset="0"/>
            </a:endParaRPr>
          </a:p>
        </p:txBody>
      </p:sp>
    </p:spTree>
    <p:extLst>
      <p:ext uri="{BB962C8B-B14F-4D97-AF65-F5344CB8AC3E}">
        <p14:creationId xmlns:p14="http://schemas.microsoft.com/office/powerpoint/2010/main" val="3797629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7B083-E1A3-D992-157D-AEE61461C16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12D2B3-840B-3336-7F0F-B4791C01EA47}"/>
              </a:ext>
            </a:extLst>
          </p:cNvPr>
          <p:cNvSpPr>
            <a:spLocks noGrp="1"/>
          </p:cNvSpPr>
          <p:nvPr>
            <p:ph type="title"/>
          </p:nvPr>
        </p:nvSpPr>
        <p:spPr>
          <a:xfrm>
            <a:off x="334963" y="409069"/>
            <a:ext cx="11520000" cy="659636"/>
          </a:xfrm>
        </p:spPr>
        <p:txBody>
          <a:bodyPr wrap="square" lIns="0" tIns="0" rIns="0" bIns="0" anchor="b">
            <a:normAutofit/>
          </a:bodyPr>
          <a:lstStyle/>
          <a:p>
            <a:pPr>
              <a:lnSpc>
                <a:spcPct val="90000"/>
              </a:lnSpc>
              <a:spcAft>
                <a:spcPts val="100"/>
              </a:spcAft>
            </a:pPr>
            <a:r>
              <a:rPr b="1" i="0" dirty="0">
                <a:solidFill>
                  <a:srgbClr val="001E96"/>
                </a:solidFill>
                <a:latin typeface="Arial"/>
              </a:rPr>
              <a:t>Question 3: Among our top doctors, how much business is going to competitors?</a:t>
            </a:r>
            <a:endParaRPr lang="en-IN" dirty="0"/>
          </a:p>
        </p:txBody>
      </p:sp>
      <p:sp>
        <p:nvSpPr>
          <p:cNvPr id="12" name="Footer Placeholder 4">
            <a:extLst>
              <a:ext uri="{FF2B5EF4-FFF2-40B4-BE49-F238E27FC236}">
                <a16:creationId xmlns:a16="http://schemas.microsoft.com/office/drawing/2014/main" id="{F632E77E-12BE-2709-1C18-75D10F00A9C4}"/>
              </a:ext>
            </a:extLst>
          </p:cNvPr>
          <p:cNvSpPr>
            <a:spLocks noGrp="1"/>
          </p:cNvSpPr>
          <p:nvPr>
            <p:ph type="ftr" sz="quarter" idx="3"/>
          </p:nvPr>
        </p:nvSpPr>
        <p:spPr>
          <a:xfrm>
            <a:off x="334963" y="6582750"/>
            <a:ext cx="1080000" cy="180000"/>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50000"/>
                  </a:prstClr>
                </a:solidFill>
                <a:effectLst/>
                <a:uLnTx/>
                <a:uFillTx/>
                <a:latin typeface="Arial" panose="020B0604020202020204" pitchFamily="34" charset="0"/>
                <a:ea typeface="+mn-ea"/>
                <a:cs typeface="Arial" panose="020B0604020202020204" pitchFamily="34" charset="0"/>
              </a:rPr>
              <a:t>© 2026 </a:t>
            </a:r>
            <a:r>
              <a:rPr kumimoji="0" lang="en-US" sz="800" b="0" i="0" u="none" strike="noStrike" kern="1200" cap="none" spc="0" normalizeH="0" baseline="0" noProof="0" err="1">
                <a:ln>
                  <a:noFill/>
                </a:ln>
                <a:solidFill>
                  <a:prstClr val="white">
                    <a:lumMod val="50000"/>
                  </a:prstClr>
                </a:solidFill>
                <a:effectLst/>
                <a:uLnTx/>
                <a:uFillTx/>
                <a:latin typeface="Arial" panose="020B0604020202020204" pitchFamily="34" charset="0"/>
                <a:ea typeface="+mn-ea"/>
                <a:cs typeface="Arial" panose="020B0604020202020204" pitchFamily="34" charset="0"/>
              </a:rPr>
              <a:t>ProcDNA</a:t>
            </a:r>
            <a:endParaRPr kumimoji="0" lang="en-US" sz="800" b="0" i="0" u="none" strike="noStrike" kern="1200" cap="none" spc="0" normalizeH="0" baseline="0" noProof="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p:txBody>
      </p:sp>
      <p:sp>
        <p:nvSpPr>
          <p:cNvPr id="13" name="Slide Number Placeholder 12">
            <a:extLst>
              <a:ext uri="{FF2B5EF4-FFF2-40B4-BE49-F238E27FC236}">
                <a16:creationId xmlns:a16="http://schemas.microsoft.com/office/drawing/2014/main" id="{FC812A62-E782-47AD-E349-E7A3F848C16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11B2C2B-439E-457D-A75F-A794D509B660}" type="slidenum">
              <a:rPr kumimoji="0" lang="en-IN" sz="800" b="0" i="0" u="none" strike="noStrike" kern="1200" cap="none" spc="0" normalizeH="0" baseline="0" noProof="0" smtClean="0">
                <a:ln>
                  <a:noFill/>
                </a:ln>
                <a:solidFill>
                  <a:prstClr val="white">
                    <a:lumMod val="50000"/>
                  </a:prstClr>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IN" sz="800" b="0" i="0" u="none" strike="noStrike" kern="1200" cap="none" spc="0" normalizeH="0" baseline="0" noProof="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p:txBody>
      </p:sp>
      <p:sp>
        <p:nvSpPr>
          <p:cNvPr id="14" name="Rectangle 13">
            <a:extLst>
              <a:ext uri="{FF2B5EF4-FFF2-40B4-BE49-F238E27FC236}">
                <a16:creationId xmlns:a16="http://schemas.microsoft.com/office/drawing/2014/main" id="{546144D3-55BF-711C-3924-610C60379E0D}"/>
              </a:ext>
            </a:extLst>
          </p:cNvPr>
          <p:cNvSpPr/>
          <p:nvPr/>
        </p:nvSpPr>
        <p:spPr>
          <a:xfrm>
            <a:off x="320040" y="1235086"/>
            <a:ext cx="11567160" cy="1683229"/>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noAutofit/>
          </a:bodyPr>
          <a:lstStyle/>
          <a:p>
            <a:pPr>
              <a:spcBef>
                <a:spcPts val="200"/>
              </a:spcBef>
              <a:spcAft>
                <a:spcPts val="200"/>
              </a:spcAft>
            </a:pPr>
            <a:r>
              <a:rPr lang="en-US" sz="1400" dirty="0">
                <a:solidFill>
                  <a:srgbClr val="000000"/>
                </a:solidFill>
                <a:latin typeface="Arial"/>
              </a:rPr>
              <a:t>Use</a:t>
            </a:r>
            <a:r>
              <a:rPr lang="en-US" sz="1400" b="0" i="0" dirty="0">
                <a:solidFill>
                  <a:srgbClr val="000000"/>
                </a:solidFill>
                <a:latin typeface="Arial"/>
              </a:rPr>
              <a:t> the </a:t>
            </a:r>
            <a:r>
              <a:rPr lang="en-US" sz="1400" b="1" i="0" dirty="0">
                <a:solidFill>
                  <a:srgbClr val="000000"/>
                </a:solidFill>
                <a:latin typeface="Arial"/>
              </a:rPr>
              <a:t>Top 10 doctors by total alert volume </a:t>
            </a:r>
            <a:r>
              <a:rPr lang="en-US" sz="1400" b="0" i="0" dirty="0">
                <a:solidFill>
                  <a:srgbClr val="000000"/>
                </a:solidFill>
                <a:latin typeface="Arial"/>
              </a:rPr>
              <a:t>from Question 1.</a:t>
            </a:r>
          </a:p>
          <a:p>
            <a:pPr>
              <a:spcBef>
                <a:spcPts val="200"/>
              </a:spcBef>
              <a:spcAft>
                <a:spcPts val="200"/>
              </a:spcAft>
            </a:pPr>
            <a:r>
              <a:rPr lang="en-US" sz="1400" b="0" i="0" dirty="0">
                <a:solidFill>
                  <a:srgbClr val="000000"/>
                </a:solidFill>
                <a:latin typeface="Arial"/>
              </a:rPr>
              <a:t>For these 10 doctors, calculate the share of total prescription volume contributed by:</a:t>
            </a:r>
          </a:p>
          <a:p>
            <a:pPr marL="742950" lvl="1" indent="-285750">
              <a:spcBef>
                <a:spcPts val="200"/>
              </a:spcBef>
              <a:spcAft>
                <a:spcPts val="200"/>
              </a:spcAft>
              <a:buClr>
                <a:schemeClr val="bg2"/>
              </a:buClr>
              <a:buFont typeface="Wingdings" panose="05000000000000000000" pitchFamily="2" charset="2"/>
              <a:buChar char="§"/>
            </a:pPr>
            <a:r>
              <a:rPr lang="en-US" sz="1400" b="1" i="0" dirty="0">
                <a:solidFill>
                  <a:srgbClr val="000000"/>
                </a:solidFill>
                <a:latin typeface="Arial"/>
              </a:rPr>
              <a:t>Our Drug (DRG001)</a:t>
            </a:r>
          </a:p>
          <a:p>
            <a:pPr marL="742950" lvl="1" indent="-285750">
              <a:spcBef>
                <a:spcPts val="200"/>
              </a:spcBef>
              <a:spcAft>
                <a:spcPts val="200"/>
              </a:spcAft>
              <a:buClr>
                <a:schemeClr val="bg2"/>
              </a:buClr>
              <a:buFont typeface="Wingdings" panose="05000000000000000000" pitchFamily="2" charset="2"/>
              <a:buChar char="§"/>
            </a:pPr>
            <a:r>
              <a:rPr lang="en-US" sz="1400" b="1" i="0" dirty="0">
                <a:solidFill>
                  <a:srgbClr val="000000"/>
                </a:solidFill>
                <a:latin typeface="Arial"/>
              </a:rPr>
              <a:t>Competitor Drugs (all other drugs)</a:t>
            </a:r>
          </a:p>
          <a:p>
            <a:pPr>
              <a:spcBef>
                <a:spcPts val="200"/>
              </a:spcBef>
              <a:spcAft>
                <a:spcPts val="200"/>
              </a:spcAft>
            </a:pPr>
            <a:r>
              <a:rPr lang="en-US" sz="1400" b="0" i="0" dirty="0">
                <a:solidFill>
                  <a:srgbClr val="000000"/>
                </a:solidFill>
                <a:latin typeface="Arial"/>
              </a:rPr>
              <a:t>Next, identify which competitor drug accounts for the highest prescription volume and is capturing the largest share among your highest-alerting doctors.</a:t>
            </a:r>
            <a:endParaRPr sz="1400" b="0" i="0" dirty="0">
              <a:solidFill>
                <a:srgbClr val="000000"/>
              </a:solidFill>
              <a:latin typeface="Arial"/>
            </a:endParaRPr>
          </a:p>
        </p:txBody>
      </p:sp>
      <p:sp>
        <p:nvSpPr>
          <p:cNvPr id="15" name="TextBox 14">
            <a:extLst>
              <a:ext uri="{FF2B5EF4-FFF2-40B4-BE49-F238E27FC236}">
                <a16:creationId xmlns:a16="http://schemas.microsoft.com/office/drawing/2014/main" id="{7B3213CE-281F-3236-CE65-FB7F322C80FC}"/>
              </a:ext>
            </a:extLst>
          </p:cNvPr>
          <p:cNvSpPr txBox="1"/>
          <p:nvPr/>
        </p:nvSpPr>
        <p:spPr>
          <a:xfrm>
            <a:off x="664313" y="2953806"/>
            <a:ext cx="4809015" cy="261779"/>
          </a:xfrm>
          <a:prstGeom prst="rect">
            <a:avLst/>
          </a:prstGeom>
          <a:noFill/>
        </p:spPr>
        <p:txBody>
          <a:bodyPr wrap="square" lIns="0" tIns="0" rIns="0" bIns="0" anchor="t">
            <a:noAutofit/>
          </a:bodyPr>
          <a:lstStyle/>
          <a:p>
            <a:pPr algn="ctr">
              <a:lnSpc>
                <a:spcPct val="90000"/>
              </a:lnSpc>
              <a:spcAft>
                <a:spcPts val="100"/>
              </a:spcAft>
            </a:pPr>
            <a:r>
              <a:rPr lang="en-US" sz="1600" b="1" i="0" dirty="0">
                <a:solidFill>
                  <a:srgbClr val="001E96"/>
                </a:solidFill>
                <a:latin typeface="Arial"/>
              </a:rPr>
              <a:t>Prescription mix for </a:t>
            </a:r>
            <a:r>
              <a:rPr lang="en-US" sz="1600" b="1" dirty="0">
                <a:solidFill>
                  <a:srgbClr val="001E96"/>
                </a:solidFill>
              </a:rPr>
              <a:t>Top 10 </a:t>
            </a:r>
            <a:r>
              <a:rPr lang="en-US" sz="1600" b="1" i="0" dirty="0">
                <a:solidFill>
                  <a:srgbClr val="001E96"/>
                </a:solidFill>
                <a:latin typeface="Arial"/>
              </a:rPr>
              <a:t>alert-volume HCPs</a:t>
            </a:r>
          </a:p>
        </p:txBody>
      </p:sp>
      <p:sp>
        <p:nvSpPr>
          <p:cNvPr id="93" name="TextBox 92">
            <a:extLst>
              <a:ext uri="{FF2B5EF4-FFF2-40B4-BE49-F238E27FC236}">
                <a16:creationId xmlns:a16="http://schemas.microsoft.com/office/drawing/2014/main" id="{90E61104-E0D7-3E87-87F5-EC7A75EF603A}"/>
              </a:ext>
            </a:extLst>
          </p:cNvPr>
          <p:cNvSpPr txBox="1"/>
          <p:nvPr/>
        </p:nvSpPr>
        <p:spPr>
          <a:xfrm>
            <a:off x="6616380" y="2953806"/>
            <a:ext cx="5416497" cy="546946"/>
          </a:xfrm>
          <a:prstGeom prst="rect">
            <a:avLst/>
          </a:prstGeom>
          <a:noFill/>
        </p:spPr>
        <p:txBody>
          <a:bodyPr wrap="square" lIns="0" tIns="0" rIns="0" bIns="0" anchor="t">
            <a:noAutofit/>
          </a:bodyPr>
          <a:lstStyle/>
          <a:p>
            <a:pPr algn="ctr">
              <a:lnSpc>
                <a:spcPct val="90000"/>
              </a:lnSpc>
              <a:spcAft>
                <a:spcPts val="100"/>
              </a:spcAft>
            </a:pPr>
            <a:r>
              <a:rPr lang="en-US" sz="1600" b="1" dirty="0">
                <a:solidFill>
                  <a:srgbClr val="001E96"/>
                </a:solidFill>
                <a:latin typeface="Arial"/>
              </a:rPr>
              <a:t>Most prescribed</a:t>
            </a:r>
            <a:r>
              <a:rPr sz="1600" b="1" i="0" dirty="0">
                <a:solidFill>
                  <a:srgbClr val="001E96"/>
                </a:solidFill>
                <a:latin typeface="Arial"/>
              </a:rPr>
              <a:t> competitor drug among these HCPs</a:t>
            </a:r>
          </a:p>
        </p:txBody>
      </p:sp>
      <p:graphicFrame>
        <p:nvGraphicFramePr>
          <p:cNvPr id="2" name="Table 1">
            <a:extLst>
              <a:ext uri="{FF2B5EF4-FFF2-40B4-BE49-F238E27FC236}">
                <a16:creationId xmlns:a16="http://schemas.microsoft.com/office/drawing/2014/main" id="{8070C739-3FAB-DBE8-B4C6-2B422CEE2A8F}"/>
              </a:ext>
            </a:extLst>
          </p:cNvPr>
          <p:cNvGraphicFramePr>
            <a:graphicFrameLocks noGrp="1"/>
          </p:cNvGraphicFramePr>
          <p:nvPr>
            <p:extLst>
              <p:ext uri="{D42A27DB-BD31-4B8C-83A1-F6EECF244321}">
                <p14:modId xmlns:p14="http://schemas.microsoft.com/office/powerpoint/2010/main" val="82073170"/>
              </p:ext>
            </p:extLst>
          </p:nvPr>
        </p:nvGraphicFramePr>
        <p:xfrm>
          <a:off x="6592824" y="3309577"/>
          <a:ext cx="5440053" cy="910884"/>
        </p:xfrm>
        <a:graphic>
          <a:graphicData uri="http://schemas.openxmlformats.org/drawingml/2006/table">
            <a:tbl>
              <a:tblPr firstRow="1" bandRow="1"/>
              <a:tblGrid>
                <a:gridCol w="1813351">
                  <a:extLst>
                    <a:ext uri="{9D8B030D-6E8A-4147-A177-3AD203B41FA5}">
                      <a16:colId xmlns:a16="http://schemas.microsoft.com/office/drawing/2014/main" val="2697255749"/>
                    </a:ext>
                  </a:extLst>
                </a:gridCol>
                <a:gridCol w="1813351">
                  <a:extLst>
                    <a:ext uri="{9D8B030D-6E8A-4147-A177-3AD203B41FA5}">
                      <a16:colId xmlns:a16="http://schemas.microsoft.com/office/drawing/2014/main" val="2710231654"/>
                    </a:ext>
                  </a:extLst>
                </a:gridCol>
                <a:gridCol w="1813351">
                  <a:extLst>
                    <a:ext uri="{9D8B030D-6E8A-4147-A177-3AD203B41FA5}">
                      <a16:colId xmlns:a16="http://schemas.microsoft.com/office/drawing/2014/main" val="968289227"/>
                    </a:ext>
                  </a:extLst>
                </a:gridCol>
              </a:tblGrid>
              <a:tr h="457513">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dirty="0">
                          <a:solidFill>
                            <a:schemeClr val="bg1"/>
                          </a:solidFill>
                          <a:effectLst/>
                          <a:latin typeface="+mj-lt"/>
                          <a:cs typeface="Arial" panose="020B0604020202020204" pitchFamily="34" charset="0"/>
                        </a:rPr>
                        <a:t>Competitor Drug Name</a:t>
                      </a:r>
                    </a:p>
                  </a:txBody>
                  <a:tcPr marL="9525" marR="9525"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dirty="0" err="1">
                          <a:solidFill>
                            <a:schemeClr val="bg1"/>
                          </a:solidFill>
                          <a:effectLst/>
                          <a:latin typeface="+mj-lt"/>
                          <a:cs typeface="Arial" panose="020B0604020202020204" pitchFamily="34" charset="0"/>
                        </a:rPr>
                        <a:t>Drug_ID</a:t>
                      </a:r>
                      <a:endParaRPr lang="en-US" sz="1400" b="1" i="0" u="none" strike="noStrike" dirty="0">
                        <a:solidFill>
                          <a:schemeClr val="bg1"/>
                        </a:solidFill>
                        <a:effectLst/>
                        <a:latin typeface="+mj-lt"/>
                        <a:cs typeface="Arial" panose="020B0604020202020204" pitchFamily="34" charset="0"/>
                      </a:endParaRPr>
                    </a:p>
                  </a:txBody>
                  <a:tcPr marL="9525" marR="9525"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dirty="0">
                          <a:solidFill>
                            <a:schemeClr val="bg1"/>
                          </a:solidFill>
                          <a:effectLst/>
                          <a:latin typeface="+mj-lt"/>
                          <a:cs typeface="Arial" panose="020B0604020202020204" pitchFamily="34" charset="0"/>
                        </a:rPr>
                        <a:t>Total Prescription Volume</a:t>
                      </a:r>
                    </a:p>
                  </a:txBody>
                  <a:tcPr marL="9525" marR="9525"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1942547862"/>
                  </a:ext>
                </a:extLst>
              </a:tr>
              <a:tr h="453371">
                <a:tc>
                  <a:txBody>
                    <a:bodyPr/>
                    <a:lstStyle/>
                    <a:p>
                      <a:pPr algn="ctr" fontAlgn="b">
                        <a:buNone/>
                      </a:pPr>
                      <a:r>
                        <a:rPr lang="en-IN" sz="1400" b="0" i="0" u="none" strike="noStrike" dirty="0" err="1">
                          <a:solidFill>
                            <a:srgbClr val="000000"/>
                          </a:solidFill>
                          <a:effectLst/>
                          <a:latin typeface="+mj-lt"/>
                        </a:rPr>
                        <a:t>Rivalex</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DRG002</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1470</a:t>
                      </a: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8382137"/>
                  </a:ext>
                </a:extLst>
              </a:tr>
            </a:tbl>
          </a:graphicData>
        </a:graphic>
      </p:graphicFrame>
      <p:graphicFrame>
        <p:nvGraphicFramePr>
          <p:cNvPr id="3" name="Content Placeholder 9">
            <a:extLst>
              <a:ext uri="{FF2B5EF4-FFF2-40B4-BE49-F238E27FC236}">
                <a16:creationId xmlns:a16="http://schemas.microsoft.com/office/drawing/2014/main" id="{BAA0DD56-0CC9-F1B9-F327-81D1FEC58DF2}"/>
              </a:ext>
            </a:extLst>
          </p:cNvPr>
          <p:cNvGraphicFramePr>
            <a:graphicFrameLocks/>
          </p:cNvGraphicFramePr>
          <p:nvPr>
            <p:extLst>
              <p:ext uri="{D42A27DB-BD31-4B8C-83A1-F6EECF244321}">
                <p14:modId xmlns:p14="http://schemas.microsoft.com/office/powerpoint/2010/main" val="2260196115"/>
              </p:ext>
            </p:extLst>
          </p:nvPr>
        </p:nvGraphicFramePr>
        <p:xfrm>
          <a:off x="428644" y="3309577"/>
          <a:ext cx="5280353" cy="3323510"/>
        </p:xfrm>
        <a:graphic>
          <a:graphicData uri="http://schemas.openxmlformats.org/drawingml/2006/table">
            <a:tbl>
              <a:tblPr firstRow="1" bandRow="1"/>
              <a:tblGrid>
                <a:gridCol w="984473">
                  <a:extLst>
                    <a:ext uri="{9D8B030D-6E8A-4147-A177-3AD203B41FA5}">
                      <a16:colId xmlns:a16="http://schemas.microsoft.com/office/drawing/2014/main" val="20000"/>
                    </a:ext>
                  </a:extLst>
                </a:gridCol>
                <a:gridCol w="1073970">
                  <a:extLst>
                    <a:ext uri="{9D8B030D-6E8A-4147-A177-3AD203B41FA5}">
                      <a16:colId xmlns:a16="http://schemas.microsoft.com/office/drawing/2014/main" val="3867749177"/>
                    </a:ext>
                  </a:extLst>
                </a:gridCol>
                <a:gridCol w="1073970">
                  <a:extLst>
                    <a:ext uri="{9D8B030D-6E8A-4147-A177-3AD203B41FA5}">
                      <a16:colId xmlns:a16="http://schemas.microsoft.com/office/drawing/2014/main" val="915976798"/>
                    </a:ext>
                  </a:extLst>
                </a:gridCol>
                <a:gridCol w="1073970">
                  <a:extLst>
                    <a:ext uri="{9D8B030D-6E8A-4147-A177-3AD203B41FA5}">
                      <a16:colId xmlns:a16="http://schemas.microsoft.com/office/drawing/2014/main" val="20002"/>
                    </a:ext>
                  </a:extLst>
                </a:gridCol>
                <a:gridCol w="1073970">
                  <a:extLst>
                    <a:ext uri="{9D8B030D-6E8A-4147-A177-3AD203B41FA5}">
                      <a16:colId xmlns:a16="http://schemas.microsoft.com/office/drawing/2014/main" val="1920930531"/>
                    </a:ext>
                  </a:extLst>
                </a:gridCol>
              </a:tblGrid>
              <a:tr h="529079">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dirty="0">
                          <a:solidFill>
                            <a:schemeClr val="bg1"/>
                          </a:solidFill>
                          <a:effectLst/>
                          <a:latin typeface="+mj-lt"/>
                          <a:cs typeface="Arial"/>
                        </a:rPr>
                        <a:t>Alert Rank</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dirty="0">
                          <a:solidFill>
                            <a:schemeClr val="bg1"/>
                          </a:solidFill>
                          <a:effectLst/>
                          <a:latin typeface="+mj-lt"/>
                          <a:cs typeface="Arial"/>
                        </a:rPr>
                        <a:t>HCP_ID</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dirty="0">
                          <a:solidFill>
                            <a:schemeClr val="bg1"/>
                          </a:solidFill>
                          <a:effectLst/>
                          <a:latin typeface="+mj-lt"/>
                          <a:cs typeface="Arial"/>
                        </a:rPr>
                        <a:t>Total Prescription Volume</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dirty="0">
                          <a:solidFill>
                            <a:schemeClr val="bg1"/>
                          </a:solidFill>
                          <a:effectLst/>
                          <a:latin typeface="+mj-lt"/>
                          <a:cs typeface="Arial"/>
                        </a:rPr>
                        <a:t>% </a:t>
                      </a:r>
                    </a:p>
                    <a:p>
                      <a:pPr algn="ctr" fontAlgn="b"/>
                      <a:r>
                        <a:rPr lang="en-US" sz="1400" b="1" i="0" u="none" strike="noStrike" dirty="0">
                          <a:solidFill>
                            <a:schemeClr val="bg1"/>
                          </a:solidFill>
                          <a:effectLst/>
                          <a:latin typeface="+mj-lt"/>
                          <a:cs typeface="Arial"/>
                        </a:rPr>
                        <a:t>Our Drug Share</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dirty="0">
                          <a:solidFill>
                            <a:schemeClr val="bg1"/>
                          </a:solidFill>
                          <a:effectLst/>
                          <a:latin typeface="+mj-lt"/>
                          <a:cs typeface="Arial"/>
                        </a:rPr>
                        <a:t>% Competitor  Share</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10000"/>
                  </a:ext>
                </a:extLst>
              </a:tr>
              <a:tr h="268343">
                <a:tc>
                  <a:txBody>
                    <a:bodyPr/>
                    <a:lstStyle/>
                    <a:p>
                      <a:pPr algn="ctr" fontAlgn="b">
                        <a:buNone/>
                      </a:pPr>
                      <a:r>
                        <a:rPr lang="en-IN" sz="1400" b="0" i="0" u="none" strike="noStrike" dirty="0">
                          <a:solidFill>
                            <a:srgbClr val="000000"/>
                          </a:solidFill>
                          <a:effectLst/>
                          <a:latin typeface="+mj-lt"/>
                        </a:rPr>
                        <a:t>1</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HCP041</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0.00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0.00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221046"/>
                  </a:ext>
                </a:extLst>
              </a:tr>
              <a:tr h="268343">
                <a:tc>
                  <a:txBody>
                    <a:bodyPr/>
                    <a:lstStyle/>
                    <a:p>
                      <a:pPr algn="ctr" fontAlgn="b">
                        <a:buNone/>
                      </a:pPr>
                      <a:r>
                        <a:rPr lang="en-IN" sz="1400" b="0" i="0" u="none" strike="noStrike" dirty="0">
                          <a:solidFill>
                            <a:srgbClr val="000000"/>
                          </a:solidFill>
                          <a:effectLst/>
                          <a:latin typeface="+mj-lt"/>
                        </a:rPr>
                        <a:t>2</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kern="1200" dirty="0">
                          <a:solidFill>
                            <a:srgbClr val="000000"/>
                          </a:solidFill>
                          <a:effectLst/>
                          <a:latin typeface="+mn-lt"/>
                          <a:ea typeface="+mn-ea"/>
                          <a:cs typeface="+mn-cs"/>
                        </a:rPr>
                        <a:t>HCP011</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0.00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0.00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2284290"/>
                  </a:ext>
                </a:extLst>
              </a:tr>
              <a:tr h="268343">
                <a:tc>
                  <a:txBody>
                    <a:bodyPr/>
                    <a:lstStyle/>
                    <a:p>
                      <a:pPr algn="ctr" fontAlgn="b">
                        <a:buNone/>
                      </a:pPr>
                      <a:r>
                        <a:rPr lang="en-IN" sz="1400" b="0" i="0" u="none" strike="noStrike" dirty="0">
                          <a:solidFill>
                            <a:srgbClr val="000000"/>
                          </a:solidFill>
                          <a:effectLst/>
                          <a:latin typeface="+mj-lt"/>
                        </a:rPr>
                        <a:t>3</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HCP019</a:t>
                      </a:r>
                      <a:endParaRPr lang="en-US" sz="1400" dirty="0">
                        <a:solidFill>
                          <a:schemeClr val="tx1"/>
                        </a:solidFill>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2272.0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59.11</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40.89</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6964857"/>
                  </a:ext>
                </a:extLst>
              </a:tr>
              <a:tr h="268343">
                <a:tc>
                  <a:txBody>
                    <a:bodyPr/>
                    <a:lstStyle/>
                    <a:p>
                      <a:pPr algn="ctr" fontAlgn="b">
                        <a:buNone/>
                      </a:pPr>
                      <a:r>
                        <a:rPr lang="en-IN" sz="1400" b="0" i="0" u="none" strike="noStrike" dirty="0">
                          <a:solidFill>
                            <a:srgbClr val="000000"/>
                          </a:solidFill>
                          <a:effectLst/>
                          <a:latin typeface="+mj-lt"/>
                        </a:rPr>
                        <a:t>4</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HCP020</a:t>
                      </a:r>
                      <a:endParaRPr lang="en-US" sz="1400" dirty="0">
                        <a:solidFill>
                          <a:schemeClr val="tx1"/>
                        </a:solidFill>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570.0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25.44</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74.56</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3139912"/>
                  </a:ext>
                </a:extLst>
              </a:tr>
              <a:tr h="268343">
                <a:tc>
                  <a:txBody>
                    <a:bodyPr/>
                    <a:lstStyle/>
                    <a:p>
                      <a:pPr algn="ctr" fontAlgn="b">
                        <a:buNone/>
                      </a:pPr>
                      <a:r>
                        <a:rPr lang="en-IN" sz="1400" b="0" i="0" u="none" strike="noStrike" dirty="0">
                          <a:solidFill>
                            <a:srgbClr val="000000"/>
                          </a:solidFill>
                          <a:effectLst/>
                          <a:latin typeface="+mj-lt"/>
                        </a:rPr>
                        <a:t>5</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mn-lt"/>
                          <a:ea typeface="+mn-ea"/>
                          <a:cs typeface="+mn-cs"/>
                        </a:rPr>
                        <a:t>HCP032</a:t>
                      </a:r>
                      <a:endParaRPr lang="en-US" sz="1400" dirty="0">
                        <a:solidFill>
                          <a:schemeClr val="tx1"/>
                        </a:solidFill>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2075.0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59.13</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40.87</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68343">
                <a:tc>
                  <a:txBody>
                    <a:bodyPr/>
                    <a:lstStyle/>
                    <a:p>
                      <a:pPr algn="ctr" fontAlgn="b">
                        <a:buNone/>
                      </a:pPr>
                      <a:r>
                        <a:rPr lang="en-IN" sz="1400" b="0" i="0" u="none" strike="noStrike" dirty="0">
                          <a:solidFill>
                            <a:srgbClr val="000000"/>
                          </a:solidFill>
                          <a:effectLst/>
                          <a:latin typeface="+mj-lt"/>
                        </a:rPr>
                        <a:t>6</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kern="1200" dirty="0">
                          <a:solidFill>
                            <a:srgbClr val="000000"/>
                          </a:solidFill>
                          <a:effectLst/>
                          <a:latin typeface="+mn-lt"/>
                          <a:ea typeface="+mn-ea"/>
                          <a:cs typeface="+mn-cs"/>
                        </a:rPr>
                        <a:t>HCP021</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0.00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0.00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6670861"/>
                  </a:ext>
                </a:extLst>
              </a:tr>
              <a:tr h="268343">
                <a:tc>
                  <a:txBody>
                    <a:bodyPr/>
                    <a:lstStyle/>
                    <a:p>
                      <a:pPr algn="ctr" fontAlgn="b">
                        <a:buNone/>
                      </a:pPr>
                      <a:r>
                        <a:rPr lang="en-IN" sz="1400" b="0" i="0" u="none" strike="noStrike" dirty="0">
                          <a:solidFill>
                            <a:srgbClr val="000000"/>
                          </a:solidFill>
                          <a:effectLst/>
                          <a:latin typeface="+mj-lt"/>
                        </a:rPr>
                        <a:t>7</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kern="1200" dirty="0">
                          <a:solidFill>
                            <a:srgbClr val="000000"/>
                          </a:solidFill>
                          <a:effectLst/>
                          <a:latin typeface="+mn-lt"/>
                          <a:ea typeface="+mn-ea"/>
                          <a:cs typeface="+mn-cs"/>
                        </a:rPr>
                        <a:t>HCP014</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944.0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71.08</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28.92</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4797265"/>
                  </a:ext>
                </a:extLst>
              </a:tr>
              <a:tr h="268343">
                <a:tc>
                  <a:txBody>
                    <a:bodyPr/>
                    <a:lstStyle/>
                    <a:p>
                      <a:pPr algn="ctr" fontAlgn="b">
                        <a:buNone/>
                      </a:pPr>
                      <a:r>
                        <a:rPr lang="en-IN" sz="1400" b="0" i="0" u="none" strike="noStrike" dirty="0">
                          <a:solidFill>
                            <a:srgbClr val="000000"/>
                          </a:solidFill>
                          <a:effectLst/>
                          <a:latin typeface="+mj-lt"/>
                        </a:rPr>
                        <a:t>8</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kern="1200" dirty="0">
                          <a:solidFill>
                            <a:srgbClr val="000000"/>
                          </a:solidFill>
                          <a:effectLst/>
                          <a:latin typeface="+mn-lt"/>
                          <a:ea typeface="+mn-ea"/>
                          <a:cs typeface="+mn-cs"/>
                        </a:rPr>
                        <a:t>HCP036</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1895.0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64.75</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35.25</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4041201"/>
                  </a:ext>
                </a:extLst>
              </a:tr>
              <a:tr h="268343">
                <a:tc>
                  <a:txBody>
                    <a:bodyPr/>
                    <a:lstStyle/>
                    <a:p>
                      <a:pPr algn="ctr" fontAlgn="b">
                        <a:buNone/>
                      </a:pPr>
                      <a:r>
                        <a:rPr lang="en-IN" sz="1400" b="0" i="0" u="none" strike="noStrike" dirty="0">
                          <a:solidFill>
                            <a:srgbClr val="000000"/>
                          </a:solidFill>
                          <a:effectLst/>
                          <a:latin typeface="+mj-lt"/>
                        </a:rPr>
                        <a:t>9</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kern="1200" dirty="0">
                          <a:solidFill>
                            <a:srgbClr val="000000"/>
                          </a:solidFill>
                          <a:effectLst/>
                          <a:latin typeface="+mn-lt"/>
                          <a:ea typeface="+mn-ea"/>
                          <a:cs typeface="+mn-cs"/>
                        </a:rPr>
                        <a:t>HCP022</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1363.0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62.00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38.00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1830813"/>
                  </a:ext>
                </a:extLst>
              </a:tr>
              <a:tr h="268343">
                <a:tc>
                  <a:txBody>
                    <a:bodyPr/>
                    <a:lstStyle/>
                    <a:p>
                      <a:pPr algn="ctr" fontAlgn="b">
                        <a:buNone/>
                      </a:pPr>
                      <a:r>
                        <a:rPr lang="en-IN" sz="1400" b="0" i="0" u="none" strike="noStrike" dirty="0">
                          <a:solidFill>
                            <a:srgbClr val="000000"/>
                          </a:solidFill>
                          <a:effectLst/>
                          <a:latin typeface="+mj-lt"/>
                        </a:rPr>
                        <a:t>10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kern="1200" dirty="0">
                          <a:solidFill>
                            <a:srgbClr val="000000"/>
                          </a:solidFill>
                          <a:effectLst/>
                          <a:latin typeface="+mn-lt"/>
                          <a:ea typeface="+mn-ea"/>
                          <a:cs typeface="+mn-cs"/>
                        </a:rPr>
                        <a:t>HCP007</a:t>
                      </a: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0.00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dirty="0">
                          <a:solidFill>
                            <a:srgbClr val="000000"/>
                          </a:solidFill>
                          <a:effectLst/>
                          <a:latin typeface="+mj-lt"/>
                        </a:rPr>
                        <a:t>0.00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508931"/>
                  </a:ext>
                </a:extLst>
              </a:tr>
            </a:tbl>
          </a:graphicData>
        </a:graphic>
      </p:graphicFrame>
      <p:sp>
        <p:nvSpPr>
          <p:cNvPr id="4" name="Rectangle 3">
            <a:extLst>
              <a:ext uri="{FF2B5EF4-FFF2-40B4-BE49-F238E27FC236}">
                <a16:creationId xmlns:a16="http://schemas.microsoft.com/office/drawing/2014/main" id="{A88575D8-B644-AA27-3E3C-284E931D414D}"/>
              </a:ext>
            </a:extLst>
          </p:cNvPr>
          <p:cNvSpPr/>
          <p:nvPr/>
        </p:nvSpPr>
        <p:spPr>
          <a:xfrm>
            <a:off x="6616380" y="4562856"/>
            <a:ext cx="5416497" cy="2033655"/>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latin typeface="Arial" panose="020B0604020202020204" pitchFamily="34" charset="0"/>
                <a:cs typeface="Arial" panose="020B0604020202020204" pitchFamily="34" charset="0"/>
              </a:rPr>
              <a:t>Observations / Inferences</a:t>
            </a:r>
            <a:endParaRPr lang="en-IN" b="1"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847C066-84AE-84F8-AED7-8717D3042BAE}"/>
              </a:ext>
            </a:extLst>
          </p:cNvPr>
          <p:cNvSpPr txBox="1"/>
          <p:nvPr/>
        </p:nvSpPr>
        <p:spPr>
          <a:xfrm>
            <a:off x="6705600" y="4971332"/>
            <a:ext cx="5149363" cy="1477599"/>
          </a:xfrm>
          <a:prstGeom prst="rect">
            <a:avLst/>
          </a:prstGeom>
        </p:spPr>
        <p:txBody>
          <a:bodyPr vert="horz" wrap="square" lIns="0" tIns="0" rIns="0" bIns="0" rtlCol="0">
            <a:noAutofit/>
          </a:bodyPr>
          <a:lstStyle/>
          <a:p>
            <a:r>
              <a:rPr lang="en-IN" sz="1200" dirty="0"/>
              <a:t>• </a:t>
            </a:r>
            <a:r>
              <a:rPr lang="en-IN" sz="1300" dirty="0"/>
              <a:t>4 of the Top 10 alert-volume HCPs generated no prescriptions, indicating significant conversion opportunities.</a:t>
            </a:r>
          </a:p>
          <a:p>
            <a:r>
              <a:rPr lang="en-IN" sz="1300" dirty="0"/>
              <a:t>• HCP014 shows the highest DRG001 adoption (71.08%), while HCP020 exhibits the highest competitor preference (74.56%).</a:t>
            </a:r>
          </a:p>
          <a:p>
            <a:r>
              <a:rPr lang="en-IN" sz="1300" dirty="0"/>
              <a:t>• </a:t>
            </a:r>
            <a:r>
              <a:rPr lang="en-IN" sz="1300" dirty="0" err="1"/>
              <a:t>Rivalex</a:t>
            </a:r>
            <a:r>
              <a:rPr lang="en-IN" sz="1300" dirty="0"/>
              <a:t> (DRG002) is the dominant competitor.</a:t>
            </a:r>
          </a:p>
          <a:p>
            <a:r>
              <a:rPr lang="en-IN" sz="1300" dirty="0"/>
              <a:t>• If we target non-prescribing HCPs, HCP020 could significantly improve DRG001 market share.</a:t>
            </a:r>
          </a:p>
          <a:p>
            <a: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pPr>
            <a:endParaRPr lang="en-IN" sz="1200" kern="1200" dirty="0" err="1">
              <a:solidFill>
                <a:schemeClr val="tx1"/>
              </a:solidFill>
              <a:latin typeface="+mj-lt"/>
              <a:ea typeface="+mn-ea"/>
              <a:cs typeface="Arial" panose="020B0604020202020204" pitchFamily="34" charset="0"/>
            </a:endParaRPr>
          </a:p>
        </p:txBody>
      </p:sp>
    </p:spTree>
    <p:extLst>
      <p:ext uri="{BB962C8B-B14F-4D97-AF65-F5344CB8AC3E}">
        <p14:creationId xmlns:p14="http://schemas.microsoft.com/office/powerpoint/2010/main" val="2264222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4F203-BFF0-1C03-C5E2-F68C972C3A5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3F086D2-5B01-992E-FE70-F0B29CA374E4}"/>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b="1" i="0">
                <a:solidFill>
                  <a:srgbClr val="001E96"/>
                </a:solidFill>
                <a:latin typeface="Arial"/>
              </a:rPr>
              <a:t>Question 4: Which hospitals are sitting on the biggest untapped opportunity?</a:t>
            </a:r>
          </a:p>
        </p:txBody>
      </p:sp>
      <p:sp>
        <p:nvSpPr>
          <p:cNvPr id="12" name="Footer Placeholder 4">
            <a:extLst>
              <a:ext uri="{FF2B5EF4-FFF2-40B4-BE49-F238E27FC236}">
                <a16:creationId xmlns:a16="http://schemas.microsoft.com/office/drawing/2014/main" id="{9E4A7514-38A0-4A69-485E-5F4E56A1DC83}"/>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
        <p:nvSpPr>
          <p:cNvPr id="13" name="Slide Number Placeholder 12">
            <a:extLst>
              <a:ext uri="{FF2B5EF4-FFF2-40B4-BE49-F238E27FC236}">
                <a16:creationId xmlns:a16="http://schemas.microsoft.com/office/drawing/2014/main" id="{E8EECFCE-4B3A-EE87-676C-FEC3E609FE13}"/>
              </a:ext>
            </a:extLst>
          </p:cNvPr>
          <p:cNvSpPr>
            <a:spLocks noGrp="1"/>
          </p:cNvSpPr>
          <p:nvPr>
            <p:ph type="sldNum" sz="quarter" idx="4"/>
          </p:nvPr>
        </p:nvSpPr>
        <p:spPr/>
        <p:txBody>
          <a:bodyPr/>
          <a:lstStyle/>
          <a:p>
            <a:fld id="{611B2C2B-439E-457D-A75F-A794D509B660}" type="slidenum">
              <a:rPr lang="en-IN" smtClean="0"/>
              <a:pPr/>
              <a:t>9</a:t>
            </a:fld>
            <a:endParaRPr lang="en-IN"/>
          </a:p>
        </p:txBody>
      </p:sp>
      <p:sp>
        <p:nvSpPr>
          <p:cNvPr id="14" name="Rectangle 13">
            <a:extLst>
              <a:ext uri="{FF2B5EF4-FFF2-40B4-BE49-F238E27FC236}">
                <a16:creationId xmlns:a16="http://schemas.microsoft.com/office/drawing/2014/main" id="{43E4067E-00CB-6410-538F-FF0295AE2B83}"/>
              </a:ext>
            </a:extLst>
          </p:cNvPr>
          <p:cNvSpPr/>
          <p:nvPr/>
        </p:nvSpPr>
        <p:spPr>
          <a:xfrm>
            <a:off x="320040" y="1235086"/>
            <a:ext cx="11567160" cy="1616269"/>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noAutofit/>
          </a:bodyPr>
          <a:lstStyle/>
          <a:p>
            <a:pPr marL="285750" indent="-285750">
              <a:buFont typeface="Arial" panose="020B0604020202020204" pitchFamily="34" charset="0"/>
              <a:buChar char="•"/>
            </a:pPr>
            <a:r>
              <a:rPr lang="en-IN" sz="1600" b="1" dirty="0">
                <a:solidFill>
                  <a:schemeClr val="tx1"/>
                </a:solidFill>
              </a:rPr>
              <a:t>ACC001, ACC003, and ACC002</a:t>
            </a:r>
            <a:r>
              <a:rPr lang="en-IN" sz="1600" dirty="0">
                <a:solidFill>
                  <a:schemeClr val="tx1"/>
                </a:solidFill>
              </a:rPr>
              <a:t> have the biggest growth opportunity. </a:t>
            </a:r>
          </a:p>
          <a:p>
            <a:pPr marL="285750" indent="-285750">
              <a:buFont typeface="Arial" panose="020B0604020202020204" pitchFamily="34" charset="0"/>
              <a:buChar char="•"/>
            </a:pPr>
            <a:r>
              <a:rPr lang="en-IN" sz="1600" dirty="0">
                <a:solidFill>
                  <a:schemeClr val="tx1"/>
                </a:solidFill>
              </a:rPr>
              <a:t>They generate many alerts but have relatively low prescription conversion. They have the biggest untapped opportunity. </a:t>
            </a:r>
          </a:p>
          <a:p>
            <a:pPr marL="285750" indent="-285750">
              <a:buFont typeface="Arial" panose="020B0604020202020204" pitchFamily="34" charset="0"/>
              <a:buChar char="•"/>
            </a:pPr>
            <a:r>
              <a:rPr lang="en-IN" sz="1600" b="1" dirty="0">
                <a:solidFill>
                  <a:schemeClr val="tx1"/>
                </a:solidFill>
              </a:rPr>
              <a:t>ACC001</a:t>
            </a:r>
            <a:r>
              <a:rPr lang="en-IN" sz="1600" dirty="0">
                <a:solidFill>
                  <a:schemeClr val="tx1"/>
                </a:solidFill>
              </a:rPr>
              <a:t> should be the top priority as it has the highest alert volume and the lowest conversion ratio.</a:t>
            </a:r>
          </a:p>
          <a:p>
            <a:pPr marL="285750" indent="-285750">
              <a:buFont typeface="Arial" panose="020B0604020202020204" pitchFamily="34" charset="0"/>
              <a:buChar char="•"/>
            </a:pPr>
            <a:r>
              <a:rPr lang="en-IN" sz="1600" dirty="0">
                <a:solidFill>
                  <a:schemeClr val="tx1"/>
                </a:solidFill>
              </a:rPr>
              <a:t>Improving conversion in these accounts could significantly increase </a:t>
            </a:r>
            <a:r>
              <a:rPr lang="en-IN" sz="1600" dirty="0" err="1">
                <a:solidFill>
                  <a:schemeClr val="tx1"/>
                </a:solidFill>
              </a:rPr>
              <a:t>Nexavir</a:t>
            </a:r>
            <a:r>
              <a:rPr lang="en-IN" sz="1600" dirty="0">
                <a:solidFill>
                  <a:schemeClr val="tx1"/>
                </a:solidFill>
              </a:rPr>
              <a:t> prescriptions.</a:t>
            </a:r>
          </a:p>
        </p:txBody>
      </p:sp>
      <p:sp>
        <p:nvSpPr>
          <p:cNvPr id="15" name="TextBox 14">
            <a:extLst>
              <a:ext uri="{FF2B5EF4-FFF2-40B4-BE49-F238E27FC236}">
                <a16:creationId xmlns:a16="http://schemas.microsoft.com/office/drawing/2014/main" id="{58E27D03-3AD3-0EDE-6FC7-A718AD698C91}"/>
              </a:ext>
            </a:extLst>
          </p:cNvPr>
          <p:cNvSpPr txBox="1"/>
          <p:nvPr/>
        </p:nvSpPr>
        <p:spPr>
          <a:xfrm>
            <a:off x="4332885" y="3059378"/>
            <a:ext cx="3143853" cy="285104"/>
          </a:xfrm>
          <a:prstGeom prst="rect">
            <a:avLst/>
          </a:prstGeom>
          <a:noFill/>
        </p:spPr>
        <p:txBody>
          <a:bodyPr wrap="square" lIns="0" tIns="0" rIns="0" bIns="0" anchor="t">
            <a:noAutofit/>
          </a:bodyPr>
          <a:lstStyle/>
          <a:p>
            <a:pPr algn="l">
              <a:lnSpc>
                <a:spcPct val="90000"/>
              </a:lnSpc>
              <a:spcAft>
                <a:spcPts val="100"/>
              </a:spcAft>
            </a:pPr>
            <a:r>
              <a:rPr sz="1600" b="1" i="0">
                <a:solidFill>
                  <a:srgbClr val="001E96"/>
                </a:solidFill>
                <a:latin typeface="Arial"/>
              </a:rPr>
              <a:t>Top 10 accounts by alert </a:t>
            </a:r>
            <a:r>
              <a:rPr lang="en-US" sz="1600" b="1">
                <a:solidFill>
                  <a:srgbClr val="001E96"/>
                </a:solidFill>
                <a:latin typeface="Arial"/>
              </a:rPr>
              <a:t>count</a:t>
            </a:r>
            <a:endParaRPr sz="1600" b="1" i="0">
              <a:solidFill>
                <a:srgbClr val="001E96"/>
              </a:solidFill>
              <a:latin typeface="Arial"/>
            </a:endParaRPr>
          </a:p>
        </p:txBody>
      </p:sp>
      <p:graphicFrame>
        <p:nvGraphicFramePr>
          <p:cNvPr id="2" name="Table 1">
            <a:extLst>
              <a:ext uri="{FF2B5EF4-FFF2-40B4-BE49-F238E27FC236}">
                <a16:creationId xmlns:a16="http://schemas.microsoft.com/office/drawing/2014/main" id="{096B2A03-7A0B-CC78-D996-3EBF81271D78}"/>
              </a:ext>
            </a:extLst>
          </p:cNvPr>
          <p:cNvGraphicFramePr>
            <a:graphicFrameLocks noGrp="1"/>
          </p:cNvGraphicFramePr>
          <p:nvPr>
            <p:extLst>
              <p:ext uri="{D42A27DB-BD31-4B8C-83A1-F6EECF244321}">
                <p14:modId xmlns:p14="http://schemas.microsoft.com/office/powerpoint/2010/main" val="146818664"/>
              </p:ext>
            </p:extLst>
          </p:nvPr>
        </p:nvGraphicFramePr>
        <p:xfrm>
          <a:off x="334963" y="3340000"/>
          <a:ext cx="11567159" cy="3112122"/>
        </p:xfrm>
        <a:graphic>
          <a:graphicData uri="http://schemas.openxmlformats.org/drawingml/2006/table">
            <a:tbl>
              <a:tblPr firstRow="1" bandRow="1"/>
              <a:tblGrid>
                <a:gridCol w="995585">
                  <a:extLst>
                    <a:ext uri="{9D8B030D-6E8A-4147-A177-3AD203B41FA5}">
                      <a16:colId xmlns:a16="http://schemas.microsoft.com/office/drawing/2014/main" val="2912075475"/>
                    </a:ext>
                  </a:extLst>
                </a:gridCol>
                <a:gridCol w="1965917">
                  <a:extLst>
                    <a:ext uri="{9D8B030D-6E8A-4147-A177-3AD203B41FA5}">
                      <a16:colId xmlns:a16="http://schemas.microsoft.com/office/drawing/2014/main" val="3160481757"/>
                    </a:ext>
                  </a:extLst>
                </a:gridCol>
                <a:gridCol w="2399263">
                  <a:extLst>
                    <a:ext uri="{9D8B030D-6E8A-4147-A177-3AD203B41FA5}">
                      <a16:colId xmlns:a16="http://schemas.microsoft.com/office/drawing/2014/main" val="2976691217"/>
                    </a:ext>
                  </a:extLst>
                </a:gridCol>
                <a:gridCol w="3540763">
                  <a:extLst>
                    <a:ext uri="{9D8B030D-6E8A-4147-A177-3AD203B41FA5}">
                      <a16:colId xmlns:a16="http://schemas.microsoft.com/office/drawing/2014/main" val="1708326666"/>
                    </a:ext>
                  </a:extLst>
                </a:gridCol>
                <a:gridCol w="2665631">
                  <a:extLst>
                    <a:ext uri="{9D8B030D-6E8A-4147-A177-3AD203B41FA5}">
                      <a16:colId xmlns:a16="http://schemas.microsoft.com/office/drawing/2014/main" val="3246613993"/>
                    </a:ext>
                  </a:extLst>
                </a:gridCol>
              </a:tblGrid>
              <a:tr h="367212">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 Rank</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err="1">
                          <a:solidFill>
                            <a:schemeClr val="bg1"/>
                          </a:solidFill>
                          <a:effectLst/>
                          <a:latin typeface="+mj-lt"/>
                          <a:cs typeface="Arial"/>
                        </a:rPr>
                        <a:t>Account_ID</a:t>
                      </a:r>
                      <a:endParaRPr lang="en-US" sz="1400" b="1" i="0" u="none" strike="noStrike">
                        <a:solidFill>
                          <a:schemeClr val="bg1"/>
                        </a:solidFill>
                        <a:effectLst/>
                        <a:latin typeface="+mj-lt"/>
                        <a:cs typeface="Arial"/>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Total Alerts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Our Drug Prescription Count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Conversion Ratio</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3584319593"/>
                  </a:ext>
                </a:extLst>
              </a:tr>
              <a:tr h="274491">
                <a:tc>
                  <a:txBody>
                    <a:bodyPr/>
                    <a:lstStyle/>
                    <a:p>
                      <a:pPr algn="ctr" fontAlgn="b">
                        <a:buNone/>
                      </a:pPr>
                      <a:r>
                        <a:rPr lang="en-IN" sz="1400" b="0" i="0" u="none" strike="noStrike">
                          <a:solidFill>
                            <a:srgbClr val="000000"/>
                          </a:solidFill>
                          <a:effectLst/>
                          <a:latin typeface="+mj-lt"/>
                        </a:rPr>
                        <a:t>1</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ACC001</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3296</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12297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kern="1200" dirty="0">
                          <a:solidFill>
                            <a:schemeClr val="tx1"/>
                          </a:solidFill>
                          <a:latin typeface="+mn-lt"/>
                          <a:ea typeface="+mn-ea"/>
                          <a:cs typeface="+mn-cs"/>
                        </a:rPr>
                        <a:t>3.730886</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5109224"/>
                  </a:ext>
                </a:extLst>
              </a:tr>
              <a:tr h="274491">
                <a:tc>
                  <a:txBody>
                    <a:bodyPr/>
                    <a:lstStyle/>
                    <a:p>
                      <a:pPr algn="ctr" fontAlgn="b">
                        <a:buNone/>
                      </a:pPr>
                      <a:r>
                        <a:rPr lang="en-IN" sz="1400" b="0" i="0" u="none" strike="noStrike">
                          <a:solidFill>
                            <a:srgbClr val="000000"/>
                          </a:solidFill>
                          <a:effectLst/>
                          <a:latin typeface="+mj-lt"/>
                        </a:rPr>
                        <a:t>2</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ACC003</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1195</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4947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kern="1200" dirty="0">
                          <a:solidFill>
                            <a:schemeClr val="tx1"/>
                          </a:solidFill>
                          <a:latin typeface="+mn-lt"/>
                          <a:ea typeface="+mn-ea"/>
                          <a:cs typeface="+mn-cs"/>
                        </a:rPr>
                        <a:t>4.139749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4730118"/>
                  </a:ext>
                </a:extLst>
              </a:tr>
              <a:tr h="274491">
                <a:tc>
                  <a:txBody>
                    <a:bodyPr/>
                    <a:lstStyle/>
                    <a:p>
                      <a:pPr algn="ctr" fontAlgn="b">
                        <a:buNone/>
                      </a:pPr>
                      <a:r>
                        <a:rPr lang="en-IN" sz="1400" b="0" i="0" u="none" strike="noStrike">
                          <a:solidFill>
                            <a:srgbClr val="000000"/>
                          </a:solidFill>
                          <a:effectLst/>
                          <a:latin typeface="+mj-lt"/>
                        </a:rPr>
                        <a:t>3</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ACC002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2350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12223</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kern="1200" dirty="0">
                          <a:solidFill>
                            <a:schemeClr val="tx1"/>
                          </a:solidFill>
                          <a:latin typeface="+mn-lt"/>
                          <a:ea typeface="+mn-ea"/>
                          <a:cs typeface="+mn-cs"/>
                        </a:rPr>
                        <a:t>5.201277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4322009"/>
                  </a:ext>
                </a:extLst>
              </a:tr>
              <a:tr h="274491">
                <a:tc>
                  <a:txBody>
                    <a:bodyPr/>
                    <a:lstStyle/>
                    <a:p>
                      <a:pPr algn="ctr" fontAlgn="b">
                        <a:buNone/>
                      </a:pPr>
                      <a:r>
                        <a:rPr lang="en-IN" sz="1400" b="0" i="0" u="none" strike="noStrike">
                          <a:solidFill>
                            <a:srgbClr val="000000"/>
                          </a:solidFill>
                          <a:effectLst/>
                          <a:latin typeface="+mj-lt"/>
                        </a:rPr>
                        <a:t>4</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ACC004</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530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5402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kern="1200" dirty="0">
                          <a:solidFill>
                            <a:schemeClr val="tx1"/>
                          </a:solidFill>
                          <a:latin typeface="+mn-lt"/>
                          <a:ea typeface="+mn-ea"/>
                          <a:cs typeface="+mn-cs"/>
                        </a:rPr>
                        <a:t>10.192453</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1597165"/>
                  </a:ext>
                </a:extLst>
              </a:tr>
              <a:tr h="274491">
                <a:tc>
                  <a:txBody>
                    <a:bodyPr/>
                    <a:lstStyle/>
                    <a:p>
                      <a:pPr algn="ctr" fontAlgn="b">
                        <a:buNone/>
                      </a:pPr>
                      <a:r>
                        <a:rPr lang="en-IN" sz="1400" b="0" i="0" u="none" strike="noStrike">
                          <a:solidFill>
                            <a:srgbClr val="000000"/>
                          </a:solidFill>
                          <a:effectLst/>
                          <a:latin typeface="+mj-lt"/>
                        </a:rPr>
                        <a:t>5</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ACC005</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585</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9148</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kern="1200" dirty="0">
                          <a:solidFill>
                            <a:schemeClr val="tx1"/>
                          </a:solidFill>
                          <a:latin typeface="+mn-lt"/>
                          <a:ea typeface="+mn-ea"/>
                          <a:cs typeface="+mn-cs"/>
                        </a:rPr>
                        <a:t>15.637607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191730"/>
                  </a:ext>
                </a:extLst>
              </a:tr>
              <a:tr h="274491">
                <a:tc>
                  <a:txBody>
                    <a:bodyPr/>
                    <a:lstStyle/>
                    <a:p>
                      <a:pPr algn="ctr" fontAlgn="b">
                        <a:buNone/>
                      </a:pPr>
                      <a:r>
                        <a:rPr lang="en-IN" sz="1400" b="0" i="0" u="none" strike="noStrike">
                          <a:solidFill>
                            <a:srgbClr val="000000"/>
                          </a:solidFill>
                          <a:effectLst/>
                          <a:latin typeface="+mj-lt"/>
                        </a:rPr>
                        <a:t>6</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ACC006</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493</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9887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kern="1200" dirty="0">
                          <a:solidFill>
                            <a:schemeClr val="tx1"/>
                          </a:solidFill>
                          <a:latin typeface="+mn-lt"/>
                          <a:ea typeface="+mn-ea"/>
                          <a:cs typeface="+mn-cs"/>
                        </a:rPr>
                        <a:t>20.054767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1636446"/>
                  </a:ext>
                </a:extLst>
              </a:tr>
              <a:tr h="274491">
                <a:tc>
                  <a:txBody>
                    <a:bodyPr/>
                    <a:lstStyle/>
                    <a:p>
                      <a:pPr algn="ctr" fontAlgn="b">
                        <a:buNone/>
                      </a:pPr>
                      <a:r>
                        <a:rPr lang="en-IN" sz="1400" b="0" i="0" u="none" strike="noStrike">
                          <a:solidFill>
                            <a:srgbClr val="000000"/>
                          </a:solidFill>
                          <a:effectLst/>
                          <a:latin typeface="+mj-lt"/>
                        </a:rPr>
                        <a:t>7</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ACC012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85</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1804</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kern="1200" dirty="0">
                          <a:solidFill>
                            <a:schemeClr val="tx1"/>
                          </a:solidFill>
                          <a:latin typeface="+mn-lt"/>
                          <a:ea typeface="+mn-ea"/>
                          <a:cs typeface="+mn-cs"/>
                        </a:rPr>
                        <a:t>21.223529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0462173"/>
                  </a:ext>
                </a:extLst>
              </a:tr>
              <a:tr h="274491">
                <a:tc>
                  <a:txBody>
                    <a:bodyPr/>
                    <a:lstStyle/>
                    <a:p>
                      <a:pPr algn="ctr" fontAlgn="b">
                        <a:buNone/>
                      </a:pPr>
                      <a:r>
                        <a:rPr lang="en-IN" sz="1400" b="0" i="0" u="none" strike="noStrike">
                          <a:solidFill>
                            <a:srgbClr val="000000"/>
                          </a:solidFill>
                          <a:effectLst/>
                          <a:latin typeface="+mj-lt"/>
                        </a:rPr>
                        <a:t>8</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ACC009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100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2699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kern="1200" dirty="0">
                          <a:solidFill>
                            <a:schemeClr val="tx1"/>
                          </a:solidFill>
                          <a:latin typeface="+mn-lt"/>
                          <a:ea typeface="+mn-ea"/>
                          <a:cs typeface="+mn-cs"/>
                        </a:rPr>
                        <a:t>26.990000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4372390"/>
                  </a:ext>
                </a:extLst>
              </a:tr>
              <a:tr h="274491">
                <a:tc>
                  <a:txBody>
                    <a:bodyPr/>
                    <a:lstStyle/>
                    <a:p>
                      <a:pPr algn="ctr" fontAlgn="b">
                        <a:buNone/>
                      </a:pPr>
                      <a:r>
                        <a:rPr lang="en-IN" sz="1400" b="0" i="0" u="none" strike="noStrike">
                          <a:solidFill>
                            <a:srgbClr val="000000"/>
                          </a:solidFill>
                          <a:effectLst/>
                          <a:latin typeface="+mj-lt"/>
                        </a:rPr>
                        <a:t>9</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ACC007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114</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7072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kern="1200" dirty="0">
                          <a:solidFill>
                            <a:schemeClr val="tx1"/>
                          </a:solidFill>
                          <a:latin typeface="+mn-lt"/>
                          <a:ea typeface="+mn-ea"/>
                          <a:cs typeface="+mn-cs"/>
                        </a:rPr>
                        <a:t>62.035088</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639940"/>
                  </a:ext>
                </a:extLst>
              </a:tr>
              <a:tr h="274491">
                <a:tc>
                  <a:txBody>
                    <a:bodyPr/>
                    <a:lstStyle/>
                    <a:p>
                      <a:pPr algn="ctr" fontAlgn="b">
                        <a:buNone/>
                      </a:pPr>
                      <a:r>
                        <a:rPr lang="en-IN" sz="1400" b="0" i="0" u="none" strike="noStrike">
                          <a:solidFill>
                            <a:srgbClr val="000000"/>
                          </a:solidFill>
                          <a:effectLst/>
                          <a:latin typeface="+mj-lt"/>
                        </a:rPr>
                        <a:t>10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ACC010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92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9616</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kern="1200" dirty="0">
                          <a:solidFill>
                            <a:schemeClr val="tx1"/>
                          </a:solidFill>
                          <a:latin typeface="+mn-lt"/>
                          <a:ea typeface="+mn-ea"/>
                          <a:cs typeface="+mn-cs"/>
                        </a:rPr>
                        <a:t>104.521739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9462671"/>
                  </a:ext>
                </a:extLst>
              </a:tr>
            </a:tbl>
          </a:graphicData>
        </a:graphic>
      </p:graphicFrame>
    </p:spTree>
    <p:extLst>
      <p:ext uri="{BB962C8B-B14F-4D97-AF65-F5344CB8AC3E}">
        <p14:creationId xmlns:p14="http://schemas.microsoft.com/office/powerpoint/2010/main" val="2413371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7FA1C-FAD2-83A6-D570-14D7B9111B7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5700770-98B2-37A2-C032-6AA3820B96FE}"/>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b="1" i="0" dirty="0">
                <a:solidFill>
                  <a:srgbClr val="001E96"/>
                </a:solidFill>
                <a:latin typeface="Arial"/>
              </a:rPr>
              <a:t>Question 5: </a:t>
            </a:r>
            <a:r>
              <a:rPr lang="en-US" b="1" i="0" dirty="0">
                <a:solidFill>
                  <a:srgbClr val="001E96"/>
                </a:solidFill>
                <a:latin typeface="Arial"/>
              </a:rPr>
              <a:t>Which accounts represent the largest untapped prescription opportunity?</a:t>
            </a:r>
            <a:endParaRPr lang="en-IN" dirty="0"/>
          </a:p>
        </p:txBody>
      </p:sp>
      <p:sp>
        <p:nvSpPr>
          <p:cNvPr id="13" name="Slide Number Placeholder 12">
            <a:extLst>
              <a:ext uri="{FF2B5EF4-FFF2-40B4-BE49-F238E27FC236}">
                <a16:creationId xmlns:a16="http://schemas.microsoft.com/office/drawing/2014/main" id="{DED64BC1-9384-8D5A-A710-86FCB344E8E8}"/>
              </a:ext>
            </a:extLst>
          </p:cNvPr>
          <p:cNvSpPr>
            <a:spLocks noGrp="1"/>
          </p:cNvSpPr>
          <p:nvPr>
            <p:ph type="sldNum" sz="quarter" idx="4"/>
          </p:nvPr>
        </p:nvSpPr>
        <p:spPr/>
        <p:txBody>
          <a:bodyPr/>
          <a:lstStyle/>
          <a:p>
            <a:fld id="{611B2C2B-439E-457D-A75F-A794D509B660}" type="slidenum">
              <a:rPr lang="en-IN" smtClean="0"/>
              <a:pPr/>
              <a:t>10</a:t>
            </a:fld>
            <a:endParaRPr lang="en-IN"/>
          </a:p>
        </p:txBody>
      </p:sp>
      <p:sp>
        <p:nvSpPr>
          <p:cNvPr id="14" name="Rectangle 13"/>
          <p:cNvSpPr/>
          <p:nvPr/>
        </p:nvSpPr>
        <p:spPr>
          <a:xfrm>
            <a:off x="320040" y="1196986"/>
            <a:ext cx="11567160" cy="1561376"/>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noAutofit/>
          </a:bodyPr>
          <a:lstStyle/>
          <a:p>
            <a:r>
              <a:rPr lang="en-IN" sz="1400" dirty="0">
                <a:solidFill>
                  <a:schemeClr val="tx1"/>
                </a:solidFill>
              </a:rPr>
              <a:t>We can clearly see that</a:t>
            </a:r>
            <a:r>
              <a:rPr lang="en-IN" sz="1400" b="1" dirty="0">
                <a:solidFill>
                  <a:schemeClr val="tx1"/>
                </a:solidFill>
              </a:rPr>
              <a:t> ACC022</a:t>
            </a:r>
            <a:r>
              <a:rPr lang="en-IN" sz="1400" dirty="0">
                <a:solidFill>
                  <a:schemeClr val="tx1"/>
                </a:solidFill>
              </a:rPr>
              <a:t> has no active DRG001 prescriber, even if it has 2 affiliated doctors, so this is a completely untapped account. </a:t>
            </a:r>
          </a:p>
          <a:p>
            <a:r>
              <a:rPr lang="en-IN" sz="1400" b="1" dirty="0">
                <a:solidFill>
                  <a:schemeClr val="tx1"/>
                </a:solidFill>
              </a:rPr>
              <a:t>ACC017</a:t>
            </a:r>
            <a:r>
              <a:rPr lang="en-IN" sz="1400" dirty="0">
                <a:solidFill>
                  <a:schemeClr val="tx1"/>
                </a:solidFill>
              </a:rPr>
              <a:t> also has very low prescription productivity, so limited adoption of DRG001 is possible.</a:t>
            </a:r>
          </a:p>
          <a:p>
            <a:r>
              <a:rPr lang="en-IN" sz="1400" dirty="0">
                <a:solidFill>
                  <a:schemeClr val="tx1"/>
                </a:solidFill>
              </a:rPr>
              <a:t>Large accounts such as </a:t>
            </a:r>
            <a:r>
              <a:rPr lang="en-IN" sz="1400" b="1" dirty="0">
                <a:solidFill>
                  <a:schemeClr val="tx1"/>
                </a:solidFill>
              </a:rPr>
              <a:t>ACC003</a:t>
            </a:r>
            <a:r>
              <a:rPr lang="en-IN" sz="1400" dirty="0">
                <a:solidFill>
                  <a:schemeClr val="tx1"/>
                </a:solidFill>
              </a:rPr>
              <a:t> and </a:t>
            </a:r>
            <a:r>
              <a:rPr lang="en-IN" sz="1400" b="1" dirty="0">
                <a:solidFill>
                  <a:schemeClr val="tx1"/>
                </a:solidFill>
              </a:rPr>
              <a:t>ACC004</a:t>
            </a:r>
            <a:r>
              <a:rPr lang="en-IN" sz="1400" dirty="0">
                <a:solidFill>
                  <a:schemeClr val="tx1"/>
                </a:solidFill>
              </a:rPr>
              <a:t> have many affiliated doctors but relatively moderate prescriptions, so growth is possible.</a:t>
            </a:r>
          </a:p>
          <a:p>
            <a:endParaRPr lang="en-IN" sz="1400" dirty="0">
              <a:solidFill>
                <a:schemeClr val="tx1"/>
              </a:solidFill>
            </a:endParaRPr>
          </a:p>
          <a:p>
            <a:r>
              <a:rPr lang="en-IN" sz="1400" b="1" dirty="0">
                <a:solidFill>
                  <a:schemeClr val="tx1"/>
                </a:solidFill>
              </a:rPr>
              <a:t>Strategic Recommendations: </a:t>
            </a:r>
            <a:r>
              <a:rPr lang="en-IN" sz="1400" dirty="0">
                <a:solidFill>
                  <a:schemeClr val="tx1"/>
                </a:solidFill>
              </a:rPr>
              <a:t>Prioritize accounts with low prescription productivity but an established doctor base. </a:t>
            </a:r>
          </a:p>
          <a:p>
            <a:r>
              <a:rPr lang="en-IN" sz="1400" dirty="0">
                <a:solidFill>
                  <a:schemeClr val="tx1"/>
                </a:solidFill>
              </a:rPr>
              <a:t>Focus on increasing prescription frequency among existing active prescribers before investing new prescribers. </a:t>
            </a:r>
          </a:p>
          <a:p>
            <a:r>
              <a:rPr lang="en-IN" sz="1400" dirty="0">
                <a:solidFill>
                  <a:schemeClr val="tx1"/>
                </a:solidFill>
              </a:rPr>
              <a:t>Target large underperforming accounts first, as even small improvements can generate significant prescription growth.</a:t>
            </a:r>
          </a:p>
        </p:txBody>
      </p:sp>
      <p:sp>
        <p:nvSpPr>
          <p:cNvPr id="3" name="Footer Placeholder 4">
            <a:extLst>
              <a:ext uri="{FF2B5EF4-FFF2-40B4-BE49-F238E27FC236}">
                <a16:creationId xmlns:a16="http://schemas.microsoft.com/office/drawing/2014/main" id="{4C557400-9770-F55B-7775-7FDBEE4C9D27}"/>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
        <p:nvSpPr>
          <p:cNvPr id="4" name="TextBox 3">
            <a:extLst>
              <a:ext uri="{FF2B5EF4-FFF2-40B4-BE49-F238E27FC236}">
                <a16:creationId xmlns:a16="http://schemas.microsoft.com/office/drawing/2014/main" id="{7B550B2D-13FB-1DBE-0826-15A3AF2B5055}"/>
              </a:ext>
            </a:extLst>
          </p:cNvPr>
          <p:cNvSpPr txBox="1"/>
          <p:nvPr/>
        </p:nvSpPr>
        <p:spPr>
          <a:xfrm>
            <a:off x="3793147" y="2826543"/>
            <a:ext cx="4598997" cy="196345"/>
          </a:xfrm>
          <a:prstGeom prst="rect">
            <a:avLst/>
          </a:prstGeom>
          <a:noFill/>
        </p:spPr>
        <p:txBody>
          <a:bodyPr wrap="square" lIns="0" tIns="0" rIns="0" bIns="0" anchor="t">
            <a:noAutofit/>
          </a:bodyPr>
          <a:lstStyle/>
          <a:p>
            <a:pPr algn="l">
              <a:lnSpc>
                <a:spcPct val="90000"/>
              </a:lnSpc>
              <a:spcAft>
                <a:spcPts val="100"/>
              </a:spcAft>
            </a:pPr>
            <a:r>
              <a:rPr sz="1600" b="1" i="0" dirty="0">
                <a:solidFill>
                  <a:srgbClr val="001E96"/>
                </a:solidFill>
                <a:latin typeface="Arial"/>
              </a:rPr>
              <a:t>Account size vs company-drug sales efficiency</a:t>
            </a:r>
          </a:p>
        </p:txBody>
      </p:sp>
      <p:graphicFrame>
        <p:nvGraphicFramePr>
          <p:cNvPr id="5" name="Table 4">
            <a:extLst>
              <a:ext uri="{FF2B5EF4-FFF2-40B4-BE49-F238E27FC236}">
                <a16:creationId xmlns:a16="http://schemas.microsoft.com/office/drawing/2014/main" id="{3460F835-7C51-6056-0EC7-3D2E447695EF}"/>
              </a:ext>
            </a:extLst>
          </p:cNvPr>
          <p:cNvGraphicFramePr>
            <a:graphicFrameLocks noGrp="1"/>
          </p:cNvGraphicFramePr>
          <p:nvPr>
            <p:extLst>
              <p:ext uri="{D42A27DB-BD31-4B8C-83A1-F6EECF244321}">
                <p14:modId xmlns:p14="http://schemas.microsoft.com/office/powerpoint/2010/main" val="2697614740"/>
              </p:ext>
            </p:extLst>
          </p:nvPr>
        </p:nvGraphicFramePr>
        <p:xfrm>
          <a:off x="360578" y="3091069"/>
          <a:ext cx="11488523" cy="3514170"/>
        </p:xfrm>
        <a:graphic>
          <a:graphicData uri="http://schemas.openxmlformats.org/drawingml/2006/table">
            <a:tbl>
              <a:tblPr firstRow="1" bandRow="1"/>
              <a:tblGrid>
                <a:gridCol w="1538483">
                  <a:extLst>
                    <a:ext uri="{9D8B030D-6E8A-4147-A177-3AD203B41FA5}">
                      <a16:colId xmlns:a16="http://schemas.microsoft.com/office/drawing/2014/main" val="2912075475"/>
                    </a:ext>
                  </a:extLst>
                </a:gridCol>
                <a:gridCol w="2183152">
                  <a:extLst>
                    <a:ext uri="{9D8B030D-6E8A-4147-A177-3AD203B41FA5}">
                      <a16:colId xmlns:a16="http://schemas.microsoft.com/office/drawing/2014/main" val="3160481757"/>
                    </a:ext>
                  </a:extLst>
                </a:gridCol>
                <a:gridCol w="1941722">
                  <a:extLst>
                    <a:ext uri="{9D8B030D-6E8A-4147-A177-3AD203B41FA5}">
                      <a16:colId xmlns:a16="http://schemas.microsoft.com/office/drawing/2014/main" val="2976691217"/>
                    </a:ext>
                  </a:extLst>
                </a:gridCol>
                <a:gridCol w="1941722">
                  <a:extLst>
                    <a:ext uri="{9D8B030D-6E8A-4147-A177-3AD203B41FA5}">
                      <a16:colId xmlns:a16="http://schemas.microsoft.com/office/drawing/2014/main" val="1895165828"/>
                    </a:ext>
                  </a:extLst>
                </a:gridCol>
                <a:gridCol w="1941722">
                  <a:extLst>
                    <a:ext uri="{9D8B030D-6E8A-4147-A177-3AD203B41FA5}">
                      <a16:colId xmlns:a16="http://schemas.microsoft.com/office/drawing/2014/main" val="1708326666"/>
                    </a:ext>
                  </a:extLst>
                </a:gridCol>
                <a:gridCol w="1941722">
                  <a:extLst>
                    <a:ext uri="{9D8B030D-6E8A-4147-A177-3AD203B41FA5}">
                      <a16:colId xmlns:a16="http://schemas.microsoft.com/office/drawing/2014/main" val="3246613993"/>
                    </a:ext>
                  </a:extLst>
                </a:gridCol>
              </a:tblGrid>
              <a:tr h="413458">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 Rank</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err="1">
                          <a:solidFill>
                            <a:schemeClr val="bg1"/>
                          </a:solidFill>
                          <a:effectLst/>
                          <a:latin typeface="+mj-lt"/>
                          <a:cs typeface="Arial"/>
                        </a:rPr>
                        <a:t>Account_ID</a:t>
                      </a:r>
                      <a:endParaRPr lang="en-US" sz="1400" b="1" i="0" u="none" strike="noStrike">
                        <a:solidFill>
                          <a:schemeClr val="bg1"/>
                        </a:solidFill>
                        <a:effectLst/>
                        <a:latin typeface="+mj-lt"/>
                        <a:cs typeface="Arial"/>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kern="1200">
                          <a:solidFill>
                            <a:schemeClr val="bg1"/>
                          </a:solidFill>
                          <a:effectLst/>
                          <a:latin typeface="+mn-lt"/>
                          <a:ea typeface="+mn-ea"/>
                          <a:cs typeface="Arial"/>
                        </a:rPr>
                        <a:t># Affiliated Doctors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 Active Doctors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Our Drug </a:t>
                      </a:r>
                    </a:p>
                    <a:p>
                      <a:pPr algn="ctr" fontAlgn="b"/>
                      <a:r>
                        <a:rPr lang="en-US" sz="1400" b="1" i="0" u="none" strike="noStrike">
                          <a:solidFill>
                            <a:schemeClr val="bg1"/>
                          </a:solidFill>
                          <a:effectLst/>
                          <a:latin typeface="+mj-lt"/>
                          <a:cs typeface="Arial"/>
                        </a:rPr>
                        <a:t>Prescription Volume</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Prescription Volume per Active Doctor</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3584319593"/>
                  </a:ext>
                </a:extLst>
              </a:tr>
              <a:tr h="308745">
                <a:tc>
                  <a:txBody>
                    <a:bodyPr/>
                    <a:lstStyle/>
                    <a:p>
                      <a:pPr algn="ctr" fontAlgn="b">
                        <a:buNone/>
                      </a:pPr>
                      <a:r>
                        <a:rPr lang="en-IN" sz="1200" b="0" i="0" u="none" strike="noStrike">
                          <a:solidFill>
                            <a:srgbClr val="000000"/>
                          </a:solidFill>
                          <a:effectLst/>
                          <a:latin typeface="+mj-lt"/>
                        </a:rPr>
                        <a:t>1</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ACC022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0.00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5109224"/>
                  </a:ext>
                </a:extLst>
              </a:tr>
              <a:tr h="308745">
                <a:tc>
                  <a:txBody>
                    <a:bodyPr/>
                    <a:lstStyle/>
                    <a:p>
                      <a:pPr algn="ctr" fontAlgn="b">
                        <a:buNone/>
                      </a:pPr>
                      <a:r>
                        <a:rPr lang="en-IN" sz="1200" b="0" i="0" u="none" strike="noStrike">
                          <a:solidFill>
                            <a:srgbClr val="000000"/>
                          </a:solidFill>
                          <a:effectLst/>
                          <a:latin typeface="+mj-lt"/>
                        </a:rPr>
                        <a:t>2</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ACC017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3</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59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59.00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4730118"/>
                  </a:ext>
                </a:extLst>
              </a:tr>
              <a:tr h="308745">
                <a:tc>
                  <a:txBody>
                    <a:bodyPr/>
                    <a:lstStyle/>
                    <a:p>
                      <a:pPr algn="ctr" fontAlgn="b">
                        <a:buNone/>
                      </a:pPr>
                      <a:r>
                        <a:rPr lang="en-IN" sz="1200" b="0" i="0" u="none" strike="noStrike">
                          <a:solidFill>
                            <a:srgbClr val="000000"/>
                          </a:solidFill>
                          <a:effectLst/>
                          <a:latin typeface="+mj-lt"/>
                        </a:rPr>
                        <a:t>3</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ACC015</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8</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1347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192.42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4322009"/>
                  </a:ext>
                </a:extLst>
              </a:tr>
              <a:tr h="308745">
                <a:tc>
                  <a:txBody>
                    <a:bodyPr/>
                    <a:lstStyle/>
                    <a:p>
                      <a:pPr algn="ctr" fontAlgn="b">
                        <a:buNone/>
                      </a:pPr>
                      <a:r>
                        <a:rPr lang="en-IN" sz="1200" b="0" i="0" u="none" strike="noStrike">
                          <a:solidFill>
                            <a:srgbClr val="000000"/>
                          </a:solidFill>
                          <a:effectLst/>
                          <a:latin typeface="+mj-lt"/>
                        </a:rPr>
                        <a:t>4</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ACC012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1804</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257.71</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1597165"/>
                  </a:ext>
                </a:extLst>
              </a:tr>
              <a:tr h="308745">
                <a:tc>
                  <a:txBody>
                    <a:bodyPr/>
                    <a:lstStyle/>
                    <a:p>
                      <a:pPr algn="ctr" fontAlgn="b">
                        <a:buNone/>
                      </a:pPr>
                      <a:r>
                        <a:rPr lang="en-IN" sz="1200" b="0" i="0" u="none" strike="noStrike">
                          <a:solidFill>
                            <a:srgbClr val="000000"/>
                          </a:solidFill>
                          <a:effectLst/>
                          <a:latin typeface="+mj-lt"/>
                        </a:rPr>
                        <a:t>5</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ACC009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11</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2699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269.90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191730"/>
                  </a:ext>
                </a:extLst>
              </a:tr>
              <a:tr h="308745">
                <a:tc>
                  <a:txBody>
                    <a:bodyPr/>
                    <a:lstStyle/>
                    <a:p>
                      <a:pPr algn="ctr" fontAlgn="b">
                        <a:buNone/>
                      </a:pPr>
                      <a:r>
                        <a:rPr lang="en-IN" sz="1200" b="0" i="0" u="none" strike="noStrike">
                          <a:solidFill>
                            <a:srgbClr val="000000"/>
                          </a:solidFill>
                          <a:effectLst/>
                          <a:latin typeface="+mj-lt"/>
                        </a:rPr>
                        <a:t>6</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ACC003</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24</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15</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4947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329.80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1636446"/>
                  </a:ext>
                </a:extLst>
              </a:tr>
              <a:tr h="308745">
                <a:tc>
                  <a:txBody>
                    <a:bodyPr/>
                    <a:lstStyle/>
                    <a:p>
                      <a:pPr algn="ctr" fontAlgn="b">
                        <a:buNone/>
                      </a:pPr>
                      <a:r>
                        <a:rPr lang="en-IN" sz="1200" b="0" i="0" u="none" strike="noStrike">
                          <a:solidFill>
                            <a:srgbClr val="000000"/>
                          </a:solidFill>
                          <a:effectLst/>
                          <a:latin typeface="+mj-lt"/>
                        </a:rPr>
                        <a:t>7</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ACC018</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4</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3</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1095</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365.00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0462173"/>
                  </a:ext>
                </a:extLst>
              </a:tr>
              <a:tr h="308745">
                <a:tc>
                  <a:txBody>
                    <a:bodyPr/>
                    <a:lstStyle/>
                    <a:p>
                      <a:pPr algn="ctr" fontAlgn="b">
                        <a:buNone/>
                      </a:pPr>
                      <a:r>
                        <a:rPr lang="en-IN" sz="1200" b="0" i="0" u="none" strike="noStrike">
                          <a:solidFill>
                            <a:srgbClr val="000000"/>
                          </a:solidFill>
                          <a:effectLst/>
                          <a:latin typeface="+mj-lt"/>
                        </a:rPr>
                        <a:t>8</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ACC004</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13</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5402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415.53</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4372390"/>
                  </a:ext>
                </a:extLst>
              </a:tr>
              <a:tr h="308745">
                <a:tc>
                  <a:txBody>
                    <a:bodyPr/>
                    <a:lstStyle/>
                    <a:p>
                      <a:pPr algn="ctr" fontAlgn="b">
                        <a:buNone/>
                      </a:pPr>
                      <a:r>
                        <a:rPr lang="en-IN" sz="1200" b="0" i="0" u="none" strike="noStrike">
                          <a:solidFill>
                            <a:srgbClr val="000000"/>
                          </a:solidFill>
                          <a:effectLst/>
                          <a:latin typeface="+mj-lt"/>
                        </a:rPr>
                        <a:t>9</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ACC008</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6</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3049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508.16</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639940"/>
                  </a:ext>
                </a:extLst>
              </a:tr>
              <a:tr h="308745">
                <a:tc>
                  <a:txBody>
                    <a:bodyPr/>
                    <a:lstStyle/>
                    <a:p>
                      <a:pPr algn="ctr" fontAlgn="b">
                        <a:buNone/>
                      </a:pPr>
                      <a:r>
                        <a:rPr lang="en-IN" sz="1200" b="0" i="0" u="none" strike="noStrike" dirty="0">
                          <a:solidFill>
                            <a:srgbClr val="000000"/>
                          </a:solidFill>
                          <a:effectLst/>
                          <a:latin typeface="+mj-lt"/>
                        </a:rPr>
                        <a:t>10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ACC014</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6</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6</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3126</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521.00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9462671"/>
                  </a:ext>
                </a:extLst>
              </a:tr>
            </a:tbl>
          </a:graphicData>
        </a:graphic>
      </p:graphicFrame>
    </p:spTree>
    <p:extLst>
      <p:ext uri="{BB962C8B-B14F-4D97-AF65-F5344CB8AC3E}">
        <p14:creationId xmlns:p14="http://schemas.microsoft.com/office/powerpoint/2010/main" val="2120740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C1FE8-3789-C3EA-487C-826F20E2B802}"/>
              </a:ext>
            </a:extLst>
          </p:cNvPr>
          <p:cNvSpPr>
            <a:spLocks noGrp="1"/>
          </p:cNvSpPr>
          <p:nvPr>
            <p:ph type="title"/>
          </p:nvPr>
        </p:nvSpPr>
        <p:spPr/>
        <p:txBody>
          <a:bodyPr/>
          <a:lstStyle/>
          <a:p>
            <a:r>
              <a:rPr lang="en-US" sz="2400" dirty="0"/>
              <a:t>Scatter plot comparing Affiliated doctors vs prescriptions-per-active-doctor ratio.</a:t>
            </a:r>
            <a:endParaRPr lang="en-US" dirty="0"/>
          </a:p>
        </p:txBody>
      </p:sp>
      <p:graphicFrame>
        <p:nvGraphicFramePr>
          <p:cNvPr id="10" name="Content Placeholder 9">
            <a:extLst>
              <a:ext uri="{FF2B5EF4-FFF2-40B4-BE49-F238E27FC236}">
                <a16:creationId xmlns:a16="http://schemas.microsoft.com/office/drawing/2014/main" id="{8E3172FA-AAD6-2CD1-59A6-9D217CB37476}"/>
              </a:ext>
            </a:extLst>
          </p:cNvPr>
          <p:cNvGraphicFramePr>
            <a:graphicFrameLocks noGrp="1"/>
          </p:cNvGraphicFramePr>
          <p:nvPr>
            <p:ph idx="1"/>
            <p:extLst>
              <p:ext uri="{D42A27DB-BD31-4B8C-83A1-F6EECF244321}">
                <p14:modId xmlns:p14="http://schemas.microsoft.com/office/powerpoint/2010/main" val="826976474"/>
              </p:ext>
            </p:extLst>
          </p:nvPr>
        </p:nvGraphicFramePr>
        <p:xfrm>
          <a:off x="243524" y="1287081"/>
          <a:ext cx="8370124" cy="4690243"/>
        </p:xfrm>
        <a:graphic>
          <a:graphicData uri="http://schemas.openxmlformats.org/drawingml/2006/chart">
            <c:chart xmlns:c="http://schemas.openxmlformats.org/drawingml/2006/chart" xmlns:r="http://schemas.openxmlformats.org/officeDocument/2006/relationships" r:id="rId3"/>
          </a:graphicData>
        </a:graphic>
      </p:graphicFrame>
      <p:sp>
        <p:nvSpPr>
          <p:cNvPr id="4" name="Slide Number Placeholder 3">
            <a:extLst>
              <a:ext uri="{FF2B5EF4-FFF2-40B4-BE49-F238E27FC236}">
                <a16:creationId xmlns:a16="http://schemas.microsoft.com/office/drawing/2014/main" id="{46B8963F-524E-21B4-E41D-95761EAF77B1}"/>
              </a:ext>
            </a:extLst>
          </p:cNvPr>
          <p:cNvSpPr>
            <a:spLocks noGrp="1"/>
          </p:cNvSpPr>
          <p:nvPr>
            <p:ph type="sldNum" sz="quarter" idx="4"/>
          </p:nvPr>
        </p:nvSpPr>
        <p:spPr/>
        <p:txBody>
          <a:bodyPr/>
          <a:lstStyle/>
          <a:p>
            <a:fld id="{611B2C2B-439E-457D-A75F-A794D509B660}" type="slidenum">
              <a:rPr lang="en-IN" smtClean="0"/>
              <a:pPr/>
              <a:t>11</a:t>
            </a:fld>
            <a:endParaRPr lang="en-IN"/>
          </a:p>
        </p:txBody>
      </p:sp>
      <p:sp>
        <p:nvSpPr>
          <p:cNvPr id="5" name="Footer Placeholder 4">
            <a:extLst>
              <a:ext uri="{FF2B5EF4-FFF2-40B4-BE49-F238E27FC236}">
                <a16:creationId xmlns:a16="http://schemas.microsoft.com/office/drawing/2014/main" id="{EFF91AB2-0712-470F-7C5B-A86EE9335F0A}"/>
              </a:ext>
            </a:extLst>
          </p:cNvPr>
          <p:cNvSpPr>
            <a:spLocks noGrp="1"/>
          </p:cNvSpPr>
          <p:nvPr>
            <p:ph type="ftr" sz="quarter" idx="3"/>
          </p:nvPr>
        </p:nvSpPr>
        <p:spPr/>
        <p:txBody>
          <a:bodyPr/>
          <a:lstStyle/>
          <a:p>
            <a:r>
              <a:rPr lang="en-US"/>
              <a:t>© 2026 ProcDNA</a:t>
            </a:r>
          </a:p>
        </p:txBody>
      </p:sp>
      <p:sp>
        <p:nvSpPr>
          <p:cNvPr id="6" name="Text Placeholder 5">
            <a:extLst>
              <a:ext uri="{FF2B5EF4-FFF2-40B4-BE49-F238E27FC236}">
                <a16:creationId xmlns:a16="http://schemas.microsoft.com/office/drawing/2014/main" id="{4DDF43CB-6FBB-8989-EA8E-7E25822342FA}"/>
              </a:ext>
            </a:extLst>
          </p:cNvPr>
          <p:cNvSpPr>
            <a:spLocks noGrp="1"/>
          </p:cNvSpPr>
          <p:nvPr>
            <p:ph type="body" sz="quarter" idx="10"/>
          </p:nvPr>
        </p:nvSpPr>
        <p:spPr/>
        <p:txBody>
          <a:bodyPr/>
          <a:lstStyle/>
          <a:p>
            <a:endParaRPr lang="en-US"/>
          </a:p>
        </p:txBody>
      </p:sp>
      <p:sp>
        <p:nvSpPr>
          <p:cNvPr id="7" name="Text Placeholder 6">
            <a:extLst>
              <a:ext uri="{FF2B5EF4-FFF2-40B4-BE49-F238E27FC236}">
                <a16:creationId xmlns:a16="http://schemas.microsoft.com/office/drawing/2014/main" id="{783D2ED6-1297-314D-392E-02C29EA2BDD9}"/>
              </a:ext>
            </a:extLst>
          </p:cNvPr>
          <p:cNvSpPr>
            <a:spLocks noGrp="1"/>
          </p:cNvSpPr>
          <p:nvPr>
            <p:ph type="body" sz="quarter" idx="11"/>
          </p:nvPr>
        </p:nvSpPr>
        <p:spPr/>
        <p:txBody>
          <a:bodyPr/>
          <a:lstStyle/>
          <a:p>
            <a:endParaRPr lang="en-US"/>
          </a:p>
        </p:txBody>
      </p:sp>
      <p:sp>
        <p:nvSpPr>
          <p:cNvPr id="3" name="Rectangle 2">
            <a:extLst>
              <a:ext uri="{FF2B5EF4-FFF2-40B4-BE49-F238E27FC236}">
                <a16:creationId xmlns:a16="http://schemas.microsoft.com/office/drawing/2014/main" id="{B5BF5D88-4EB1-BAF7-B3F9-CC0F5DAF1631}"/>
              </a:ext>
            </a:extLst>
          </p:cNvPr>
          <p:cNvSpPr/>
          <p:nvPr/>
        </p:nvSpPr>
        <p:spPr>
          <a:xfrm>
            <a:off x="8707161" y="1407846"/>
            <a:ext cx="3241315" cy="404230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600" b="1" dirty="0">
                <a:solidFill>
                  <a:schemeClr val="tx1"/>
                </a:solidFill>
              </a:rPr>
              <a:t>What strategic inferences can be derived?</a:t>
            </a:r>
            <a:endParaRPr lang="en-IN" sz="1600" b="1"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DE2B247-106B-6164-4963-219464B6E8B4}"/>
              </a:ext>
            </a:extLst>
          </p:cNvPr>
          <p:cNvPicPr>
            <a:picLocks noChangeAspect="1"/>
          </p:cNvPicPr>
          <p:nvPr/>
        </p:nvPicPr>
        <p:blipFill>
          <a:blip r:embed="rId4"/>
          <a:stretch>
            <a:fillRect/>
          </a:stretch>
        </p:blipFill>
        <p:spPr>
          <a:xfrm>
            <a:off x="150011" y="1260120"/>
            <a:ext cx="8463637" cy="4898016"/>
          </a:xfrm>
          <a:prstGeom prst="rect">
            <a:avLst/>
          </a:prstGeom>
        </p:spPr>
      </p:pic>
      <p:sp>
        <p:nvSpPr>
          <p:cNvPr id="11" name="TextBox 10">
            <a:extLst>
              <a:ext uri="{FF2B5EF4-FFF2-40B4-BE49-F238E27FC236}">
                <a16:creationId xmlns:a16="http://schemas.microsoft.com/office/drawing/2014/main" id="{13EC648F-0A76-6E32-F963-36A8C437D763}"/>
              </a:ext>
            </a:extLst>
          </p:cNvPr>
          <p:cNvSpPr txBox="1"/>
          <p:nvPr/>
        </p:nvSpPr>
        <p:spPr>
          <a:xfrm>
            <a:off x="8788400" y="1991360"/>
            <a:ext cx="3066563" cy="3362960"/>
          </a:xfrm>
          <a:prstGeom prst="rect">
            <a:avLst/>
          </a:prstGeom>
        </p:spPr>
        <p:txBody>
          <a:bodyPr vert="horz" wrap="square" lIns="0" tIns="0" rIns="0" bIns="0" rtlCol="0">
            <a:noAutofit/>
          </a:bodyPr>
          <a:lstStyle/>
          <a:p>
            <a:pPr defTabSz="914400">
              <a:spcBef>
                <a:spcPts val="300"/>
              </a:spcBef>
              <a:spcAft>
                <a:spcPts val="300"/>
              </a:spcAft>
              <a:buClr>
                <a:schemeClr val="bg2"/>
              </a:buClr>
              <a:buSzPct val="110000"/>
            </a:pPr>
            <a:r>
              <a:rPr lang="en-IN" sz="1600" dirty="0"/>
              <a:t>• Large accounts with low prescription activity offer the biggest growth opportunities. </a:t>
            </a:r>
          </a:p>
          <a:p>
            <a:pPr defTabSz="914400">
              <a:spcBef>
                <a:spcPts val="300"/>
              </a:spcBef>
              <a:spcAft>
                <a:spcPts val="300"/>
              </a:spcAft>
              <a:buClr>
                <a:schemeClr val="bg2"/>
              </a:buClr>
              <a:buSzPct val="110000"/>
            </a:pPr>
            <a:r>
              <a:rPr lang="en-IN" sz="1600" dirty="0"/>
              <a:t>• Some accounts have active prescribers, but overall usage of DRG001 remains low.</a:t>
            </a:r>
          </a:p>
          <a:p>
            <a:pPr defTabSz="914400">
              <a:spcBef>
                <a:spcPts val="300"/>
              </a:spcBef>
              <a:spcAft>
                <a:spcPts val="300"/>
              </a:spcAft>
              <a:buClr>
                <a:schemeClr val="bg2"/>
              </a:buClr>
              <a:buSzPct val="110000"/>
            </a:pPr>
            <a:r>
              <a:rPr lang="en-IN" sz="1600" dirty="0"/>
              <a:t>• High-performing accounts can serve as models for improving engagement strategies.</a:t>
            </a:r>
          </a:p>
          <a:p>
            <a:pPr defTabSz="914400">
              <a:spcBef>
                <a:spcPts val="300"/>
              </a:spcBef>
              <a:spcAft>
                <a:spcPts val="300"/>
              </a:spcAft>
              <a:buClr>
                <a:schemeClr val="bg2"/>
              </a:buClr>
              <a:buSzPct val="110000"/>
            </a:pPr>
            <a:r>
              <a:rPr lang="en-IN" sz="1600" dirty="0"/>
              <a:t>• Increasing prescriptions from existing doctors may be easier than onboarding new prescribers.</a:t>
            </a:r>
            <a:endParaRPr lang="en-IN" sz="1600" kern="1200" dirty="0">
              <a:solidFill>
                <a:schemeClr val="tx1"/>
              </a:solidFill>
              <a:latin typeface="+mj-lt"/>
              <a:ea typeface="+mn-ea"/>
              <a:cs typeface="Arial" panose="020B0604020202020204" pitchFamily="34" charset="0"/>
            </a:endParaRPr>
          </a:p>
        </p:txBody>
      </p:sp>
    </p:spTree>
    <p:extLst>
      <p:ext uri="{BB962C8B-B14F-4D97-AF65-F5344CB8AC3E}">
        <p14:creationId xmlns:p14="http://schemas.microsoft.com/office/powerpoint/2010/main" val="151950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B46C7-0AC5-D694-5E42-B28F58505A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AA50E30-6A15-AC84-4633-8EDDA7F66F98}"/>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b="1" i="0" dirty="0">
                <a:solidFill>
                  <a:srgbClr val="001E96"/>
                </a:solidFill>
                <a:latin typeface="Arial"/>
              </a:rPr>
              <a:t>Question 6: Did alerts actually change doctor behavior</a:t>
            </a:r>
            <a:r>
              <a:rPr lang="en-US" b="1" i="0" dirty="0">
                <a:solidFill>
                  <a:srgbClr val="001E96"/>
                </a:solidFill>
                <a:latin typeface="Arial"/>
              </a:rPr>
              <a:t> -</a:t>
            </a:r>
            <a:r>
              <a:rPr b="1" i="0" dirty="0">
                <a:solidFill>
                  <a:srgbClr val="001E96"/>
                </a:solidFill>
                <a:latin typeface="Arial"/>
              </a:rPr>
              <a:t> before vs. after?</a:t>
            </a:r>
            <a:endParaRPr lang="en-IN" dirty="0"/>
          </a:p>
        </p:txBody>
      </p:sp>
      <p:sp>
        <p:nvSpPr>
          <p:cNvPr id="13" name="Slide Number Placeholder 12">
            <a:extLst>
              <a:ext uri="{FF2B5EF4-FFF2-40B4-BE49-F238E27FC236}">
                <a16:creationId xmlns:a16="http://schemas.microsoft.com/office/drawing/2014/main" id="{EAC74327-D30B-3FCE-F901-3B784F71909E}"/>
              </a:ext>
            </a:extLst>
          </p:cNvPr>
          <p:cNvSpPr>
            <a:spLocks noGrp="1"/>
          </p:cNvSpPr>
          <p:nvPr>
            <p:ph type="sldNum" sz="quarter" idx="4"/>
          </p:nvPr>
        </p:nvSpPr>
        <p:spPr/>
        <p:txBody>
          <a:bodyPr/>
          <a:lstStyle/>
          <a:p>
            <a:fld id="{611B2C2B-439E-457D-A75F-A794D509B660}" type="slidenum">
              <a:rPr lang="en-IN" smtClean="0"/>
              <a:pPr/>
              <a:t>12</a:t>
            </a:fld>
            <a:endParaRPr lang="en-IN"/>
          </a:p>
        </p:txBody>
      </p:sp>
      <p:sp>
        <p:nvSpPr>
          <p:cNvPr id="14" name="Rectangle 13">
            <a:extLst>
              <a:ext uri="{FF2B5EF4-FFF2-40B4-BE49-F238E27FC236}">
                <a16:creationId xmlns:a16="http://schemas.microsoft.com/office/drawing/2014/main" id="{D7285327-29CB-1406-6AF4-B76FA475EC71}"/>
              </a:ext>
            </a:extLst>
          </p:cNvPr>
          <p:cNvSpPr/>
          <p:nvPr/>
        </p:nvSpPr>
        <p:spPr>
          <a:xfrm>
            <a:off x="320040" y="1221275"/>
            <a:ext cx="11567160" cy="1195904"/>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noAutofit/>
          </a:bodyPr>
          <a:lstStyle/>
          <a:p>
            <a:pPr>
              <a:spcBef>
                <a:spcPts val="300"/>
              </a:spcBef>
              <a:spcAft>
                <a:spcPts val="300"/>
              </a:spcAft>
            </a:pPr>
            <a:r>
              <a:rPr lang="en-IN" sz="1600" dirty="0">
                <a:solidFill>
                  <a:schemeClr val="tx1"/>
                </a:solidFill>
              </a:rPr>
              <a:t>Yes, the analysis shows that </a:t>
            </a:r>
            <a:r>
              <a:rPr lang="en-IN" sz="1600" b="1" dirty="0">
                <a:solidFill>
                  <a:schemeClr val="tx1"/>
                </a:solidFill>
              </a:rPr>
              <a:t>positive alerts did influence prescribing </a:t>
            </a:r>
            <a:r>
              <a:rPr lang="en-IN" sz="1600" b="1" dirty="0" err="1">
                <a:solidFill>
                  <a:schemeClr val="tx1"/>
                </a:solidFill>
              </a:rPr>
              <a:t>behavior</a:t>
            </a:r>
            <a:r>
              <a:rPr lang="en-IN" sz="1600" b="1" dirty="0">
                <a:solidFill>
                  <a:schemeClr val="tx1"/>
                </a:solidFill>
              </a:rPr>
              <a:t> for a subset of HCPs</a:t>
            </a:r>
            <a:r>
              <a:rPr lang="en-IN" sz="1600" dirty="0">
                <a:solidFill>
                  <a:schemeClr val="tx1"/>
                </a:solidFill>
              </a:rPr>
              <a:t>. Several doctors significantly increased their DRG001 prescription volume after receiving their first positive alert. The Top 10 HCPs recorded substantial prescription lifts, with the highest-performing doctor (</a:t>
            </a:r>
            <a:r>
              <a:rPr lang="en-IN" sz="1600" b="1" dirty="0">
                <a:solidFill>
                  <a:schemeClr val="tx1"/>
                </a:solidFill>
              </a:rPr>
              <a:t>HCP040</a:t>
            </a:r>
            <a:r>
              <a:rPr lang="en-IN" sz="1600" dirty="0">
                <a:solidFill>
                  <a:schemeClr val="tx1"/>
                </a:solidFill>
              </a:rPr>
              <a:t>) showing a </a:t>
            </a:r>
            <a:r>
              <a:rPr lang="en-IN" sz="1600" b="1" dirty="0">
                <a:solidFill>
                  <a:schemeClr val="tx1"/>
                </a:solidFill>
              </a:rPr>
              <a:t>1687.5% increase</a:t>
            </a:r>
            <a:r>
              <a:rPr lang="en-IN" sz="1600" dirty="0">
                <a:solidFill>
                  <a:schemeClr val="tx1"/>
                </a:solidFill>
              </a:rPr>
              <a:t> in prescription volume after the alert.</a:t>
            </a:r>
            <a:endParaRPr lang="en-US" sz="1600" dirty="0">
              <a:solidFill>
                <a:schemeClr val="tx1"/>
              </a:solidFill>
            </a:endParaRPr>
          </a:p>
        </p:txBody>
      </p:sp>
      <p:sp>
        <p:nvSpPr>
          <p:cNvPr id="15" name="TextBox 14">
            <a:extLst>
              <a:ext uri="{FF2B5EF4-FFF2-40B4-BE49-F238E27FC236}">
                <a16:creationId xmlns:a16="http://schemas.microsoft.com/office/drawing/2014/main" id="{B9E3A13C-C4B2-4833-6209-E92DB7A09023}"/>
              </a:ext>
            </a:extLst>
          </p:cNvPr>
          <p:cNvSpPr txBox="1"/>
          <p:nvPr/>
        </p:nvSpPr>
        <p:spPr>
          <a:xfrm>
            <a:off x="1867773" y="2186477"/>
            <a:ext cx="3808252" cy="235623"/>
          </a:xfrm>
          <a:prstGeom prst="rect">
            <a:avLst/>
          </a:prstGeom>
          <a:noFill/>
        </p:spPr>
        <p:txBody>
          <a:bodyPr wrap="square" lIns="0" tIns="0" rIns="0" bIns="0" anchor="t">
            <a:noAutofit/>
          </a:bodyPr>
          <a:lstStyle/>
          <a:p>
            <a:pPr algn="ctr">
              <a:lnSpc>
                <a:spcPct val="90000"/>
              </a:lnSpc>
              <a:spcAft>
                <a:spcPts val="100"/>
              </a:spcAft>
            </a:pPr>
            <a:endParaRPr sz="1600" b="1" i="0" dirty="0">
              <a:solidFill>
                <a:srgbClr val="001E96"/>
              </a:solidFill>
              <a:latin typeface="Arial"/>
            </a:endParaRPr>
          </a:p>
        </p:txBody>
      </p:sp>
      <p:sp>
        <p:nvSpPr>
          <p:cNvPr id="88" name="TextBox 87">
            <a:extLst>
              <a:ext uri="{FF2B5EF4-FFF2-40B4-BE49-F238E27FC236}">
                <a16:creationId xmlns:a16="http://schemas.microsoft.com/office/drawing/2014/main" id="{874E7CBC-4020-8A74-B568-EBA8E03B3543}"/>
              </a:ext>
            </a:extLst>
          </p:cNvPr>
          <p:cNvSpPr txBox="1"/>
          <p:nvPr/>
        </p:nvSpPr>
        <p:spPr>
          <a:xfrm>
            <a:off x="8348236" y="2160599"/>
            <a:ext cx="2801688" cy="235623"/>
          </a:xfrm>
          <a:prstGeom prst="rect">
            <a:avLst/>
          </a:prstGeom>
          <a:noFill/>
        </p:spPr>
        <p:txBody>
          <a:bodyPr wrap="square" lIns="0" tIns="0" rIns="0" bIns="0" anchor="t">
            <a:noAutofit/>
          </a:bodyPr>
          <a:lstStyle/>
          <a:p>
            <a:pPr algn="ctr">
              <a:lnSpc>
                <a:spcPct val="90000"/>
              </a:lnSpc>
              <a:spcAft>
                <a:spcPts val="100"/>
              </a:spcAft>
            </a:pPr>
            <a:endParaRPr sz="1600" b="1" i="0" dirty="0">
              <a:solidFill>
                <a:srgbClr val="001E96"/>
              </a:solidFill>
              <a:latin typeface="Arial"/>
            </a:endParaRPr>
          </a:p>
        </p:txBody>
      </p:sp>
      <p:sp>
        <p:nvSpPr>
          <p:cNvPr id="109" name="Rectangle 108">
            <a:extLst>
              <a:ext uri="{FF2B5EF4-FFF2-40B4-BE49-F238E27FC236}">
                <a16:creationId xmlns:a16="http://schemas.microsoft.com/office/drawing/2014/main" id="{DF6BBA5C-70FD-D338-439D-57CBC4C75C6A}"/>
              </a:ext>
            </a:extLst>
          </p:cNvPr>
          <p:cNvSpPr/>
          <p:nvPr/>
        </p:nvSpPr>
        <p:spPr>
          <a:xfrm>
            <a:off x="7543800" y="5163591"/>
            <a:ext cx="4410560" cy="1599307"/>
          </a:xfrm>
          <a:prstGeom prst="rect">
            <a:avLst/>
          </a:prstGeom>
          <a:solidFill>
            <a:schemeClr val="bg1"/>
          </a:solidFill>
          <a:ln>
            <a:solidFill>
              <a:schemeClr val="bg2"/>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normAutofit lnSpcReduction="10000"/>
          </a:bodyPr>
          <a:lstStyle/>
          <a:p>
            <a:pPr algn="ctr">
              <a:lnSpc>
                <a:spcPct val="90000"/>
              </a:lnSpc>
              <a:spcAft>
                <a:spcPts val="100"/>
              </a:spcAft>
            </a:pPr>
            <a:r>
              <a:rPr lang="en-US" sz="1400" b="1" i="0">
                <a:solidFill>
                  <a:schemeClr val="tx1"/>
                </a:solidFill>
                <a:latin typeface="Arial"/>
              </a:rPr>
              <a:t>Formula</a:t>
            </a:r>
          </a:p>
          <a:p>
            <a:pPr algn="ctr">
              <a:lnSpc>
                <a:spcPct val="90000"/>
              </a:lnSpc>
              <a:spcAft>
                <a:spcPts val="100"/>
              </a:spcAft>
            </a:pPr>
            <a:endParaRPr lang="en-US" sz="1400" b="1" i="0">
              <a:solidFill>
                <a:schemeClr val="tx1"/>
              </a:solidFill>
              <a:latin typeface="Arial"/>
            </a:endParaRPr>
          </a:p>
          <a:p>
            <a:pPr algn="ctr">
              <a:lnSpc>
                <a:spcPct val="90000"/>
              </a:lnSpc>
              <a:spcAft>
                <a:spcPts val="100"/>
              </a:spcAft>
            </a:pPr>
            <a:r>
              <a:rPr lang="en-US" sz="1400" b="1" i="0">
                <a:solidFill>
                  <a:schemeClr val="tx1"/>
                </a:solidFill>
                <a:latin typeface="Arial"/>
              </a:rPr>
              <a:t>Lift% </a:t>
            </a:r>
            <a:r>
              <a:rPr lang="en-US" sz="1400" b="0" i="0">
                <a:solidFill>
                  <a:schemeClr val="tx1"/>
                </a:solidFill>
                <a:latin typeface="Arial"/>
              </a:rPr>
              <a:t>: (Post </a:t>
            </a:r>
            <a:r>
              <a:rPr lang="en-US" sz="1400">
                <a:solidFill>
                  <a:schemeClr val="tx1"/>
                </a:solidFill>
                <a:latin typeface="Arial"/>
              </a:rPr>
              <a:t>Prescription</a:t>
            </a:r>
            <a:r>
              <a:rPr lang="en-US" sz="1400" b="0" i="0">
                <a:solidFill>
                  <a:schemeClr val="tx1"/>
                </a:solidFill>
                <a:latin typeface="Arial"/>
              </a:rPr>
              <a:t> Volume – Pre </a:t>
            </a:r>
            <a:r>
              <a:rPr lang="en-US" sz="1400">
                <a:solidFill>
                  <a:schemeClr val="tx1"/>
                </a:solidFill>
              </a:rPr>
              <a:t>Prescription </a:t>
            </a:r>
            <a:r>
              <a:rPr lang="en-US" sz="1400" b="0" i="0">
                <a:solidFill>
                  <a:schemeClr val="tx1"/>
                </a:solidFill>
                <a:latin typeface="Arial"/>
              </a:rPr>
              <a:t>Volume) / (Pre </a:t>
            </a:r>
            <a:r>
              <a:rPr lang="en-US" sz="1400">
                <a:solidFill>
                  <a:schemeClr val="tx1"/>
                </a:solidFill>
              </a:rPr>
              <a:t>Prescription </a:t>
            </a:r>
            <a:r>
              <a:rPr lang="en-US" sz="1400" b="0" i="0">
                <a:solidFill>
                  <a:schemeClr val="tx1"/>
                </a:solidFill>
                <a:latin typeface="Arial"/>
              </a:rPr>
              <a:t>Volume) * 100</a:t>
            </a:r>
            <a:br>
              <a:rPr lang="en-US" sz="1400" b="0" i="0">
                <a:solidFill>
                  <a:schemeClr val="tx1"/>
                </a:solidFill>
                <a:latin typeface="Arial"/>
              </a:rPr>
            </a:br>
            <a:endParaRPr lang="en-US" sz="1400" b="0" i="0">
              <a:solidFill>
                <a:schemeClr val="tx1"/>
              </a:solidFill>
              <a:latin typeface="Arial"/>
            </a:endParaRPr>
          </a:p>
          <a:p>
            <a:pPr marL="285750" indent="-285750">
              <a:lnSpc>
                <a:spcPct val="90000"/>
              </a:lnSpc>
              <a:spcAft>
                <a:spcPts val="100"/>
              </a:spcAft>
              <a:buFont typeface="Wingdings" panose="05000000000000000000" pitchFamily="2" charset="2"/>
              <a:buChar char="§"/>
            </a:pPr>
            <a:r>
              <a:rPr lang="en-GB" sz="1400">
                <a:solidFill>
                  <a:srgbClr val="000000"/>
                </a:solidFill>
              </a:rPr>
              <a:t>New starters: pre=0, post&gt;0</a:t>
            </a:r>
          </a:p>
          <a:p>
            <a:pPr marL="285750" indent="-285750">
              <a:lnSpc>
                <a:spcPct val="90000"/>
              </a:lnSpc>
              <a:spcAft>
                <a:spcPts val="100"/>
              </a:spcAft>
              <a:buFont typeface="Wingdings" panose="05000000000000000000" pitchFamily="2" charset="2"/>
              <a:buChar char="§"/>
            </a:pPr>
            <a:r>
              <a:rPr lang="en-GB" sz="1400">
                <a:solidFill>
                  <a:srgbClr val="000000"/>
                </a:solidFill>
              </a:rPr>
              <a:t>Growers: pre&gt;0 and lift% ≥ +20%</a:t>
            </a:r>
          </a:p>
          <a:p>
            <a:pPr marL="285750" indent="-285750">
              <a:lnSpc>
                <a:spcPct val="90000"/>
              </a:lnSpc>
              <a:spcAft>
                <a:spcPts val="100"/>
              </a:spcAft>
              <a:buFont typeface="Wingdings" panose="05000000000000000000" pitchFamily="2" charset="2"/>
              <a:buChar char="§"/>
            </a:pPr>
            <a:r>
              <a:rPr lang="en-GB" sz="1400">
                <a:solidFill>
                  <a:srgbClr val="000000"/>
                </a:solidFill>
              </a:rPr>
              <a:t>Non-responders: </a:t>
            </a:r>
            <a:r>
              <a:rPr lang="en-US" sz="1400">
                <a:solidFill>
                  <a:srgbClr val="000000"/>
                </a:solidFill>
              </a:rPr>
              <a:t>Everything else</a:t>
            </a:r>
            <a:endParaRPr lang="en-US" sz="1400" b="0" i="0">
              <a:solidFill>
                <a:schemeClr val="tx1"/>
              </a:solidFill>
              <a:latin typeface="Arial"/>
            </a:endParaRPr>
          </a:p>
          <a:p>
            <a:pPr algn="ctr">
              <a:lnSpc>
                <a:spcPct val="90000"/>
              </a:lnSpc>
              <a:spcAft>
                <a:spcPts val="100"/>
              </a:spcAft>
            </a:pPr>
            <a:endParaRPr lang="en-US" sz="1400" b="0" i="0">
              <a:solidFill>
                <a:schemeClr val="tx1"/>
              </a:solidFill>
              <a:latin typeface="Arial"/>
            </a:endParaRPr>
          </a:p>
        </p:txBody>
      </p:sp>
      <p:graphicFrame>
        <p:nvGraphicFramePr>
          <p:cNvPr id="2" name="Content Placeholder 9">
            <a:extLst>
              <a:ext uri="{FF2B5EF4-FFF2-40B4-BE49-F238E27FC236}">
                <a16:creationId xmlns:a16="http://schemas.microsoft.com/office/drawing/2014/main" id="{19465D26-E0C8-6086-96D3-260999E40E20}"/>
              </a:ext>
            </a:extLst>
          </p:cNvPr>
          <p:cNvGraphicFramePr>
            <a:graphicFrameLocks/>
          </p:cNvGraphicFramePr>
          <p:nvPr>
            <p:extLst>
              <p:ext uri="{D42A27DB-BD31-4B8C-83A1-F6EECF244321}">
                <p14:modId xmlns:p14="http://schemas.microsoft.com/office/powerpoint/2010/main" val="2985711368"/>
              </p:ext>
            </p:extLst>
          </p:nvPr>
        </p:nvGraphicFramePr>
        <p:xfrm>
          <a:off x="320040" y="2501683"/>
          <a:ext cx="6903719" cy="4109890"/>
        </p:xfrm>
        <a:graphic>
          <a:graphicData uri="http://schemas.openxmlformats.org/drawingml/2006/table">
            <a:tbl>
              <a:tblPr firstRow="1" bandRow="1"/>
              <a:tblGrid>
                <a:gridCol w="1287135">
                  <a:extLst>
                    <a:ext uri="{9D8B030D-6E8A-4147-A177-3AD203B41FA5}">
                      <a16:colId xmlns:a16="http://schemas.microsoft.com/office/drawing/2014/main" val="20000"/>
                    </a:ext>
                  </a:extLst>
                </a:gridCol>
                <a:gridCol w="1404146">
                  <a:extLst>
                    <a:ext uri="{9D8B030D-6E8A-4147-A177-3AD203B41FA5}">
                      <a16:colId xmlns:a16="http://schemas.microsoft.com/office/drawing/2014/main" val="3867749177"/>
                    </a:ext>
                  </a:extLst>
                </a:gridCol>
                <a:gridCol w="1404146">
                  <a:extLst>
                    <a:ext uri="{9D8B030D-6E8A-4147-A177-3AD203B41FA5}">
                      <a16:colId xmlns:a16="http://schemas.microsoft.com/office/drawing/2014/main" val="915976798"/>
                    </a:ext>
                  </a:extLst>
                </a:gridCol>
                <a:gridCol w="1396053">
                  <a:extLst>
                    <a:ext uri="{9D8B030D-6E8A-4147-A177-3AD203B41FA5}">
                      <a16:colId xmlns:a16="http://schemas.microsoft.com/office/drawing/2014/main" val="2610764502"/>
                    </a:ext>
                  </a:extLst>
                </a:gridCol>
                <a:gridCol w="1412239">
                  <a:extLst>
                    <a:ext uri="{9D8B030D-6E8A-4147-A177-3AD203B41FA5}">
                      <a16:colId xmlns:a16="http://schemas.microsoft.com/office/drawing/2014/main" val="1920930531"/>
                    </a:ext>
                  </a:extLst>
                </a:gridCol>
              </a:tblGrid>
              <a:tr h="772856">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Rank</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dirty="0">
                          <a:solidFill>
                            <a:schemeClr val="bg1"/>
                          </a:solidFill>
                          <a:effectLst/>
                          <a:latin typeface="+mj-lt"/>
                          <a:cs typeface="Arial"/>
                        </a:rPr>
                        <a:t>HCP_ID</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Total Prescription Volume Before Alert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kern="1200">
                          <a:solidFill>
                            <a:schemeClr val="bg1"/>
                          </a:solidFill>
                          <a:effectLst/>
                          <a:latin typeface="+mn-lt"/>
                          <a:ea typeface="+mn-ea"/>
                          <a:cs typeface="Arial"/>
                        </a:rPr>
                        <a:t>Total Prescription Volume After Alert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Lift %</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10000"/>
                  </a:ext>
                </a:extLst>
              </a:tr>
              <a:tr h="325645">
                <a:tc>
                  <a:txBody>
                    <a:bodyPr/>
                    <a:lstStyle/>
                    <a:p>
                      <a:pPr algn="ctr" fontAlgn="b">
                        <a:buNone/>
                      </a:pPr>
                      <a:r>
                        <a:rPr lang="en-IN" sz="1400" b="0" i="0" u="none" strike="noStrike">
                          <a:solidFill>
                            <a:srgbClr val="000000"/>
                          </a:solidFill>
                          <a:effectLst/>
                          <a:latin typeface="+mj-lt"/>
                        </a:rPr>
                        <a:t>1</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HCP040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8</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143</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kern="1200" dirty="0">
                          <a:solidFill>
                            <a:schemeClr val="tx1"/>
                          </a:solidFill>
                          <a:latin typeface="+mn-lt"/>
                          <a:ea typeface="+mn-ea"/>
                          <a:cs typeface="+mn-cs"/>
                        </a:rPr>
                        <a:t>1687.500000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221046"/>
                  </a:ext>
                </a:extLst>
              </a:tr>
              <a:tr h="325645">
                <a:tc>
                  <a:txBody>
                    <a:bodyPr/>
                    <a:lstStyle/>
                    <a:p>
                      <a:pPr algn="ctr" fontAlgn="b">
                        <a:buNone/>
                      </a:pPr>
                      <a:r>
                        <a:rPr lang="en-IN" sz="1400" b="0" i="0" u="none" strike="noStrike">
                          <a:solidFill>
                            <a:srgbClr val="000000"/>
                          </a:solidFill>
                          <a:effectLst/>
                          <a:latin typeface="+mj-lt"/>
                        </a:rPr>
                        <a:t>2</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HCP050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10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107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kern="1200" dirty="0">
                          <a:solidFill>
                            <a:schemeClr val="tx1"/>
                          </a:solidFill>
                          <a:latin typeface="+mn-lt"/>
                          <a:ea typeface="+mn-ea"/>
                          <a:cs typeface="+mn-cs"/>
                        </a:rPr>
                        <a:t>970.000000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2284290"/>
                  </a:ext>
                </a:extLst>
              </a:tr>
              <a:tr h="325645">
                <a:tc>
                  <a:txBody>
                    <a:bodyPr/>
                    <a:lstStyle/>
                    <a:p>
                      <a:pPr algn="ctr" fontAlgn="b">
                        <a:buNone/>
                      </a:pPr>
                      <a:r>
                        <a:rPr lang="en-IN" sz="1400" b="0" i="0" u="none" strike="noStrike">
                          <a:solidFill>
                            <a:srgbClr val="000000"/>
                          </a:solidFill>
                          <a:effectLst/>
                          <a:latin typeface="+mj-lt"/>
                        </a:rPr>
                        <a:t>3</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HCP006</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32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249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kern="1200" dirty="0">
                          <a:solidFill>
                            <a:schemeClr val="tx1"/>
                          </a:solidFill>
                          <a:latin typeface="+mn-lt"/>
                          <a:ea typeface="+mn-ea"/>
                          <a:cs typeface="+mn-cs"/>
                        </a:rPr>
                        <a:t>678.125000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6964857"/>
                  </a:ext>
                </a:extLst>
              </a:tr>
              <a:tr h="325645">
                <a:tc>
                  <a:txBody>
                    <a:bodyPr/>
                    <a:lstStyle/>
                    <a:p>
                      <a:pPr algn="ctr" fontAlgn="b">
                        <a:buNone/>
                      </a:pPr>
                      <a:r>
                        <a:rPr lang="en-IN" sz="1400" b="0" i="0" u="none" strike="noStrike">
                          <a:solidFill>
                            <a:srgbClr val="000000"/>
                          </a:solidFill>
                          <a:effectLst/>
                          <a:latin typeface="+mj-lt"/>
                        </a:rPr>
                        <a:t>4</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HCP108</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31</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38</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kern="1200" dirty="0">
                          <a:solidFill>
                            <a:schemeClr val="tx1"/>
                          </a:solidFill>
                          <a:latin typeface="+mn-lt"/>
                          <a:ea typeface="+mn-ea"/>
                          <a:cs typeface="+mn-cs"/>
                        </a:rPr>
                        <a:t>667.741935</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3139912"/>
                  </a:ext>
                </a:extLst>
              </a:tr>
              <a:tr h="325645">
                <a:tc>
                  <a:txBody>
                    <a:bodyPr/>
                    <a:lstStyle/>
                    <a:p>
                      <a:pPr algn="ctr" fontAlgn="b">
                        <a:buNone/>
                      </a:pPr>
                      <a:r>
                        <a:rPr lang="en-IN" sz="1400" b="0" i="0" u="none" strike="noStrike">
                          <a:solidFill>
                            <a:srgbClr val="000000"/>
                          </a:solidFill>
                          <a:effectLst/>
                          <a:latin typeface="+mj-lt"/>
                        </a:rPr>
                        <a:t>5</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HCP016</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50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279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kern="1200" dirty="0">
                          <a:solidFill>
                            <a:schemeClr val="tx1"/>
                          </a:solidFill>
                          <a:latin typeface="+mn-lt"/>
                          <a:ea typeface="+mn-ea"/>
                          <a:cs typeface="+mn-cs"/>
                        </a:rPr>
                        <a:t>458.000000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25645">
                <a:tc>
                  <a:txBody>
                    <a:bodyPr/>
                    <a:lstStyle/>
                    <a:p>
                      <a:pPr algn="ctr" fontAlgn="b">
                        <a:buNone/>
                      </a:pPr>
                      <a:r>
                        <a:rPr lang="en-IN" sz="1400" b="0" i="0" u="none" strike="noStrike">
                          <a:solidFill>
                            <a:srgbClr val="000000"/>
                          </a:solidFill>
                          <a:effectLst/>
                          <a:latin typeface="+mj-lt"/>
                        </a:rPr>
                        <a:t>6</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HCP159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42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232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kern="1200" dirty="0">
                          <a:solidFill>
                            <a:schemeClr val="tx1"/>
                          </a:solidFill>
                          <a:latin typeface="+mn-lt"/>
                          <a:ea typeface="+mn-ea"/>
                          <a:cs typeface="+mn-cs"/>
                        </a:rPr>
                        <a:t>452.380952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6670861"/>
                  </a:ext>
                </a:extLst>
              </a:tr>
              <a:tr h="325645">
                <a:tc>
                  <a:txBody>
                    <a:bodyPr/>
                    <a:lstStyle/>
                    <a:p>
                      <a:pPr algn="ctr" fontAlgn="b">
                        <a:buNone/>
                      </a:pPr>
                      <a:r>
                        <a:rPr lang="en-IN" sz="1400" b="0" i="0" u="none" strike="noStrike">
                          <a:solidFill>
                            <a:srgbClr val="000000"/>
                          </a:solidFill>
                          <a:effectLst/>
                          <a:latin typeface="+mj-lt"/>
                        </a:rPr>
                        <a:t>7</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HCP157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72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387</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kern="1200" dirty="0">
                          <a:solidFill>
                            <a:schemeClr val="tx1"/>
                          </a:solidFill>
                          <a:latin typeface="+mn-lt"/>
                          <a:ea typeface="+mn-ea"/>
                          <a:cs typeface="+mn-cs"/>
                        </a:rPr>
                        <a:t>437.500000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4797265"/>
                  </a:ext>
                </a:extLst>
              </a:tr>
              <a:tr h="325645">
                <a:tc>
                  <a:txBody>
                    <a:bodyPr/>
                    <a:lstStyle/>
                    <a:p>
                      <a:pPr algn="ctr" fontAlgn="b">
                        <a:buNone/>
                      </a:pPr>
                      <a:r>
                        <a:rPr lang="en-IN" sz="1400" b="0" i="0" u="none" strike="noStrike">
                          <a:solidFill>
                            <a:srgbClr val="000000"/>
                          </a:solidFill>
                          <a:effectLst/>
                          <a:latin typeface="+mj-lt"/>
                        </a:rPr>
                        <a:t>8</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HCP211</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42</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223</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kern="1200" dirty="0">
                          <a:solidFill>
                            <a:schemeClr val="tx1"/>
                          </a:solidFill>
                          <a:latin typeface="+mn-lt"/>
                          <a:ea typeface="+mn-ea"/>
                          <a:cs typeface="+mn-cs"/>
                        </a:rPr>
                        <a:t>430.952381</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4041201"/>
                  </a:ext>
                </a:extLst>
              </a:tr>
              <a:tr h="325645">
                <a:tc>
                  <a:txBody>
                    <a:bodyPr/>
                    <a:lstStyle/>
                    <a:p>
                      <a:pPr algn="ctr" fontAlgn="b">
                        <a:buNone/>
                      </a:pPr>
                      <a:r>
                        <a:rPr lang="en-US" sz="1400" b="0" i="0" u="none" strike="noStrike">
                          <a:solidFill>
                            <a:srgbClr val="000000"/>
                          </a:solidFill>
                          <a:effectLst/>
                          <a:latin typeface="+mj-lt"/>
                        </a:rPr>
                        <a:t>9</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HCP209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64</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335</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kern="1200" dirty="0">
                          <a:solidFill>
                            <a:schemeClr val="tx1"/>
                          </a:solidFill>
                          <a:latin typeface="+mn-lt"/>
                          <a:ea typeface="+mn-ea"/>
                          <a:cs typeface="+mn-cs"/>
                        </a:rPr>
                        <a:t>423.437500</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1375464"/>
                  </a:ext>
                </a:extLst>
              </a:tr>
              <a:tr h="325645">
                <a:tc>
                  <a:txBody>
                    <a:bodyPr/>
                    <a:lstStyle/>
                    <a:p>
                      <a:pPr algn="ctr" fontAlgn="b">
                        <a:buNone/>
                      </a:pPr>
                      <a:r>
                        <a:rPr lang="en-US" sz="1400" b="0" i="0" u="none" strike="noStrike">
                          <a:solidFill>
                            <a:srgbClr val="000000"/>
                          </a:solidFill>
                          <a:effectLst/>
                          <a:latin typeface="+mj-lt"/>
                        </a:rPr>
                        <a:t>10</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HCP125</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49</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t>214</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kern="1200" dirty="0">
                          <a:solidFill>
                            <a:schemeClr val="tx1"/>
                          </a:solidFill>
                          <a:latin typeface="+mn-lt"/>
                          <a:ea typeface="+mn-ea"/>
                          <a:cs typeface="+mn-cs"/>
                        </a:rPr>
                        <a:t>336.734694</a:t>
                      </a:r>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246504"/>
                  </a:ext>
                </a:extLst>
              </a:tr>
            </a:tbl>
          </a:graphicData>
        </a:graphic>
      </p:graphicFrame>
      <p:graphicFrame>
        <p:nvGraphicFramePr>
          <p:cNvPr id="4" name="Table 3">
            <a:extLst>
              <a:ext uri="{FF2B5EF4-FFF2-40B4-BE49-F238E27FC236}">
                <a16:creationId xmlns:a16="http://schemas.microsoft.com/office/drawing/2014/main" id="{8178486D-C670-941A-FE46-1A5D6B0B107A}"/>
              </a:ext>
            </a:extLst>
          </p:cNvPr>
          <p:cNvGraphicFramePr>
            <a:graphicFrameLocks noGrp="1"/>
          </p:cNvGraphicFramePr>
          <p:nvPr/>
        </p:nvGraphicFramePr>
        <p:xfrm>
          <a:off x="7543800" y="2501682"/>
          <a:ext cx="4410560" cy="1998117"/>
        </p:xfrm>
        <a:graphic>
          <a:graphicData uri="http://schemas.openxmlformats.org/drawingml/2006/table">
            <a:tbl>
              <a:tblPr firstRow="1" bandRow="1"/>
              <a:tblGrid>
                <a:gridCol w="2006667">
                  <a:extLst>
                    <a:ext uri="{9D8B030D-6E8A-4147-A177-3AD203B41FA5}">
                      <a16:colId xmlns:a16="http://schemas.microsoft.com/office/drawing/2014/main" val="2912075475"/>
                    </a:ext>
                  </a:extLst>
                </a:gridCol>
                <a:gridCol w="1283638">
                  <a:extLst>
                    <a:ext uri="{9D8B030D-6E8A-4147-A177-3AD203B41FA5}">
                      <a16:colId xmlns:a16="http://schemas.microsoft.com/office/drawing/2014/main" val="3160481757"/>
                    </a:ext>
                  </a:extLst>
                </a:gridCol>
                <a:gridCol w="1120255">
                  <a:extLst>
                    <a:ext uri="{9D8B030D-6E8A-4147-A177-3AD203B41FA5}">
                      <a16:colId xmlns:a16="http://schemas.microsoft.com/office/drawing/2014/main" val="1708326666"/>
                    </a:ext>
                  </a:extLst>
                </a:gridCol>
              </a:tblGrid>
              <a:tr h="363345">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 Segment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HCPs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Avg Lift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3584319593"/>
                  </a:ext>
                </a:extLst>
              </a:tr>
              <a:tr h="392447">
                <a:tc>
                  <a:txBody>
                    <a:bodyPr/>
                    <a:lstStyle/>
                    <a:p>
                      <a:pPr algn="ctr" fontAlgn="b">
                        <a:buNone/>
                      </a:pPr>
                      <a:r>
                        <a:rPr lang="en-GB" sz="1400" dirty="0">
                          <a:solidFill>
                            <a:srgbClr val="000000"/>
                          </a:solidFill>
                        </a:rPr>
                        <a:t>New starters</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r>
                        <a:rPr lang="en-IN" sz="1400" b="0" i="0" u="none" strike="noStrike" dirty="0">
                          <a:solidFill>
                            <a:srgbClr val="000000"/>
                          </a:solidFill>
                          <a:effectLst/>
                          <a:latin typeface="+mj-lt"/>
                        </a:rPr>
                        <a:t>64</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buNone/>
                      </a:pPr>
                      <a:r>
                        <a:rPr lang="en-IN" sz="1400" b="0" i="0" u="none" strike="noStrike" kern="1200" dirty="0">
                          <a:solidFill>
                            <a:srgbClr val="000000"/>
                          </a:solidFill>
                          <a:effectLst/>
                          <a:latin typeface="+mj-lt"/>
                          <a:ea typeface="+mn-ea"/>
                          <a:cs typeface="+mn-cs"/>
                        </a:rPr>
                        <a:t>null</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639940"/>
                  </a:ext>
                </a:extLst>
              </a:tr>
              <a:tr h="439455">
                <a:tc>
                  <a:txBody>
                    <a:bodyPr/>
                    <a:lstStyle/>
                    <a:p>
                      <a:pPr algn="ctr" fontAlgn="b">
                        <a:buNone/>
                      </a:pPr>
                      <a:r>
                        <a:rPr lang="en-GB" sz="1400" dirty="0">
                          <a:solidFill>
                            <a:srgbClr val="000000"/>
                          </a:solidFill>
                        </a:rPr>
                        <a:t>Growers</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r>
                        <a:rPr lang="en-IN" sz="1400" b="0" i="0" u="none" strike="noStrike" dirty="0">
                          <a:solidFill>
                            <a:srgbClr val="000000"/>
                          </a:solidFill>
                          <a:effectLst/>
                          <a:latin typeface="+mj-lt"/>
                        </a:rPr>
                        <a:t>25</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buNone/>
                      </a:pPr>
                      <a:r>
                        <a:rPr lang="en-IN" sz="1400" b="0" i="0" u="none" strike="noStrike" kern="1200" dirty="0">
                          <a:solidFill>
                            <a:srgbClr val="000000"/>
                          </a:solidFill>
                          <a:effectLst/>
                          <a:latin typeface="+mj-lt"/>
                          <a:ea typeface="+mn-ea"/>
                          <a:cs typeface="+mn-cs"/>
                        </a:rPr>
                        <a:t>322.750836</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9462671"/>
                  </a:ext>
                </a:extLst>
              </a:tr>
              <a:tr h="401435">
                <a:tc>
                  <a:txBody>
                    <a:bodyPr/>
                    <a:lstStyle/>
                    <a:p>
                      <a:pPr algn="ctr" fontAlgn="b">
                        <a:buNone/>
                      </a:pPr>
                      <a:r>
                        <a:rPr lang="en-GB" sz="1400" dirty="0">
                          <a:solidFill>
                            <a:srgbClr val="000000"/>
                          </a:solidFill>
                        </a:rPr>
                        <a:t>Non-responders</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r>
                        <a:rPr lang="en-IN" sz="1400" b="0" i="0" u="none" strike="noStrike" dirty="0">
                          <a:solidFill>
                            <a:srgbClr val="000000"/>
                          </a:solidFill>
                          <a:effectLst/>
                          <a:latin typeface="+mj-lt"/>
                        </a:rPr>
                        <a:t>125</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400" b="0" i="0" u="none" strike="noStrike" kern="1200" dirty="0">
                          <a:solidFill>
                            <a:srgbClr val="000000"/>
                          </a:solidFill>
                          <a:effectLst/>
                          <a:latin typeface="+mj-lt"/>
                          <a:ea typeface="+mn-ea"/>
                          <a:cs typeface="+mn-cs"/>
                        </a:rPr>
                        <a:t>-68.158561</a:t>
                      </a:r>
                      <a:endParaRPr lang="en-US" sz="1400" b="0" i="0" u="none" strike="noStrike" kern="1200" dirty="0">
                        <a:solidFill>
                          <a:srgbClr val="000000"/>
                        </a:solidFill>
                        <a:effectLst/>
                        <a:latin typeface="+mj-lt"/>
                        <a:ea typeface="+mn-ea"/>
                        <a:cs typeface="+mn-cs"/>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5424318"/>
                  </a:ext>
                </a:extLst>
              </a:tr>
              <a:tr h="401435">
                <a:tc>
                  <a:txBody>
                    <a:bodyPr/>
                    <a:lstStyle/>
                    <a:p>
                      <a:pPr algn="ctr" fontAlgn="b">
                        <a:buNone/>
                      </a:pPr>
                      <a:r>
                        <a:rPr lang="en-US" sz="1400" b="0" i="0" u="none" strike="noStrike">
                          <a:solidFill>
                            <a:srgbClr val="000000"/>
                          </a:solidFill>
                          <a:effectLst/>
                          <a:latin typeface="+mj-lt"/>
                        </a:rPr>
                        <a:t>Total</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r>
                        <a:rPr lang="en-US" sz="1400" b="0" i="0" u="none" strike="noStrike" dirty="0">
                          <a:solidFill>
                            <a:srgbClr val="000000"/>
                          </a:solidFill>
                          <a:effectLst/>
                          <a:latin typeface="+mj-lt"/>
                        </a:rPr>
                        <a:t>214</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254.592275</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5896535"/>
                  </a:ext>
                </a:extLst>
              </a:tr>
            </a:tbl>
          </a:graphicData>
        </a:graphic>
      </p:graphicFrame>
      <p:sp>
        <p:nvSpPr>
          <p:cNvPr id="5" name="Footer Placeholder 4">
            <a:extLst>
              <a:ext uri="{FF2B5EF4-FFF2-40B4-BE49-F238E27FC236}">
                <a16:creationId xmlns:a16="http://schemas.microsoft.com/office/drawing/2014/main" id="{1DC0ED26-0D31-98BC-F39F-CAFE21539E7B}"/>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graphicFrame>
        <p:nvGraphicFramePr>
          <p:cNvPr id="8" name="Table 7">
            <a:extLst>
              <a:ext uri="{FF2B5EF4-FFF2-40B4-BE49-F238E27FC236}">
                <a16:creationId xmlns:a16="http://schemas.microsoft.com/office/drawing/2014/main" id="{28E46D2D-0C7F-A68F-3CD4-69B8A396B8E0}"/>
              </a:ext>
            </a:extLst>
          </p:cNvPr>
          <p:cNvGraphicFramePr>
            <a:graphicFrameLocks noGrp="1"/>
          </p:cNvGraphicFramePr>
          <p:nvPr/>
        </p:nvGraphicFramePr>
        <p:xfrm>
          <a:off x="7543800" y="4584301"/>
          <a:ext cx="4410560" cy="426720"/>
        </p:xfrm>
        <a:graphic>
          <a:graphicData uri="http://schemas.openxmlformats.org/drawingml/2006/table">
            <a:tbl>
              <a:tblPr firstRow="1" bandRow="1"/>
              <a:tblGrid>
                <a:gridCol w="3236976">
                  <a:extLst>
                    <a:ext uri="{9D8B030D-6E8A-4147-A177-3AD203B41FA5}">
                      <a16:colId xmlns:a16="http://schemas.microsoft.com/office/drawing/2014/main" val="2912075475"/>
                    </a:ext>
                  </a:extLst>
                </a:gridCol>
                <a:gridCol w="1173584">
                  <a:extLst>
                    <a:ext uri="{9D8B030D-6E8A-4147-A177-3AD203B41FA5}">
                      <a16:colId xmlns:a16="http://schemas.microsoft.com/office/drawing/2014/main" val="3160481757"/>
                    </a:ext>
                  </a:extLst>
                </a:gridCol>
              </a:tblGrid>
              <a:tr h="422673">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Segment showing Strongest Commercial Impact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0" i="0" u="none" strike="noStrike" dirty="0">
                          <a:solidFill>
                            <a:schemeClr val="tx1"/>
                          </a:solidFill>
                          <a:effectLst/>
                          <a:latin typeface="+mj-lt"/>
                          <a:cs typeface="Arial"/>
                        </a:rPr>
                        <a:t>Growers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84319593"/>
                  </a:ext>
                </a:extLst>
              </a:tr>
            </a:tbl>
          </a:graphicData>
        </a:graphic>
      </p:graphicFrame>
    </p:spTree>
    <p:extLst>
      <p:ext uri="{BB962C8B-B14F-4D97-AF65-F5344CB8AC3E}">
        <p14:creationId xmlns:p14="http://schemas.microsoft.com/office/powerpoint/2010/main" val="3885831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1F371-F11F-B83D-3D95-C50D8FF7F16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03D3BDE-7E56-999B-81A2-1783742D0597}"/>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b="1" i="0" dirty="0">
                <a:solidFill>
                  <a:srgbClr val="001E96"/>
                </a:solidFill>
                <a:latin typeface="Arial"/>
              </a:rPr>
              <a:t>Question 6: Did alerts actually change doctor behavior</a:t>
            </a:r>
            <a:r>
              <a:rPr lang="en-US" b="1" i="0" dirty="0">
                <a:solidFill>
                  <a:srgbClr val="001E96"/>
                </a:solidFill>
                <a:latin typeface="Arial"/>
              </a:rPr>
              <a:t> -</a:t>
            </a:r>
            <a:r>
              <a:rPr b="1" i="0" dirty="0">
                <a:solidFill>
                  <a:srgbClr val="001E96"/>
                </a:solidFill>
                <a:latin typeface="Arial"/>
              </a:rPr>
              <a:t> before vs. after?</a:t>
            </a:r>
            <a:endParaRPr lang="en-IN" dirty="0"/>
          </a:p>
        </p:txBody>
      </p:sp>
      <p:sp>
        <p:nvSpPr>
          <p:cNvPr id="13" name="Slide Number Placeholder 12">
            <a:extLst>
              <a:ext uri="{FF2B5EF4-FFF2-40B4-BE49-F238E27FC236}">
                <a16:creationId xmlns:a16="http://schemas.microsoft.com/office/drawing/2014/main" id="{2CFC5FAF-244E-C6D6-7C9F-42B880ECDAD6}"/>
              </a:ext>
            </a:extLst>
          </p:cNvPr>
          <p:cNvSpPr>
            <a:spLocks noGrp="1"/>
          </p:cNvSpPr>
          <p:nvPr>
            <p:ph type="sldNum" sz="quarter" idx="4"/>
          </p:nvPr>
        </p:nvSpPr>
        <p:spPr/>
        <p:txBody>
          <a:bodyPr/>
          <a:lstStyle/>
          <a:p>
            <a:fld id="{611B2C2B-439E-457D-A75F-A794D509B660}" type="slidenum">
              <a:rPr lang="en-IN" smtClean="0"/>
              <a:pPr/>
              <a:t>13</a:t>
            </a:fld>
            <a:endParaRPr lang="en-IN"/>
          </a:p>
        </p:txBody>
      </p:sp>
      <p:sp>
        <p:nvSpPr>
          <p:cNvPr id="14" name="Rectangle 13">
            <a:extLst>
              <a:ext uri="{FF2B5EF4-FFF2-40B4-BE49-F238E27FC236}">
                <a16:creationId xmlns:a16="http://schemas.microsoft.com/office/drawing/2014/main" id="{54EEE722-9191-A2CA-EAA9-CA561CD621E9}"/>
              </a:ext>
            </a:extLst>
          </p:cNvPr>
          <p:cNvSpPr/>
          <p:nvPr/>
        </p:nvSpPr>
        <p:spPr>
          <a:xfrm>
            <a:off x="874963" y="1334175"/>
            <a:ext cx="10107848" cy="2579064"/>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noAutofit/>
          </a:bodyPr>
          <a:lstStyle/>
          <a:p>
            <a:pPr marL="285750" indent="-285750">
              <a:spcBef>
                <a:spcPts val="300"/>
              </a:spcBef>
              <a:spcAft>
                <a:spcPts val="300"/>
              </a:spcAft>
              <a:buFont typeface="Arial" panose="020B0604020202020204" pitchFamily="34" charset="0"/>
              <a:buChar char="•"/>
            </a:pPr>
            <a:r>
              <a:rPr lang="en-IN" sz="1600" dirty="0">
                <a:solidFill>
                  <a:schemeClr val="tx1"/>
                </a:solidFill>
              </a:rPr>
              <a:t>Prescription lift varied considerably across </a:t>
            </a:r>
            <a:r>
              <a:rPr lang="en-IN" sz="1600" dirty="0" err="1">
                <a:solidFill>
                  <a:schemeClr val="tx1"/>
                </a:solidFill>
              </a:rPr>
              <a:t>behavioral</a:t>
            </a:r>
            <a:r>
              <a:rPr lang="en-IN" sz="1600" dirty="0">
                <a:solidFill>
                  <a:schemeClr val="tx1"/>
                </a:solidFill>
              </a:rPr>
              <a:t> segments, confirming that doctors respond differently to clinical alerts. </a:t>
            </a:r>
          </a:p>
          <a:p>
            <a:pPr marL="285750" indent="-285750">
              <a:spcBef>
                <a:spcPts val="300"/>
              </a:spcBef>
              <a:spcAft>
                <a:spcPts val="300"/>
              </a:spcAft>
              <a:buFont typeface="Arial" panose="020B0604020202020204" pitchFamily="34" charset="0"/>
              <a:buChar char="•"/>
            </a:pPr>
            <a:r>
              <a:rPr lang="en-IN" sz="1600" b="1" dirty="0">
                <a:solidFill>
                  <a:schemeClr val="tx1"/>
                </a:solidFill>
              </a:rPr>
              <a:t>Growers</a:t>
            </a:r>
            <a:r>
              <a:rPr lang="en-IN" sz="1600" dirty="0">
                <a:solidFill>
                  <a:schemeClr val="tx1"/>
                </a:solidFill>
              </a:rPr>
              <a:t> demonstrated the strongest commercial impact, delivering an average prescription lift of approximately </a:t>
            </a:r>
            <a:r>
              <a:rPr lang="en-IN" sz="1600" b="1" dirty="0">
                <a:solidFill>
                  <a:schemeClr val="tx1"/>
                </a:solidFill>
              </a:rPr>
              <a:t>323%</a:t>
            </a:r>
            <a:r>
              <a:rPr lang="en-IN" sz="1600" dirty="0">
                <a:solidFill>
                  <a:schemeClr val="tx1"/>
                </a:solidFill>
              </a:rPr>
              <a:t>, indicating that alerts are highly effective among already-engaged prescribers.</a:t>
            </a:r>
          </a:p>
          <a:p>
            <a:pPr marL="285750" indent="-285750">
              <a:spcBef>
                <a:spcPts val="300"/>
              </a:spcBef>
              <a:spcAft>
                <a:spcPts val="300"/>
              </a:spcAft>
              <a:buFont typeface="Arial" panose="020B0604020202020204" pitchFamily="34" charset="0"/>
              <a:buChar char="•"/>
            </a:pPr>
            <a:r>
              <a:rPr lang="en-IN" sz="1600" dirty="0">
                <a:solidFill>
                  <a:schemeClr val="tx1"/>
                </a:solidFill>
              </a:rPr>
              <a:t> </a:t>
            </a:r>
            <a:r>
              <a:rPr lang="en-IN" sz="1600" b="1" dirty="0">
                <a:solidFill>
                  <a:schemeClr val="tx1"/>
                </a:solidFill>
              </a:rPr>
              <a:t>64 New Starters</a:t>
            </a:r>
            <a:r>
              <a:rPr lang="en-IN" sz="1600" dirty="0">
                <a:solidFill>
                  <a:schemeClr val="tx1"/>
                </a:solidFill>
              </a:rPr>
              <a:t> began prescribing DRG001 only after receiving a positive alert, suggesting alerts can successfully activate previously non-prescribing physicians. </a:t>
            </a:r>
          </a:p>
          <a:p>
            <a:pPr marL="285750" indent="-285750">
              <a:spcBef>
                <a:spcPts val="300"/>
              </a:spcBef>
              <a:spcAft>
                <a:spcPts val="300"/>
              </a:spcAft>
              <a:buFont typeface="Arial" panose="020B0604020202020204" pitchFamily="34" charset="0"/>
              <a:buChar char="•"/>
            </a:pPr>
            <a:r>
              <a:rPr lang="en-IN" sz="1600" b="1" dirty="0">
                <a:solidFill>
                  <a:schemeClr val="tx1"/>
                </a:solidFill>
              </a:rPr>
              <a:t>Non-Responders</a:t>
            </a:r>
            <a:r>
              <a:rPr lang="en-IN" sz="1600" dirty="0">
                <a:solidFill>
                  <a:schemeClr val="tx1"/>
                </a:solidFill>
              </a:rPr>
              <a:t> represented the largest segment (</a:t>
            </a:r>
            <a:r>
              <a:rPr lang="en-IN" sz="1600" b="1" dirty="0">
                <a:solidFill>
                  <a:schemeClr val="tx1"/>
                </a:solidFill>
              </a:rPr>
              <a:t>125 HCPs</a:t>
            </a:r>
            <a:r>
              <a:rPr lang="en-IN" sz="1600" dirty="0">
                <a:solidFill>
                  <a:schemeClr val="tx1"/>
                </a:solidFill>
              </a:rPr>
              <a:t>) and showed a negative average lift, indicating that alerts alone may not be sufficient to change prescribing </a:t>
            </a:r>
            <a:r>
              <a:rPr lang="en-IN" sz="1600" dirty="0" err="1">
                <a:solidFill>
                  <a:schemeClr val="tx1"/>
                </a:solidFill>
              </a:rPr>
              <a:t>behavior</a:t>
            </a:r>
            <a:r>
              <a:rPr lang="en-IN" sz="1600" dirty="0">
                <a:solidFill>
                  <a:schemeClr val="tx1"/>
                </a:solidFill>
              </a:rPr>
              <a:t> for these doctors.</a:t>
            </a:r>
            <a:endParaRPr lang="en-US" sz="1600" dirty="0">
              <a:solidFill>
                <a:schemeClr val="tx1"/>
              </a:solidFill>
            </a:endParaRPr>
          </a:p>
        </p:txBody>
      </p:sp>
      <p:sp>
        <p:nvSpPr>
          <p:cNvPr id="15" name="TextBox 14">
            <a:extLst>
              <a:ext uri="{FF2B5EF4-FFF2-40B4-BE49-F238E27FC236}">
                <a16:creationId xmlns:a16="http://schemas.microsoft.com/office/drawing/2014/main" id="{7C825CE0-78D2-3B56-4046-2328592172FC}"/>
              </a:ext>
            </a:extLst>
          </p:cNvPr>
          <p:cNvSpPr txBox="1"/>
          <p:nvPr/>
        </p:nvSpPr>
        <p:spPr>
          <a:xfrm>
            <a:off x="1867773" y="2186477"/>
            <a:ext cx="3808252" cy="235623"/>
          </a:xfrm>
          <a:prstGeom prst="rect">
            <a:avLst/>
          </a:prstGeom>
          <a:noFill/>
        </p:spPr>
        <p:txBody>
          <a:bodyPr wrap="square" lIns="0" tIns="0" rIns="0" bIns="0" anchor="t">
            <a:noAutofit/>
          </a:bodyPr>
          <a:lstStyle/>
          <a:p>
            <a:pPr algn="ctr">
              <a:lnSpc>
                <a:spcPct val="90000"/>
              </a:lnSpc>
              <a:spcAft>
                <a:spcPts val="100"/>
              </a:spcAft>
            </a:pPr>
            <a:endParaRPr sz="1600" b="1" i="0" dirty="0">
              <a:solidFill>
                <a:srgbClr val="001E96"/>
              </a:solidFill>
              <a:latin typeface="Arial"/>
            </a:endParaRPr>
          </a:p>
        </p:txBody>
      </p:sp>
      <p:sp>
        <p:nvSpPr>
          <p:cNvPr id="88" name="TextBox 87">
            <a:extLst>
              <a:ext uri="{FF2B5EF4-FFF2-40B4-BE49-F238E27FC236}">
                <a16:creationId xmlns:a16="http://schemas.microsoft.com/office/drawing/2014/main" id="{EDE9DB61-AF86-4EE0-F345-06533CDE1C9D}"/>
              </a:ext>
            </a:extLst>
          </p:cNvPr>
          <p:cNvSpPr txBox="1"/>
          <p:nvPr/>
        </p:nvSpPr>
        <p:spPr>
          <a:xfrm>
            <a:off x="8348236" y="2160599"/>
            <a:ext cx="2801688" cy="235623"/>
          </a:xfrm>
          <a:prstGeom prst="rect">
            <a:avLst/>
          </a:prstGeom>
          <a:noFill/>
        </p:spPr>
        <p:txBody>
          <a:bodyPr wrap="square" lIns="0" tIns="0" rIns="0" bIns="0" anchor="t">
            <a:noAutofit/>
          </a:bodyPr>
          <a:lstStyle/>
          <a:p>
            <a:pPr algn="ctr">
              <a:lnSpc>
                <a:spcPct val="90000"/>
              </a:lnSpc>
              <a:spcAft>
                <a:spcPts val="100"/>
              </a:spcAft>
            </a:pPr>
            <a:endParaRPr sz="1600" b="1" i="0" dirty="0">
              <a:solidFill>
                <a:srgbClr val="001E96"/>
              </a:solidFill>
              <a:latin typeface="Arial"/>
            </a:endParaRPr>
          </a:p>
        </p:txBody>
      </p:sp>
      <p:sp>
        <p:nvSpPr>
          <p:cNvPr id="5" name="Footer Placeholder 4">
            <a:extLst>
              <a:ext uri="{FF2B5EF4-FFF2-40B4-BE49-F238E27FC236}">
                <a16:creationId xmlns:a16="http://schemas.microsoft.com/office/drawing/2014/main" id="{E6AC21F7-8714-9B33-56C6-87E2082922EB}"/>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Tree>
    <p:extLst>
      <p:ext uri="{BB962C8B-B14F-4D97-AF65-F5344CB8AC3E}">
        <p14:creationId xmlns:p14="http://schemas.microsoft.com/office/powerpoint/2010/main" val="1648311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53893-E75A-D97C-B296-DD02151D5EDB}"/>
            </a:ext>
          </a:extLst>
        </p:cNvPr>
        <p:cNvGrpSpPr/>
        <p:nvPr/>
      </p:nvGrpSpPr>
      <p:grpSpPr>
        <a:xfrm>
          <a:off x="0" y="0"/>
          <a:ext cx="0" cy="0"/>
          <a:chOff x="0" y="0"/>
          <a:chExt cx="0" cy="0"/>
        </a:xfrm>
      </p:grpSpPr>
      <p:sp>
        <p:nvSpPr>
          <p:cNvPr id="12" name="Footer Placeholder 4">
            <a:extLst>
              <a:ext uri="{FF2B5EF4-FFF2-40B4-BE49-F238E27FC236}">
                <a16:creationId xmlns:a16="http://schemas.microsoft.com/office/drawing/2014/main" id="{8B307C9B-EDE9-F1EB-64D4-F2C06E17F839}"/>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
        <p:nvSpPr>
          <p:cNvPr id="13" name="Slide Number Placeholder 12">
            <a:extLst>
              <a:ext uri="{FF2B5EF4-FFF2-40B4-BE49-F238E27FC236}">
                <a16:creationId xmlns:a16="http://schemas.microsoft.com/office/drawing/2014/main" id="{4B376058-C31C-FD07-AFD6-A9A80F4509A8}"/>
              </a:ext>
            </a:extLst>
          </p:cNvPr>
          <p:cNvSpPr>
            <a:spLocks noGrp="1"/>
          </p:cNvSpPr>
          <p:nvPr>
            <p:ph type="sldNum" sz="quarter" idx="4"/>
          </p:nvPr>
        </p:nvSpPr>
        <p:spPr/>
        <p:txBody>
          <a:bodyPr/>
          <a:lstStyle/>
          <a:p>
            <a:fld id="{611B2C2B-439E-457D-A75F-A794D509B660}" type="slidenum">
              <a:rPr lang="en-IN" smtClean="0"/>
              <a:pPr/>
              <a:t>14</a:t>
            </a:fld>
            <a:endParaRPr lang="en-IN"/>
          </a:p>
        </p:txBody>
      </p:sp>
      <p:sp>
        <p:nvSpPr>
          <p:cNvPr id="14" name="Rectangle 13">
            <a:extLst>
              <a:ext uri="{FF2B5EF4-FFF2-40B4-BE49-F238E27FC236}">
                <a16:creationId xmlns:a16="http://schemas.microsoft.com/office/drawing/2014/main" id="{583857BC-B912-284C-2EC3-8FA8A7A254CB}"/>
              </a:ext>
            </a:extLst>
          </p:cNvPr>
          <p:cNvSpPr/>
          <p:nvPr/>
        </p:nvSpPr>
        <p:spPr>
          <a:xfrm>
            <a:off x="320040" y="1245132"/>
            <a:ext cx="11567160" cy="3784068"/>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noAutofit/>
          </a:bodyPr>
          <a:lstStyle/>
          <a:p>
            <a:pPr>
              <a:spcBef>
                <a:spcPts val="200"/>
              </a:spcBef>
              <a:spcAft>
                <a:spcPts val="200"/>
              </a:spcAft>
            </a:pPr>
            <a:r>
              <a:rPr lang="en-US" sz="1400" dirty="0">
                <a:solidFill>
                  <a:srgbClr val="000000"/>
                </a:solidFill>
                <a:latin typeface="Arial"/>
              </a:rPr>
              <a:t>A pharma company assign sales representatives to promote the drug to HCP. </a:t>
            </a:r>
            <a:r>
              <a:rPr lang="en-US" sz="1400" i="0" dirty="0">
                <a:solidFill>
                  <a:srgbClr val="000000"/>
                </a:solidFill>
                <a:latin typeface="Arial"/>
              </a:rPr>
              <a:t>Your company’s commercial team is planning the </a:t>
            </a:r>
            <a:r>
              <a:rPr lang="en-US" sz="1400" b="1" i="0" dirty="0">
                <a:solidFill>
                  <a:srgbClr val="000000"/>
                </a:solidFill>
                <a:latin typeface="Arial"/>
              </a:rPr>
              <a:t>next quarter’s</a:t>
            </a:r>
            <a:r>
              <a:rPr lang="en-US" sz="1400" i="0" dirty="0">
                <a:solidFill>
                  <a:srgbClr val="000000"/>
                </a:solidFill>
                <a:latin typeface="Arial"/>
              </a:rPr>
              <a:t> outreach strategy for </a:t>
            </a:r>
            <a:r>
              <a:rPr lang="en-US" sz="1400" b="1" i="0" dirty="0">
                <a:solidFill>
                  <a:srgbClr val="000000"/>
                </a:solidFill>
                <a:latin typeface="Arial"/>
              </a:rPr>
              <a:t>DRG001. </a:t>
            </a:r>
            <a:r>
              <a:rPr lang="en-US" sz="1400" i="0" dirty="0">
                <a:solidFill>
                  <a:srgbClr val="000000"/>
                </a:solidFill>
                <a:latin typeface="Arial"/>
              </a:rPr>
              <a:t>Following are the field force assumptions:</a:t>
            </a:r>
          </a:p>
          <a:p>
            <a:pPr marL="742950" lvl="1" indent="-285750">
              <a:spcBef>
                <a:spcPts val="200"/>
              </a:spcBef>
              <a:spcAft>
                <a:spcPts val="200"/>
              </a:spcAft>
              <a:buClr>
                <a:schemeClr val="bg2"/>
              </a:buClr>
              <a:buFont typeface="Wingdings" panose="05000000000000000000" pitchFamily="2" charset="2"/>
              <a:buChar char="§"/>
            </a:pPr>
            <a:r>
              <a:rPr lang="en-US" sz="1400" i="0" dirty="0">
                <a:solidFill>
                  <a:srgbClr val="000000"/>
                </a:solidFill>
                <a:latin typeface="Arial"/>
              </a:rPr>
              <a:t>Each sales rep can complete </a:t>
            </a:r>
            <a:r>
              <a:rPr lang="en-US" sz="1400" b="1" i="0" dirty="0">
                <a:solidFill>
                  <a:srgbClr val="000000"/>
                </a:solidFill>
                <a:latin typeface="Arial"/>
              </a:rPr>
              <a:t>~8 effective HCP calls per day</a:t>
            </a:r>
          </a:p>
          <a:p>
            <a:pPr marL="742950" lvl="1" indent="-285750">
              <a:spcBef>
                <a:spcPts val="200"/>
              </a:spcBef>
              <a:spcAft>
                <a:spcPts val="200"/>
              </a:spcAft>
              <a:buClr>
                <a:schemeClr val="bg2"/>
              </a:buClr>
              <a:buFont typeface="Wingdings" panose="05000000000000000000" pitchFamily="2" charset="2"/>
              <a:buChar char="§"/>
            </a:pPr>
            <a:r>
              <a:rPr lang="en-US" sz="1400" i="0" dirty="0">
                <a:solidFill>
                  <a:srgbClr val="000000"/>
                </a:solidFill>
                <a:latin typeface="Arial"/>
              </a:rPr>
              <a:t>Each rep works </a:t>
            </a:r>
            <a:r>
              <a:rPr lang="en-US" sz="1400" b="1" i="0" dirty="0">
                <a:solidFill>
                  <a:srgbClr val="000000"/>
                </a:solidFill>
                <a:latin typeface="Arial"/>
              </a:rPr>
              <a:t>~20 field days per month</a:t>
            </a:r>
          </a:p>
          <a:p>
            <a:pPr marL="742950" lvl="1" indent="-285750">
              <a:spcBef>
                <a:spcPts val="200"/>
              </a:spcBef>
              <a:spcAft>
                <a:spcPts val="200"/>
              </a:spcAft>
              <a:buClr>
                <a:schemeClr val="bg2"/>
              </a:buClr>
              <a:buFont typeface="Wingdings" panose="05000000000000000000" pitchFamily="2" charset="2"/>
              <a:buChar char="§"/>
            </a:pPr>
            <a:r>
              <a:rPr lang="en-US" sz="1400" i="0" dirty="0">
                <a:solidFill>
                  <a:srgbClr val="000000"/>
                </a:solidFill>
                <a:latin typeface="Arial"/>
              </a:rPr>
              <a:t>The organization has </a:t>
            </a:r>
            <a:r>
              <a:rPr lang="en-US" sz="1400" b="1" dirty="0">
                <a:solidFill>
                  <a:srgbClr val="000000"/>
                </a:solidFill>
                <a:latin typeface="Arial"/>
              </a:rPr>
              <a:t>40</a:t>
            </a:r>
            <a:r>
              <a:rPr lang="en-US" sz="1400" b="1" i="0" dirty="0">
                <a:solidFill>
                  <a:srgbClr val="000000"/>
                </a:solidFill>
                <a:latin typeface="Arial"/>
              </a:rPr>
              <a:t> sales reps nationally</a:t>
            </a:r>
          </a:p>
          <a:p>
            <a:pPr>
              <a:spcBef>
                <a:spcPts val="200"/>
              </a:spcBef>
              <a:spcAft>
                <a:spcPts val="200"/>
              </a:spcAft>
            </a:pPr>
            <a:r>
              <a:rPr lang="en-US" sz="1400" i="0" dirty="0">
                <a:solidFill>
                  <a:srgbClr val="000000"/>
                </a:solidFill>
                <a:latin typeface="Arial"/>
              </a:rPr>
              <a:t>Leadership wants to use this limited </a:t>
            </a:r>
            <a:r>
              <a:rPr lang="en-US" sz="1400" b="1" i="0" dirty="0">
                <a:solidFill>
                  <a:srgbClr val="000000"/>
                </a:solidFill>
                <a:latin typeface="Arial"/>
              </a:rPr>
              <a:t>field force capacity</a:t>
            </a:r>
            <a:r>
              <a:rPr lang="en-US" sz="1400" i="0" dirty="0">
                <a:solidFill>
                  <a:srgbClr val="000000"/>
                </a:solidFill>
                <a:latin typeface="Arial"/>
              </a:rPr>
              <a:t> efficiently by prioritizing the </a:t>
            </a:r>
            <a:r>
              <a:rPr lang="en-US" sz="1400" b="1" i="0" dirty="0">
                <a:solidFill>
                  <a:srgbClr val="000000"/>
                </a:solidFill>
                <a:latin typeface="Arial"/>
              </a:rPr>
              <a:t>HCP segments </a:t>
            </a:r>
            <a:r>
              <a:rPr lang="en-US" sz="1400" i="0" dirty="0">
                <a:solidFill>
                  <a:srgbClr val="000000"/>
                </a:solidFill>
                <a:latin typeface="Arial"/>
              </a:rPr>
              <a:t>identified in </a:t>
            </a:r>
            <a:r>
              <a:rPr lang="en-US" sz="1400" b="1" i="0" dirty="0">
                <a:solidFill>
                  <a:srgbClr val="000000"/>
                </a:solidFill>
                <a:latin typeface="Arial"/>
              </a:rPr>
              <a:t>Question 6 </a:t>
            </a:r>
            <a:r>
              <a:rPr lang="en-US" sz="1400" i="0" dirty="0">
                <a:solidFill>
                  <a:srgbClr val="000000"/>
                </a:solidFill>
                <a:latin typeface="Arial"/>
              </a:rPr>
              <a:t>(New Starters, Growers, and Non-Responders).</a:t>
            </a:r>
          </a:p>
          <a:p>
            <a:pPr>
              <a:spcBef>
                <a:spcPts val="200"/>
              </a:spcBef>
              <a:spcAft>
                <a:spcPts val="200"/>
              </a:spcAft>
            </a:pPr>
            <a:r>
              <a:rPr lang="en-US" sz="1400" i="0" dirty="0">
                <a:solidFill>
                  <a:srgbClr val="000000"/>
                </a:solidFill>
                <a:latin typeface="Arial"/>
              </a:rPr>
              <a:t>Using the segment-level insights from Question 6, recommend how the company should allocate total rep call capacity across these segments.</a:t>
            </a:r>
          </a:p>
          <a:p>
            <a:pPr>
              <a:spcBef>
                <a:spcPts val="200"/>
              </a:spcBef>
              <a:spcAft>
                <a:spcPts val="200"/>
              </a:spcAft>
            </a:pPr>
            <a:r>
              <a:rPr lang="en-US" sz="1400" i="0" dirty="0">
                <a:solidFill>
                  <a:srgbClr val="000000"/>
                </a:solidFill>
                <a:latin typeface="Arial"/>
              </a:rPr>
              <a:t>In your response:</a:t>
            </a:r>
          </a:p>
          <a:p>
            <a:pPr marL="742950" lvl="1" indent="-285750">
              <a:spcBef>
                <a:spcPts val="200"/>
              </a:spcBef>
              <a:spcAft>
                <a:spcPts val="200"/>
              </a:spcAft>
              <a:buClr>
                <a:schemeClr val="bg2"/>
              </a:buClr>
              <a:buFont typeface="Wingdings" panose="05000000000000000000" pitchFamily="2" charset="2"/>
              <a:buChar char="§"/>
            </a:pPr>
            <a:r>
              <a:rPr lang="en-US" sz="1400" i="0" dirty="0">
                <a:solidFill>
                  <a:srgbClr val="000000"/>
                </a:solidFill>
                <a:latin typeface="Arial"/>
              </a:rPr>
              <a:t>Estimate how much </a:t>
            </a:r>
            <a:r>
              <a:rPr lang="en-US" sz="1400" b="1" i="0" dirty="0">
                <a:solidFill>
                  <a:srgbClr val="000000"/>
                </a:solidFill>
                <a:latin typeface="Arial"/>
              </a:rPr>
              <a:t>outreach focus</a:t>
            </a:r>
            <a:r>
              <a:rPr lang="en-US" sz="1400" i="0" dirty="0">
                <a:solidFill>
                  <a:srgbClr val="000000"/>
                </a:solidFill>
                <a:latin typeface="Arial"/>
              </a:rPr>
              <a:t> each segment should receive</a:t>
            </a:r>
          </a:p>
          <a:p>
            <a:pPr marL="742950" lvl="1" indent="-285750">
              <a:spcBef>
                <a:spcPts val="200"/>
              </a:spcBef>
              <a:spcAft>
                <a:spcPts val="200"/>
              </a:spcAft>
              <a:buClr>
                <a:schemeClr val="bg2"/>
              </a:buClr>
              <a:buFont typeface="Wingdings" panose="05000000000000000000" pitchFamily="2" charset="2"/>
              <a:buChar char="§"/>
            </a:pPr>
            <a:r>
              <a:rPr lang="en-US" sz="1400" i="0" dirty="0">
                <a:solidFill>
                  <a:srgbClr val="000000"/>
                </a:solidFill>
                <a:latin typeface="Arial"/>
              </a:rPr>
              <a:t>Explain the reasoning behind your </a:t>
            </a:r>
            <a:r>
              <a:rPr lang="en-US" sz="1400" b="1" i="0" dirty="0">
                <a:solidFill>
                  <a:srgbClr val="000000"/>
                </a:solidFill>
                <a:latin typeface="Arial"/>
              </a:rPr>
              <a:t>allocation approach</a:t>
            </a:r>
          </a:p>
          <a:p>
            <a:pPr marL="742950" lvl="1" indent="-285750">
              <a:spcBef>
                <a:spcPts val="200"/>
              </a:spcBef>
              <a:spcAft>
                <a:spcPts val="200"/>
              </a:spcAft>
              <a:buClr>
                <a:schemeClr val="bg2"/>
              </a:buClr>
              <a:buFont typeface="Wingdings" panose="05000000000000000000" pitchFamily="2" charset="2"/>
              <a:buChar char="§"/>
            </a:pPr>
            <a:r>
              <a:rPr lang="en-US" sz="1400" i="0" dirty="0">
                <a:solidFill>
                  <a:srgbClr val="000000"/>
                </a:solidFill>
                <a:latin typeface="Arial"/>
              </a:rPr>
              <a:t>Discuss the tradeoff between </a:t>
            </a:r>
            <a:r>
              <a:rPr lang="en-US" sz="1400" b="1" i="0" dirty="0">
                <a:solidFill>
                  <a:srgbClr val="000000"/>
                </a:solidFill>
                <a:latin typeface="Arial"/>
              </a:rPr>
              <a:t>growth opportunity, conversion likelihood, and sales effort </a:t>
            </a:r>
            <a:r>
              <a:rPr lang="en-US" sz="1400" i="0" dirty="0">
                <a:solidFill>
                  <a:srgbClr val="000000"/>
                </a:solidFill>
                <a:latin typeface="Arial"/>
              </a:rPr>
              <a:t>required across segments</a:t>
            </a:r>
            <a:endParaRPr lang="en-US" sz="1400" i="0" dirty="0">
              <a:solidFill>
                <a:srgbClr val="FF0000"/>
              </a:solidFill>
              <a:latin typeface="Arial"/>
            </a:endParaRPr>
          </a:p>
        </p:txBody>
      </p:sp>
      <p:sp>
        <p:nvSpPr>
          <p:cNvPr id="2" name="Title 5">
            <a:extLst>
              <a:ext uri="{FF2B5EF4-FFF2-40B4-BE49-F238E27FC236}">
                <a16:creationId xmlns:a16="http://schemas.microsoft.com/office/drawing/2014/main" id="{CA75E2AF-C16E-9C80-8B47-2EBB9ED26A04}"/>
              </a:ext>
            </a:extLst>
          </p:cNvPr>
          <p:cNvSpPr txBox="1">
            <a:spLocks/>
          </p:cNvSpPr>
          <p:nvPr/>
        </p:nvSpPr>
        <p:spPr>
          <a:xfrm>
            <a:off x="334963" y="409069"/>
            <a:ext cx="11520000" cy="659636"/>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2200" b="1" kern="1200" baseline="0">
                <a:solidFill>
                  <a:schemeClr val="bg2"/>
                </a:solidFill>
                <a:latin typeface="Arial" panose="020B0604020202020204" pitchFamily="34" charset="0"/>
                <a:ea typeface="+mj-ea"/>
                <a:cs typeface="Arial" panose="020B0604020202020204" pitchFamily="34" charset="0"/>
              </a:defRPr>
            </a:lvl1pPr>
          </a:lstStyle>
          <a:p>
            <a:pPr>
              <a:lnSpc>
                <a:spcPct val="90000"/>
              </a:lnSpc>
              <a:spcAft>
                <a:spcPts val="100"/>
              </a:spcAft>
            </a:pPr>
            <a:r>
              <a:rPr lang="en-GB">
                <a:solidFill>
                  <a:srgbClr val="001E96"/>
                </a:solidFill>
                <a:latin typeface="Arial"/>
              </a:rPr>
              <a:t>Question 7: </a:t>
            </a:r>
            <a:r>
              <a:rPr lang="en-US">
                <a:solidFill>
                  <a:srgbClr val="001E96"/>
                </a:solidFill>
                <a:latin typeface="Arial"/>
              </a:rPr>
              <a:t>Commercial HCP Prioritization</a:t>
            </a:r>
            <a:endParaRPr lang="en-GB"/>
          </a:p>
        </p:txBody>
      </p:sp>
      <p:graphicFrame>
        <p:nvGraphicFramePr>
          <p:cNvPr id="3" name="Table 2">
            <a:extLst>
              <a:ext uri="{FF2B5EF4-FFF2-40B4-BE49-F238E27FC236}">
                <a16:creationId xmlns:a16="http://schemas.microsoft.com/office/drawing/2014/main" id="{0022DCF4-D5D4-2A90-CE76-15D22876C8E9}"/>
              </a:ext>
            </a:extLst>
          </p:cNvPr>
          <p:cNvGraphicFramePr>
            <a:graphicFrameLocks noGrp="1"/>
          </p:cNvGraphicFramePr>
          <p:nvPr>
            <p:extLst>
              <p:ext uri="{D42A27DB-BD31-4B8C-83A1-F6EECF244321}">
                <p14:modId xmlns:p14="http://schemas.microsoft.com/office/powerpoint/2010/main" val="725150807"/>
              </p:ext>
            </p:extLst>
          </p:nvPr>
        </p:nvGraphicFramePr>
        <p:xfrm>
          <a:off x="2685806" y="4488834"/>
          <a:ext cx="9169158" cy="1960097"/>
        </p:xfrm>
        <a:graphic>
          <a:graphicData uri="http://schemas.openxmlformats.org/drawingml/2006/table">
            <a:tbl>
              <a:tblPr firstRow="1" bandRow="1"/>
              <a:tblGrid>
                <a:gridCol w="1439757">
                  <a:extLst>
                    <a:ext uri="{9D8B030D-6E8A-4147-A177-3AD203B41FA5}">
                      <a16:colId xmlns:a16="http://schemas.microsoft.com/office/drawing/2014/main" val="2912075475"/>
                    </a:ext>
                  </a:extLst>
                </a:gridCol>
                <a:gridCol w="979837">
                  <a:extLst>
                    <a:ext uri="{9D8B030D-6E8A-4147-A177-3AD203B41FA5}">
                      <a16:colId xmlns:a16="http://schemas.microsoft.com/office/drawing/2014/main" val="3160481757"/>
                    </a:ext>
                  </a:extLst>
                </a:gridCol>
                <a:gridCol w="2400300">
                  <a:extLst>
                    <a:ext uri="{9D8B030D-6E8A-4147-A177-3AD203B41FA5}">
                      <a16:colId xmlns:a16="http://schemas.microsoft.com/office/drawing/2014/main" val="1708326666"/>
                    </a:ext>
                  </a:extLst>
                </a:gridCol>
                <a:gridCol w="2171700">
                  <a:extLst>
                    <a:ext uri="{9D8B030D-6E8A-4147-A177-3AD203B41FA5}">
                      <a16:colId xmlns:a16="http://schemas.microsoft.com/office/drawing/2014/main" val="265193811"/>
                    </a:ext>
                  </a:extLst>
                </a:gridCol>
                <a:gridCol w="2177564">
                  <a:extLst>
                    <a:ext uri="{9D8B030D-6E8A-4147-A177-3AD203B41FA5}">
                      <a16:colId xmlns:a16="http://schemas.microsoft.com/office/drawing/2014/main" val="3028190732"/>
                    </a:ext>
                  </a:extLst>
                </a:gridCol>
              </a:tblGrid>
              <a:tr h="363345">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 Segment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HCPs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Suggested % of Rep Calls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Estimated Quarterly Calls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Estimated Rep Allocation</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3584319593"/>
                  </a:ext>
                </a:extLst>
              </a:tr>
              <a:tr h="392447">
                <a:tc>
                  <a:txBody>
                    <a:bodyPr/>
                    <a:lstStyle/>
                    <a:p>
                      <a:pPr algn="ctr" fontAlgn="b">
                        <a:buNone/>
                      </a:pPr>
                      <a:r>
                        <a:rPr lang="en-GB" sz="1400">
                          <a:solidFill>
                            <a:srgbClr val="000000"/>
                          </a:solidFill>
                        </a:rPr>
                        <a:t>New starters</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r>
                        <a:rPr lang="en-US" sz="1400" b="0" i="0" u="none" strike="noStrike" dirty="0">
                          <a:solidFill>
                            <a:srgbClr val="000000"/>
                          </a:solidFill>
                          <a:effectLst/>
                          <a:latin typeface="+mj-lt"/>
                        </a:rPr>
                        <a:t>64</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50</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9600</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20</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639940"/>
                  </a:ext>
                </a:extLst>
              </a:tr>
              <a:tr h="401435">
                <a:tc>
                  <a:txBody>
                    <a:bodyPr/>
                    <a:lstStyle/>
                    <a:p>
                      <a:pPr algn="ctr" fontAlgn="b">
                        <a:buNone/>
                      </a:pPr>
                      <a:r>
                        <a:rPr lang="en-GB" sz="1400">
                          <a:solidFill>
                            <a:srgbClr val="000000"/>
                          </a:solidFill>
                        </a:rPr>
                        <a:t>Growers</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r>
                        <a:rPr lang="en-US" sz="1400" b="0" i="0" u="none" strike="noStrike" dirty="0">
                          <a:solidFill>
                            <a:srgbClr val="000000"/>
                          </a:solidFill>
                          <a:effectLst/>
                          <a:latin typeface="+mj-lt"/>
                        </a:rPr>
                        <a:t>25</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35</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6720</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14</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9462671"/>
                  </a:ext>
                </a:extLst>
              </a:tr>
              <a:tr h="401435">
                <a:tc>
                  <a:txBody>
                    <a:bodyPr/>
                    <a:lstStyle/>
                    <a:p>
                      <a:pPr algn="ctr" fontAlgn="b">
                        <a:buNone/>
                      </a:pPr>
                      <a:r>
                        <a:rPr lang="en-GB" sz="1400">
                          <a:solidFill>
                            <a:srgbClr val="000000"/>
                          </a:solidFill>
                        </a:rPr>
                        <a:t>Non-responders</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r>
                        <a:rPr lang="en-US" sz="1400" b="0" i="0" u="none" strike="noStrike" dirty="0">
                          <a:solidFill>
                            <a:srgbClr val="000000"/>
                          </a:solidFill>
                          <a:effectLst/>
                          <a:latin typeface="+mj-lt"/>
                        </a:rPr>
                        <a:t>125</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15</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2880</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400" b="0" i="0" u="none" strike="noStrike" dirty="0">
                          <a:solidFill>
                            <a:srgbClr val="000000"/>
                          </a:solidFill>
                          <a:effectLst/>
                          <a:latin typeface="+mj-lt"/>
                        </a:rPr>
                        <a:t>6</a:t>
                      </a: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5424318"/>
                  </a:ext>
                </a:extLst>
              </a:tr>
              <a:tr h="401435">
                <a:tc>
                  <a:txBody>
                    <a:bodyPr/>
                    <a:lstStyle/>
                    <a:p>
                      <a:pPr algn="ctr" fontAlgn="b">
                        <a:buNone/>
                      </a:pPr>
                      <a:r>
                        <a:rPr lang="en-US" sz="1400" b="1" i="0" u="none" strike="noStrike">
                          <a:solidFill>
                            <a:srgbClr val="000000"/>
                          </a:solidFill>
                          <a:effectLst/>
                          <a:latin typeface="+mj-lt"/>
                        </a:rPr>
                        <a:t>Total</a:t>
                      </a:r>
                      <a:endParaRPr lang="en-IN" sz="1400" b="1"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n-US" sz="1400" b="1" i="0" u="none" strike="noStrike" dirty="0">
                          <a:solidFill>
                            <a:srgbClr val="000000"/>
                          </a:solidFill>
                          <a:effectLst/>
                          <a:latin typeface="+mj-lt"/>
                        </a:rPr>
                        <a:t>214</a:t>
                      </a:r>
                      <a:endParaRPr lang="en-IN" sz="1400" b="1"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n-US" sz="1400" b="1" i="0" u="none" strike="noStrike" dirty="0">
                          <a:solidFill>
                            <a:srgbClr val="000000"/>
                          </a:solidFill>
                          <a:effectLst/>
                          <a:latin typeface="+mj-lt"/>
                        </a:rPr>
                        <a:t>100</a:t>
                      </a:r>
                      <a:endParaRPr lang="en-IN" sz="1400" b="1"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n-US" sz="1400" b="1" i="0" u="none" strike="noStrike" dirty="0">
                          <a:solidFill>
                            <a:srgbClr val="000000"/>
                          </a:solidFill>
                          <a:effectLst/>
                          <a:latin typeface="+mj-lt"/>
                        </a:rPr>
                        <a:t>19200</a:t>
                      </a:r>
                      <a:endParaRPr lang="en-IN" sz="1400" b="1"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n-US" sz="1400" b="1" i="0" u="none" strike="noStrike" dirty="0">
                          <a:solidFill>
                            <a:srgbClr val="000000"/>
                          </a:solidFill>
                          <a:effectLst/>
                          <a:latin typeface="+mj-lt"/>
                        </a:rPr>
                        <a:t>40</a:t>
                      </a:r>
                      <a:endParaRPr lang="en-IN" sz="1400" b="1"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65896535"/>
                  </a:ext>
                </a:extLst>
              </a:tr>
            </a:tbl>
          </a:graphicData>
        </a:graphic>
      </p:graphicFrame>
      <p:graphicFrame>
        <p:nvGraphicFramePr>
          <p:cNvPr id="5" name="Table 4">
            <a:extLst>
              <a:ext uri="{FF2B5EF4-FFF2-40B4-BE49-F238E27FC236}">
                <a16:creationId xmlns:a16="http://schemas.microsoft.com/office/drawing/2014/main" id="{5366018E-2918-609D-0171-13C3B6E99F92}"/>
              </a:ext>
            </a:extLst>
          </p:cNvPr>
          <p:cNvGraphicFramePr>
            <a:graphicFrameLocks noGrp="1"/>
          </p:cNvGraphicFramePr>
          <p:nvPr>
            <p:extLst>
              <p:ext uri="{D42A27DB-BD31-4B8C-83A1-F6EECF244321}">
                <p14:modId xmlns:p14="http://schemas.microsoft.com/office/powerpoint/2010/main" val="3072720577"/>
              </p:ext>
            </p:extLst>
          </p:nvPr>
        </p:nvGraphicFramePr>
        <p:xfrm>
          <a:off x="139943" y="4488833"/>
          <a:ext cx="2250832" cy="1960097"/>
        </p:xfrm>
        <a:graphic>
          <a:graphicData uri="http://schemas.openxmlformats.org/drawingml/2006/table">
            <a:tbl>
              <a:tblPr firstRow="1" bandRow="1"/>
              <a:tblGrid>
                <a:gridCol w="2250832">
                  <a:extLst>
                    <a:ext uri="{9D8B030D-6E8A-4147-A177-3AD203B41FA5}">
                      <a16:colId xmlns:a16="http://schemas.microsoft.com/office/drawing/2014/main" val="2912075475"/>
                    </a:ext>
                  </a:extLst>
                </a:gridCol>
              </a:tblGrid>
              <a:tr h="827091">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600" b="1" i="0" u="none" strike="noStrike" dirty="0">
                          <a:solidFill>
                            <a:schemeClr val="bg1"/>
                          </a:solidFill>
                          <a:effectLst/>
                          <a:latin typeface="+mj-lt"/>
                          <a:cs typeface="Arial"/>
                        </a:rPr>
                        <a:t>Total rep call capacity per quarter</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3584319593"/>
                  </a:ext>
                </a:extLst>
              </a:tr>
              <a:tr h="1133006">
                <a:tc>
                  <a:txBody>
                    <a:bodyPr/>
                    <a:lstStyle/>
                    <a:p>
                      <a:pPr algn="ctr" fontAlgn="b"/>
                      <a:r>
                        <a:rPr lang="en-US" sz="1900" b="0" i="0" u="none" strike="noStrike" dirty="0">
                          <a:solidFill>
                            <a:schemeClr val="tx1"/>
                          </a:solidFill>
                          <a:effectLst/>
                          <a:latin typeface="+mj-lt"/>
                          <a:cs typeface="Arial"/>
                        </a:rPr>
                        <a:t>19200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3510297"/>
                  </a:ext>
                </a:extLst>
              </a:tr>
            </a:tbl>
          </a:graphicData>
        </a:graphic>
      </p:graphicFrame>
    </p:spTree>
    <p:extLst>
      <p:ext uri="{BB962C8B-B14F-4D97-AF65-F5344CB8AC3E}">
        <p14:creationId xmlns:p14="http://schemas.microsoft.com/office/powerpoint/2010/main" val="3822838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66FEA-AD1F-7A6C-02F3-8FD6C28DF0A8}"/>
            </a:ext>
          </a:extLst>
        </p:cNvPr>
        <p:cNvGrpSpPr/>
        <p:nvPr/>
      </p:nvGrpSpPr>
      <p:grpSpPr>
        <a:xfrm>
          <a:off x="0" y="0"/>
          <a:ext cx="0" cy="0"/>
          <a:chOff x="0" y="0"/>
          <a:chExt cx="0" cy="0"/>
        </a:xfrm>
      </p:grpSpPr>
      <p:sp>
        <p:nvSpPr>
          <p:cNvPr id="12" name="Footer Placeholder 4">
            <a:extLst>
              <a:ext uri="{FF2B5EF4-FFF2-40B4-BE49-F238E27FC236}">
                <a16:creationId xmlns:a16="http://schemas.microsoft.com/office/drawing/2014/main" id="{57E87E41-AD65-0FB9-1716-479586925941}"/>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
        <p:nvSpPr>
          <p:cNvPr id="13" name="Slide Number Placeholder 12">
            <a:extLst>
              <a:ext uri="{FF2B5EF4-FFF2-40B4-BE49-F238E27FC236}">
                <a16:creationId xmlns:a16="http://schemas.microsoft.com/office/drawing/2014/main" id="{14528BC2-EC62-303A-86EB-AE26F7BF509F}"/>
              </a:ext>
            </a:extLst>
          </p:cNvPr>
          <p:cNvSpPr>
            <a:spLocks noGrp="1"/>
          </p:cNvSpPr>
          <p:nvPr>
            <p:ph type="sldNum" sz="quarter" idx="4"/>
          </p:nvPr>
        </p:nvSpPr>
        <p:spPr/>
        <p:txBody>
          <a:bodyPr/>
          <a:lstStyle/>
          <a:p>
            <a:fld id="{611B2C2B-439E-457D-A75F-A794D509B660}" type="slidenum">
              <a:rPr lang="en-IN" smtClean="0"/>
              <a:pPr/>
              <a:t>15</a:t>
            </a:fld>
            <a:endParaRPr lang="en-IN"/>
          </a:p>
        </p:txBody>
      </p:sp>
      <p:sp>
        <p:nvSpPr>
          <p:cNvPr id="14" name="Rectangle 13">
            <a:extLst>
              <a:ext uri="{FF2B5EF4-FFF2-40B4-BE49-F238E27FC236}">
                <a16:creationId xmlns:a16="http://schemas.microsoft.com/office/drawing/2014/main" id="{D3027827-BF45-1628-5CF1-77E7F6ACB2D9}"/>
              </a:ext>
            </a:extLst>
          </p:cNvPr>
          <p:cNvSpPr/>
          <p:nvPr/>
        </p:nvSpPr>
        <p:spPr>
          <a:xfrm>
            <a:off x="776748" y="1245131"/>
            <a:ext cx="10087897" cy="4359255"/>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noAutofit/>
          </a:bodyPr>
          <a:lstStyle/>
          <a:p>
            <a:pPr marL="285750" indent="-285750">
              <a:lnSpc>
                <a:spcPct val="150000"/>
              </a:lnSpc>
              <a:spcBef>
                <a:spcPts val="200"/>
              </a:spcBef>
              <a:spcAft>
                <a:spcPts val="200"/>
              </a:spcAft>
              <a:buFont typeface="Arial" panose="020B0604020202020204" pitchFamily="34" charset="0"/>
              <a:buChar char="•"/>
            </a:pPr>
            <a:r>
              <a:rPr lang="en-IN" sz="1600" dirty="0">
                <a:solidFill>
                  <a:schemeClr val="tx1"/>
                </a:solidFill>
              </a:rPr>
              <a:t>Total quarterly field force capacity is </a:t>
            </a:r>
            <a:r>
              <a:rPr lang="en-IN" sz="1600" b="1" dirty="0">
                <a:solidFill>
                  <a:schemeClr val="tx1"/>
                </a:solidFill>
              </a:rPr>
              <a:t>19,200 HCP calls</a:t>
            </a:r>
            <a:r>
              <a:rPr lang="en-IN" sz="1600" dirty="0">
                <a:solidFill>
                  <a:schemeClr val="tx1"/>
                </a:solidFill>
              </a:rPr>
              <a:t>, making efficient allocation critical to maximize DRG001 growth. </a:t>
            </a:r>
          </a:p>
          <a:p>
            <a:pPr marL="285750" indent="-285750">
              <a:lnSpc>
                <a:spcPct val="150000"/>
              </a:lnSpc>
              <a:spcBef>
                <a:spcPts val="200"/>
              </a:spcBef>
              <a:spcAft>
                <a:spcPts val="200"/>
              </a:spcAft>
              <a:buFont typeface="Arial" panose="020B0604020202020204" pitchFamily="34" charset="0"/>
              <a:buChar char="•"/>
            </a:pPr>
            <a:r>
              <a:rPr lang="en-IN" sz="1600" b="1" dirty="0">
                <a:solidFill>
                  <a:schemeClr val="tx1"/>
                </a:solidFill>
              </a:rPr>
              <a:t>Growers</a:t>
            </a:r>
            <a:r>
              <a:rPr lang="en-IN" sz="1600" dirty="0">
                <a:solidFill>
                  <a:schemeClr val="tx1"/>
                </a:solidFill>
              </a:rPr>
              <a:t> should receive the highest outreach focus, as they demonstrated the strongest response to alerts with an average lift of approximately </a:t>
            </a:r>
            <a:r>
              <a:rPr lang="en-IN" sz="1600" b="1" dirty="0">
                <a:solidFill>
                  <a:schemeClr val="tx1"/>
                </a:solidFill>
              </a:rPr>
              <a:t>323%</a:t>
            </a:r>
            <a:r>
              <a:rPr lang="en-IN" sz="1600" dirty="0">
                <a:solidFill>
                  <a:schemeClr val="tx1"/>
                </a:solidFill>
              </a:rPr>
              <a:t>.</a:t>
            </a:r>
          </a:p>
          <a:p>
            <a:pPr marL="285750" indent="-285750">
              <a:lnSpc>
                <a:spcPct val="150000"/>
              </a:lnSpc>
              <a:spcBef>
                <a:spcPts val="200"/>
              </a:spcBef>
              <a:spcAft>
                <a:spcPts val="200"/>
              </a:spcAft>
              <a:buFont typeface="Arial" panose="020B0604020202020204" pitchFamily="34" charset="0"/>
              <a:buChar char="•"/>
            </a:pPr>
            <a:r>
              <a:rPr lang="en-IN" sz="1600" dirty="0">
                <a:solidFill>
                  <a:schemeClr val="tx1"/>
                </a:solidFill>
              </a:rPr>
              <a:t>These HCPs have already shown a high likelihood of increasing prescriptions when engaged. </a:t>
            </a:r>
          </a:p>
          <a:p>
            <a:pPr marL="285750" indent="-285750">
              <a:lnSpc>
                <a:spcPct val="150000"/>
              </a:lnSpc>
              <a:spcBef>
                <a:spcPts val="200"/>
              </a:spcBef>
              <a:spcAft>
                <a:spcPts val="200"/>
              </a:spcAft>
              <a:buFont typeface="Arial" panose="020B0604020202020204" pitchFamily="34" charset="0"/>
              <a:buChar char="•"/>
            </a:pPr>
            <a:r>
              <a:rPr lang="en-IN" sz="1600" b="1" dirty="0">
                <a:solidFill>
                  <a:schemeClr val="tx1"/>
                </a:solidFill>
              </a:rPr>
              <a:t>New Starters</a:t>
            </a:r>
            <a:r>
              <a:rPr lang="en-IN" sz="1600" dirty="0">
                <a:solidFill>
                  <a:schemeClr val="tx1"/>
                </a:solidFill>
              </a:rPr>
              <a:t> represent the second-highest priority group.</a:t>
            </a:r>
          </a:p>
          <a:p>
            <a:pPr marL="285750" indent="-285750">
              <a:lnSpc>
                <a:spcPct val="150000"/>
              </a:lnSpc>
              <a:spcBef>
                <a:spcPts val="200"/>
              </a:spcBef>
              <a:spcAft>
                <a:spcPts val="200"/>
              </a:spcAft>
              <a:buFont typeface="Arial" panose="020B0604020202020204" pitchFamily="34" charset="0"/>
              <a:buChar char="•"/>
            </a:pPr>
            <a:r>
              <a:rPr lang="en-IN" sz="1600" b="1" dirty="0">
                <a:solidFill>
                  <a:schemeClr val="tx1"/>
                </a:solidFill>
              </a:rPr>
              <a:t>Non-Responders</a:t>
            </a:r>
            <a:r>
              <a:rPr lang="en-IN" sz="1600" dirty="0">
                <a:solidFill>
                  <a:schemeClr val="tx1"/>
                </a:solidFill>
              </a:rPr>
              <a:t> account for the largest number of HCPs but have shown limited </a:t>
            </a:r>
            <a:r>
              <a:rPr lang="en-IN" sz="1600" dirty="0" err="1">
                <a:solidFill>
                  <a:schemeClr val="tx1"/>
                </a:solidFill>
              </a:rPr>
              <a:t>behavioral</a:t>
            </a:r>
            <a:r>
              <a:rPr lang="en-IN" sz="1600" dirty="0">
                <a:solidFill>
                  <a:schemeClr val="tx1"/>
                </a:solidFill>
              </a:rPr>
              <a:t> change despite alerts. While they should not be ignored, intensive sales efforts may generate lower returns compared to the other segments. </a:t>
            </a:r>
            <a:endParaRPr lang="en-US" sz="1600" i="0" dirty="0">
              <a:solidFill>
                <a:schemeClr val="tx1"/>
              </a:solidFill>
              <a:latin typeface="Arial"/>
            </a:endParaRPr>
          </a:p>
        </p:txBody>
      </p:sp>
      <p:sp>
        <p:nvSpPr>
          <p:cNvPr id="2" name="Title 5">
            <a:extLst>
              <a:ext uri="{FF2B5EF4-FFF2-40B4-BE49-F238E27FC236}">
                <a16:creationId xmlns:a16="http://schemas.microsoft.com/office/drawing/2014/main" id="{FF7A8AA0-4632-84B0-353B-0ED3132C12E8}"/>
              </a:ext>
            </a:extLst>
          </p:cNvPr>
          <p:cNvSpPr txBox="1">
            <a:spLocks/>
          </p:cNvSpPr>
          <p:nvPr/>
        </p:nvSpPr>
        <p:spPr>
          <a:xfrm>
            <a:off x="334963" y="409069"/>
            <a:ext cx="11520000" cy="659636"/>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2200" b="1" kern="1200" baseline="0">
                <a:solidFill>
                  <a:schemeClr val="bg2"/>
                </a:solidFill>
                <a:latin typeface="Arial" panose="020B0604020202020204" pitchFamily="34" charset="0"/>
                <a:ea typeface="+mj-ea"/>
                <a:cs typeface="Arial" panose="020B0604020202020204" pitchFamily="34" charset="0"/>
              </a:defRPr>
            </a:lvl1pPr>
          </a:lstStyle>
          <a:p>
            <a:pPr>
              <a:lnSpc>
                <a:spcPct val="90000"/>
              </a:lnSpc>
              <a:spcAft>
                <a:spcPts val="100"/>
              </a:spcAft>
            </a:pPr>
            <a:r>
              <a:rPr lang="en-GB">
                <a:solidFill>
                  <a:srgbClr val="001E96"/>
                </a:solidFill>
                <a:latin typeface="Arial"/>
              </a:rPr>
              <a:t>Question 7: </a:t>
            </a:r>
            <a:r>
              <a:rPr lang="en-US">
                <a:solidFill>
                  <a:srgbClr val="001E96"/>
                </a:solidFill>
                <a:latin typeface="Arial"/>
              </a:rPr>
              <a:t>Commercial HCP Prioritization</a:t>
            </a:r>
            <a:endParaRPr lang="en-GB"/>
          </a:p>
        </p:txBody>
      </p:sp>
    </p:spTree>
    <p:extLst>
      <p:ext uri="{BB962C8B-B14F-4D97-AF65-F5344CB8AC3E}">
        <p14:creationId xmlns:p14="http://schemas.microsoft.com/office/powerpoint/2010/main" val="342643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77210-CCC6-4A00-B845-0A0691182F2D}"/>
              </a:ext>
            </a:extLst>
          </p:cNvPr>
          <p:cNvSpPr>
            <a:spLocks noGrp="1"/>
          </p:cNvSpPr>
          <p:nvPr>
            <p:ph type="title"/>
          </p:nvPr>
        </p:nvSpPr>
        <p:spPr/>
        <p:txBody>
          <a:bodyPr/>
          <a:lstStyle/>
          <a:p>
            <a:r>
              <a:rPr lang="en-US" dirty="0"/>
              <a:t>Executive Summary</a:t>
            </a:r>
          </a:p>
        </p:txBody>
      </p:sp>
      <p:sp>
        <p:nvSpPr>
          <p:cNvPr id="3" name="Content Placeholder 2">
            <a:extLst>
              <a:ext uri="{FF2B5EF4-FFF2-40B4-BE49-F238E27FC236}">
                <a16:creationId xmlns:a16="http://schemas.microsoft.com/office/drawing/2014/main" id="{95EFA215-D1D2-6787-430B-D0253913941A}"/>
              </a:ext>
            </a:extLst>
          </p:cNvPr>
          <p:cNvSpPr>
            <a:spLocks noGrp="1"/>
          </p:cNvSpPr>
          <p:nvPr>
            <p:ph idx="1"/>
          </p:nvPr>
        </p:nvSpPr>
        <p:spPr/>
        <p:txBody>
          <a:bodyPr/>
          <a:lstStyle/>
          <a:p>
            <a:pPr marL="0" indent="0">
              <a:buNone/>
            </a:pPr>
            <a:r>
              <a:rPr lang="en-IN" dirty="0"/>
              <a:t>Our analysis showed that several doctors generated a high number of clinical alerts, which indicates a strong treatment need, but many of them did not prescribe DRG001. This showed the missed opportunities where clinical signals are not being converted into prescriptions.</a:t>
            </a:r>
          </a:p>
          <a:p>
            <a:pPr marL="0" indent="0">
              <a:buNone/>
            </a:pPr>
            <a:r>
              <a:rPr lang="en-IN" dirty="0"/>
              <a:t>Among the top alert-generating doctors, competitor drugs still capture a significant share of prescriptions, with </a:t>
            </a:r>
            <a:r>
              <a:rPr lang="en-IN" b="1" dirty="0"/>
              <a:t>DRG002</a:t>
            </a:r>
            <a:r>
              <a:rPr lang="en-IN" dirty="0"/>
              <a:t> as the leading competitor. We also identified several hospitals and accounts with high alert activity but relatively low prescription conversion, which suggests a strong untapped potential.</a:t>
            </a:r>
          </a:p>
          <a:p>
            <a:r>
              <a:rPr lang="en-IN" dirty="0"/>
              <a:t>The before-and-after analysis confirmed that alerts can positively influence prescribing </a:t>
            </a:r>
            <a:r>
              <a:rPr lang="en-IN" dirty="0" err="1"/>
              <a:t>behavior</a:t>
            </a:r>
            <a:r>
              <a:rPr lang="en-IN" dirty="0"/>
              <a:t>. The </a:t>
            </a:r>
            <a:r>
              <a:rPr lang="en-IN" b="1" dirty="0"/>
              <a:t>Growers</a:t>
            </a:r>
            <a:r>
              <a:rPr lang="en-IN" dirty="0"/>
              <a:t> segment showed the highest increase in prescriptions after receiving alerts, while </a:t>
            </a:r>
            <a:r>
              <a:rPr lang="en-IN" b="1" dirty="0"/>
              <a:t>New Starters</a:t>
            </a:r>
            <a:r>
              <a:rPr lang="en-IN" dirty="0"/>
              <a:t> demonstrated that alerts can successfully activate new prescribers.</a:t>
            </a:r>
          </a:p>
          <a:p>
            <a:r>
              <a:rPr lang="en-IN" b="1" dirty="0"/>
              <a:t>Key Recommendations</a:t>
            </a:r>
          </a:p>
          <a:p>
            <a:r>
              <a:rPr lang="en-IN" dirty="0"/>
              <a:t>Focus sales efforts on </a:t>
            </a:r>
            <a:r>
              <a:rPr lang="en-IN" b="1" dirty="0"/>
              <a:t>Growers</a:t>
            </a:r>
            <a:r>
              <a:rPr lang="en-IN" dirty="0"/>
              <a:t> and </a:t>
            </a:r>
            <a:r>
              <a:rPr lang="en-IN" b="1" dirty="0"/>
              <a:t>New Starters</a:t>
            </a:r>
            <a:r>
              <a:rPr lang="en-IN" dirty="0"/>
              <a:t>, as they offer the highest growth potential. </a:t>
            </a:r>
          </a:p>
          <a:p>
            <a:r>
              <a:rPr lang="en-IN" dirty="0"/>
              <a:t>Increase engagement with high-alert but low-conversion accounts. </a:t>
            </a:r>
          </a:p>
          <a:p>
            <a:r>
              <a:rPr lang="en-IN" dirty="0"/>
              <a:t>Develop stronger competitive strategies against </a:t>
            </a:r>
            <a:r>
              <a:rPr lang="en-IN" b="1" dirty="0"/>
              <a:t>DRG002</a:t>
            </a:r>
            <a:r>
              <a:rPr lang="en-IN" dirty="0"/>
              <a:t>. </a:t>
            </a:r>
          </a:p>
          <a:p>
            <a:r>
              <a:rPr lang="en-IN" dirty="0"/>
              <a:t>Prioritize large accounts with low prescription productivity. </a:t>
            </a:r>
          </a:p>
          <a:p>
            <a:r>
              <a:rPr lang="en-IN" dirty="0"/>
              <a:t>Use alert-driven targeting to improve sales force efficiency and maximize prescription growth. </a:t>
            </a:r>
          </a:p>
          <a:p>
            <a:r>
              <a:rPr lang="en-IN" dirty="0"/>
              <a:t>Overall, the findings suggest that targeted commercial actions based on alert and prescribing </a:t>
            </a:r>
            <a:r>
              <a:rPr lang="en-IN" dirty="0" err="1"/>
              <a:t>behavior</a:t>
            </a:r>
            <a:r>
              <a:rPr lang="en-IN" dirty="0"/>
              <a:t> can significantly improve DRG001 adoption and business performance.</a:t>
            </a:r>
          </a:p>
          <a:p>
            <a:pPr marL="0" indent="0">
              <a:buNone/>
            </a:pPr>
            <a:endParaRPr lang="en-US" dirty="0"/>
          </a:p>
        </p:txBody>
      </p:sp>
      <p:sp>
        <p:nvSpPr>
          <p:cNvPr id="4" name="Slide Number Placeholder 3">
            <a:extLst>
              <a:ext uri="{FF2B5EF4-FFF2-40B4-BE49-F238E27FC236}">
                <a16:creationId xmlns:a16="http://schemas.microsoft.com/office/drawing/2014/main" id="{8E3B78E7-E2CE-F014-8393-38C73AB4FAB6}"/>
              </a:ext>
            </a:extLst>
          </p:cNvPr>
          <p:cNvSpPr>
            <a:spLocks noGrp="1"/>
          </p:cNvSpPr>
          <p:nvPr>
            <p:ph type="sldNum" sz="quarter" idx="4"/>
          </p:nvPr>
        </p:nvSpPr>
        <p:spPr/>
        <p:txBody>
          <a:bodyPr/>
          <a:lstStyle/>
          <a:p>
            <a:fld id="{611B2C2B-439E-457D-A75F-A794D509B660}" type="slidenum">
              <a:rPr lang="en-IN" smtClean="0"/>
              <a:pPr/>
              <a:t>16</a:t>
            </a:fld>
            <a:endParaRPr lang="en-IN"/>
          </a:p>
        </p:txBody>
      </p:sp>
      <p:sp>
        <p:nvSpPr>
          <p:cNvPr id="5" name="Footer Placeholder 4">
            <a:extLst>
              <a:ext uri="{FF2B5EF4-FFF2-40B4-BE49-F238E27FC236}">
                <a16:creationId xmlns:a16="http://schemas.microsoft.com/office/drawing/2014/main" id="{03D04746-2269-EE6C-877A-650F0641421A}"/>
              </a:ext>
            </a:extLst>
          </p:cNvPr>
          <p:cNvSpPr>
            <a:spLocks noGrp="1"/>
          </p:cNvSpPr>
          <p:nvPr>
            <p:ph type="ftr" sz="quarter" idx="3"/>
          </p:nvPr>
        </p:nvSpPr>
        <p:spPr/>
        <p:txBody>
          <a:bodyPr/>
          <a:lstStyle/>
          <a:p>
            <a:r>
              <a:rPr lang="en-US"/>
              <a:t>© 2026 ProcDNA</a:t>
            </a:r>
          </a:p>
        </p:txBody>
      </p:sp>
      <p:sp>
        <p:nvSpPr>
          <p:cNvPr id="6" name="Text Placeholder 5">
            <a:extLst>
              <a:ext uri="{FF2B5EF4-FFF2-40B4-BE49-F238E27FC236}">
                <a16:creationId xmlns:a16="http://schemas.microsoft.com/office/drawing/2014/main" id="{A794F055-F520-5BF6-E17C-E8A6E35E1245}"/>
              </a:ext>
            </a:extLst>
          </p:cNvPr>
          <p:cNvSpPr>
            <a:spLocks noGrp="1"/>
          </p:cNvSpPr>
          <p:nvPr>
            <p:ph type="body" sz="quarter" idx="10"/>
          </p:nvPr>
        </p:nvSpPr>
        <p:spPr/>
        <p:txBody>
          <a:bodyPr/>
          <a:lstStyle/>
          <a:p>
            <a:endParaRPr lang="en-US"/>
          </a:p>
        </p:txBody>
      </p:sp>
      <p:sp>
        <p:nvSpPr>
          <p:cNvPr id="7" name="Text Placeholder 6">
            <a:extLst>
              <a:ext uri="{FF2B5EF4-FFF2-40B4-BE49-F238E27FC236}">
                <a16:creationId xmlns:a16="http://schemas.microsoft.com/office/drawing/2014/main" id="{B44195DD-8540-BCA3-B57C-D48F8C469498}"/>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403647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C71AA5-89BE-4A69-B39D-F062E913F38C}"/>
              </a:ext>
            </a:extLst>
          </p:cNvPr>
          <p:cNvSpPr>
            <a:spLocks noGrp="1"/>
          </p:cNvSpPr>
          <p:nvPr>
            <p:ph type="title"/>
          </p:nvPr>
        </p:nvSpPr>
        <p:spPr/>
        <p:txBody>
          <a:bodyPr/>
          <a:lstStyle/>
          <a:p>
            <a:r>
              <a:rPr lang="en-US"/>
              <a:t>Thank You!</a:t>
            </a:r>
            <a:endParaRPr lang="en-IN"/>
          </a:p>
        </p:txBody>
      </p:sp>
    </p:spTree>
    <p:extLst>
      <p:ext uri="{BB962C8B-B14F-4D97-AF65-F5344CB8AC3E}">
        <p14:creationId xmlns:p14="http://schemas.microsoft.com/office/powerpoint/2010/main" val="30549873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Public Information"/>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Public Information"/>
</p:tagLst>
</file>

<file path=ppt/theme/theme1.xml><?xml version="1.0" encoding="utf-8"?>
<a:theme xmlns:a="http://schemas.openxmlformats.org/drawingml/2006/main" name="2_Office Theme">
  <a:themeElements>
    <a:clrScheme name="ProcDNA - Updated">
      <a:dk1>
        <a:sysClr val="windowText" lastClr="000000"/>
      </a:dk1>
      <a:lt1>
        <a:sysClr val="window" lastClr="FFFFFF"/>
      </a:lt1>
      <a:dk2>
        <a:srgbClr val="005CD9"/>
      </a:dk2>
      <a:lt2>
        <a:srgbClr val="001E96"/>
      </a:lt2>
      <a:accent1>
        <a:srgbClr val="008CE3"/>
      </a:accent1>
      <a:accent2>
        <a:srgbClr val="2C8C8C"/>
      </a:accent2>
      <a:accent3>
        <a:srgbClr val="D6454A"/>
      </a:accent3>
      <a:accent4>
        <a:srgbClr val="57C785"/>
      </a:accent4>
      <a:accent5>
        <a:srgbClr val="36A463"/>
      </a:accent5>
      <a:accent6>
        <a:srgbClr val="FF8D1A"/>
      </a:accent6>
      <a:hlink>
        <a:srgbClr val="008CE3"/>
      </a:hlink>
      <a:folHlink>
        <a:srgbClr val="008CE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err="1" smtClean="0">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none" lIns="0" tIns="0" rIns="0" bIns="0" rtlCol="0">
        <a:noAutofit/>
      </a:bodyPr>
      <a:lstStyle>
        <a:def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sz="1600" kern="1200" dirty="0" err="1" smtClean="0">
            <a:solidFill>
              <a:schemeClr val="tx1"/>
            </a:solidFill>
            <a:latin typeface="+mj-lt"/>
            <a:ea typeface="+mn-ea"/>
            <a:cs typeface="Arial" panose="020B0604020202020204" pitchFamily="34" charset="0"/>
          </a:defRPr>
        </a:defPPr>
      </a:lstStyle>
    </a:txDef>
  </a:objectDefaults>
  <a:extraClrSchemeLst/>
  <a:extLst>
    <a:ext uri="{05A4C25C-085E-4340-85A3-A5531E510DB2}">
      <thm15:themeFamily xmlns:thm15="http://schemas.microsoft.com/office/thememl/2012/main" name="Presentation3" id="{6F21C1B7-70CC-4F26-9110-AEDFBD6C04DB}" vid="{884FC51C-278A-426F-A35A-133B0D6E21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0ACDDD4-C2C9-4F5F-96EE-A83F64CD69F4}">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029DEA5EE79041BF4FBDD3A59B0AFC" ma:contentTypeVersion="14" ma:contentTypeDescription="Create a new document." ma:contentTypeScope="" ma:versionID="5e70803a0b881fc295c871c367b1dd65">
  <xsd:schema xmlns:xsd="http://www.w3.org/2001/XMLSchema" xmlns:xs="http://www.w3.org/2001/XMLSchema" xmlns:p="http://schemas.microsoft.com/office/2006/metadata/properties" xmlns:ns2="82c4d7b9-5e76-4b7a-8188-68317d5b6893" xmlns:ns3="1d4f5345-ef15-4912-bca3-0032fb45dec5" targetNamespace="http://schemas.microsoft.com/office/2006/metadata/properties" ma:root="true" ma:fieldsID="55d78234fff1c9a4700dd800c950115b" ns2:_="" ns3:_="">
    <xsd:import namespace="82c4d7b9-5e76-4b7a-8188-68317d5b6893"/>
    <xsd:import namespace="1d4f5345-ef15-4912-bca3-0032fb45dec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c4d7b9-5e76-4b7a-8188-68317d5b68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d89b0c0-4dea-49c6-8d57-4e6bc3aaa8c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d4f5345-ef15-4912-bca3-0032fb45dec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0f7a03f-da28-4b6c-8ad5-fbc3c6cab682}" ma:internalName="TaxCatchAll" ma:showField="CatchAllData" ma:web="1d4f5345-ef15-4912-bca3-0032fb45dec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sisl xmlns:xsi="http://www.w3.org/2001/XMLSchema-instance" xmlns:xsd="http://www.w3.org/2001/XMLSchema" xmlns="http://www.boldonjames.com/2008/01/sie/internal/label" sislVersion="0" policy="82ad3a63-90ad-4a46-a3cb-757f4658e205" origin="userSelected">
  <element uid="8490d18d-1e1f-4ae2-adbe-3f6683173bee" value=""/>
  <element uid="7bb1a8e3-a989-435c-a38d-552e98c69b15" value=""/>
  <element uid="ed7b54fd-91d7-427f-98f6-664e9e8c628a" value=""/>
</sisl>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82c4d7b9-5e76-4b7a-8188-68317d5b6893">
      <Terms xmlns="http://schemas.microsoft.com/office/infopath/2007/PartnerControls"/>
    </lcf76f155ced4ddcb4097134ff3c332f>
    <TaxCatchAll xmlns="1d4f5345-ef15-4912-bca3-0032fb45dec5" xsi:nil="true"/>
  </documentManagement>
</p:properties>
</file>

<file path=customXml/itemProps1.xml><?xml version="1.0" encoding="utf-8"?>
<ds:datastoreItem xmlns:ds="http://schemas.openxmlformats.org/officeDocument/2006/customXml" ds:itemID="{A6017B5E-5D0D-4738-8618-01E3C17568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c4d7b9-5e76-4b7a-8188-68317d5b6893"/>
    <ds:schemaRef ds:uri="1d4f5345-ef15-4912-bca3-0032fb45de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DB340D-3D1A-4353-8C9E-CD506090C9E0}">
  <ds:schemaRefs>
    <ds:schemaRef ds:uri="http://www.boldonjames.com/2008/01/sie/internal/label"/>
    <ds:schemaRef ds:uri="http://www.w3.org/2001/XMLSchema"/>
  </ds:schemaRefs>
</ds:datastoreItem>
</file>

<file path=customXml/itemProps3.xml><?xml version="1.0" encoding="utf-8"?>
<ds:datastoreItem xmlns:ds="http://schemas.openxmlformats.org/officeDocument/2006/customXml" ds:itemID="{9BE63996-063B-4A77-98A1-EA997F4B6EF9}">
  <ds:schemaRefs>
    <ds:schemaRef ds:uri="http://schemas.microsoft.com/sharepoint/v3/contenttype/forms"/>
  </ds:schemaRefs>
</ds:datastoreItem>
</file>

<file path=customXml/itemProps4.xml><?xml version="1.0" encoding="utf-8"?>
<ds:datastoreItem xmlns:ds="http://schemas.openxmlformats.org/officeDocument/2006/customXml" ds:itemID="{7434DBB5-9D9E-4567-99B1-CB165F2F1532}">
  <ds:schemaRefs>
    <ds:schemaRef ds:uri="http://purl.org/dc/terms/"/>
    <ds:schemaRef ds:uri="http://schemas.microsoft.com/office/2006/metadata/properties"/>
    <ds:schemaRef ds:uri="http://schemas.microsoft.com/office/2006/documentManagement/types"/>
    <ds:schemaRef ds:uri="http://purl.org/dc/elements/1.1/"/>
    <ds:schemaRef ds:uri="http://www.w3.org/XML/1998/namespace"/>
    <ds:schemaRef ds:uri="http://schemas.microsoft.com/office/infopath/2007/PartnerControls"/>
    <ds:schemaRef ds:uri="42cd798e-e8d0-4b9e-9ba5-b62e1ed12109"/>
    <ds:schemaRef ds:uri="http://schemas.openxmlformats.org/package/2006/metadata/core-properties"/>
    <ds:schemaRef ds:uri="8b3e3cf9-b9d2-43da-a4e1-423f7c92e99e"/>
    <ds:schemaRef ds:uri="http://purl.org/dc/dcmitype/"/>
    <ds:schemaRef ds:uri="82c4d7b9-5e76-4b7a-8188-68317d5b6893"/>
    <ds:schemaRef ds:uri="1d4f5345-ef15-4912-bca3-0032fb45dec5"/>
  </ds:schemaRefs>
</ds:datastoreItem>
</file>

<file path=docMetadata/LabelInfo.xml><?xml version="1.0" encoding="utf-8"?>
<clbl:labelList xmlns:clbl="http://schemas.microsoft.com/office/2020/mipLabelMetadata">
  <clbl:label id="{40fc6179-cf92-4f92-9433-e720ff626f56}" enabled="0" method="" siteId="{40fc6179-cf92-4f92-9433-e720ff626f56}" removed="1"/>
</clbl:labelList>
</file>

<file path=docProps/app.xml><?xml version="1.0" encoding="utf-8"?>
<Properties xmlns="http://schemas.openxmlformats.org/officeDocument/2006/extended-properties" xmlns:vt="http://schemas.openxmlformats.org/officeDocument/2006/docPropsVTypes">
  <Template>ProcDNA PowerPoint Template (3)</Template>
  <TotalTime>915</TotalTime>
  <Words>2745</Words>
  <Application>Microsoft Office PowerPoint</Application>
  <PresentationFormat>Widescreen</PresentationFormat>
  <Paragraphs>607</Paragraphs>
  <Slides>17</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Montserrat</vt:lpstr>
      <vt:lpstr>Wingdings</vt:lpstr>
      <vt:lpstr>2_Office Theme</vt:lpstr>
      <vt:lpstr>ProcDNA Case Study:  Nexavir | PrimeRx Flow</vt:lpstr>
      <vt:lpstr>PrimeRx Flow – Business &amp; Case Study Overview</vt:lpstr>
      <vt:lpstr>PrimeRx Flow – Datasets Overview</vt:lpstr>
      <vt:lpstr>Question 1: Who are the most active doctors and are they helping our product?</vt:lpstr>
      <vt:lpstr>Question 1: Who are the most active doctors and are they helping our product?</vt:lpstr>
      <vt:lpstr>Question 2: Which doctors see the need but don't act on it?</vt:lpstr>
      <vt:lpstr>Question 2: Which doctors see the need but don't act on it?</vt:lpstr>
      <vt:lpstr>Question 3: Among our top doctors, how much business is going to competitors?</vt:lpstr>
      <vt:lpstr>Question 4: Which hospitals are sitting on the biggest untapped opportunity?</vt:lpstr>
      <vt:lpstr>Question 5: Which accounts represent the largest untapped prescription opportunity?</vt:lpstr>
      <vt:lpstr>Scatter plot comparing Affiliated doctors vs prescriptions-per-active-doctor ratio.</vt:lpstr>
      <vt:lpstr>Question 6: Did alerts actually change doctor behavior - before vs. after?</vt:lpstr>
      <vt:lpstr>Question 6: Did alerts actually change doctor behavior - before vs. after?</vt:lpstr>
      <vt:lpstr>PowerPoint Presentation</vt:lpstr>
      <vt:lpstr>PowerPoint Presentation</vt:lpstr>
      <vt:lpstr>Executive 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Kushagr Bansal</dc:creator>
  <cp:keywords>PowerPoint Template</cp:keywords>
  <cp:lastModifiedBy>Addie .tyy</cp:lastModifiedBy>
  <cp:revision>6</cp:revision>
  <dcterms:created xsi:type="dcterms:W3CDTF">2026-05-28T05:56:03Z</dcterms:created>
  <dcterms:modified xsi:type="dcterms:W3CDTF">2026-06-20T10:45:36Z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0x01010051029DEA5EE79041BF4FBDD3A59B0AFC</vt:lpwstr>
  </property>
  <property fmtid="{D5CDD505-2E9C-101B-9397-08002B2CF9AE}" pid="3" name="MediaServiceImageTags">
    <vt:lpwstr/>
  </property>
</Properties>
</file>